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313DF-A717-C33D-339E-403BAF4FCE88}" v="100" dt="2026-04-03T08:22:17.457"/>
    <p1510:client id="{BD89EB39-4110-BED9-DE64-6B6681AEFB62}" v="25" dt="2026-04-03T08:54:17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vedi, Vedang" userId="S::vedang.trivedi@kraftheinz.com::d7ee25a5-f45d-4198-8364-7be52932307b" providerId="AD" clId="Web-{89C313DF-A717-C33D-339E-403BAF4FCE88}"/>
    <pc:docChg chg="modSld">
      <pc:chgData name="Trivedi, Vedang" userId="S::vedang.trivedi@kraftheinz.com::d7ee25a5-f45d-4198-8364-7be52932307b" providerId="AD" clId="Web-{89C313DF-A717-C33D-339E-403BAF4FCE88}" dt="2026-04-03T08:22:17.457" v="99" actId="20577"/>
      <pc:docMkLst>
        <pc:docMk/>
      </pc:docMkLst>
      <pc:sldChg chg="modSp">
        <pc:chgData name="Trivedi, Vedang" userId="S::vedang.trivedi@kraftheinz.com::d7ee25a5-f45d-4198-8364-7be52932307b" providerId="AD" clId="Web-{89C313DF-A717-C33D-339E-403BAF4FCE88}" dt="2026-04-03T08:13:10.812" v="19" actId="20577"/>
        <pc:sldMkLst>
          <pc:docMk/>
          <pc:sldMk cId="0" sldId="256"/>
        </pc:sldMkLst>
        <pc:spChg chg="mod">
          <ac:chgData name="Trivedi, Vedang" userId="S::vedang.trivedi@kraftheinz.com::d7ee25a5-f45d-4198-8364-7be52932307b" providerId="AD" clId="Web-{89C313DF-A717-C33D-339E-403BAF4FCE88}" dt="2026-04-03T08:13:10.812" v="19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Trivedi, Vedang" userId="S::vedang.trivedi@kraftheinz.com::d7ee25a5-f45d-4198-8364-7be52932307b" providerId="AD" clId="Web-{89C313DF-A717-C33D-339E-403BAF4FCE88}" dt="2026-04-03T08:22:17.457" v="99" actId="20577"/>
        <pc:sldMkLst>
          <pc:docMk/>
          <pc:sldMk cId="0" sldId="257"/>
        </pc:sldMkLst>
        <pc:spChg chg="mod">
          <ac:chgData name="Trivedi, Vedang" userId="S::vedang.trivedi@kraftheinz.com::d7ee25a5-f45d-4198-8364-7be52932307b" providerId="AD" clId="Web-{89C313DF-A717-C33D-339E-403BAF4FCE88}" dt="2026-04-03T08:21:56.082" v="9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22:05.863" v="97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15:14.641" v="20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22:12.675" v="9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22:17.457" v="99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">
        <pc:chgData name="Trivedi, Vedang" userId="S::vedang.trivedi@kraftheinz.com::d7ee25a5-f45d-4198-8364-7be52932307b" providerId="AD" clId="Web-{89C313DF-A717-C33D-339E-403BAF4FCE88}" dt="2026-04-03T08:18:04.955" v="49" actId="20577"/>
        <pc:sldMkLst>
          <pc:docMk/>
          <pc:sldMk cId="0" sldId="258"/>
        </pc:sldMkLst>
        <pc:spChg chg="mod">
          <ac:chgData name="Trivedi, Vedang" userId="S::vedang.trivedi@kraftheinz.com::d7ee25a5-f45d-4198-8364-7be52932307b" providerId="AD" clId="Web-{89C313DF-A717-C33D-339E-403BAF4FCE88}" dt="2026-04-03T08:16:42.751" v="39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18:04.955" v="49" actId="20577"/>
          <ac:spMkLst>
            <pc:docMk/>
            <pc:sldMk cId="0" sldId="258"/>
            <ac:spMk id="15" creationId="{00000000-0000-0000-0000-000000000000}"/>
          </ac:spMkLst>
        </pc:spChg>
      </pc:sldChg>
      <pc:sldChg chg="modSp">
        <pc:chgData name="Trivedi, Vedang" userId="S::vedang.trivedi@kraftheinz.com::d7ee25a5-f45d-4198-8364-7be52932307b" providerId="AD" clId="Web-{89C313DF-A717-C33D-339E-403BAF4FCE88}" dt="2026-04-03T08:20:24.675" v="88" actId="20577"/>
        <pc:sldMkLst>
          <pc:docMk/>
          <pc:sldMk cId="0" sldId="259"/>
        </pc:sldMkLst>
        <pc:spChg chg="mod">
          <ac:chgData name="Trivedi, Vedang" userId="S::vedang.trivedi@kraftheinz.com::d7ee25a5-f45d-4198-8364-7be52932307b" providerId="AD" clId="Web-{89C313DF-A717-C33D-339E-403BAF4FCE88}" dt="2026-04-03T08:20:15.206" v="81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89C313DF-A717-C33D-339E-403BAF4FCE88}" dt="2026-04-03T08:20:24.675" v="88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">
        <pc:chgData name="Trivedi, Vedang" userId="S::vedang.trivedi@kraftheinz.com::d7ee25a5-f45d-4198-8364-7be52932307b" providerId="AD" clId="Web-{89C313DF-A717-C33D-339E-403BAF4FCE88}" dt="2026-04-03T08:20:48.190" v="94" actId="20577"/>
        <pc:sldMkLst>
          <pc:docMk/>
          <pc:sldMk cId="0" sldId="260"/>
        </pc:sldMkLst>
        <pc:spChg chg="mod">
          <ac:chgData name="Trivedi, Vedang" userId="S::vedang.trivedi@kraftheinz.com::d7ee25a5-f45d-4198-8364-7be52932307b" providerId="AD" clId="Web-{89C313DF-A717-C33D-339E-403BAF4FCE88}" dt="2026-04-03T08:20:48.190" v="94" actId="20577"/>
          <ac:spMkLst>
            <pc:docMk/>
            <pc:sldMk cId="0" sldId="260"/>
            <ac:spMk id="11" creationId="{00000000-0000-0000-0000-000000000000}"/>
          </ac:spMkLst>
        </pc:spChg>
      </pc:sldChg>
    </pc:docChg>
  </pc:docChgLst>
  <pc:docChgLst>
    <pc:chgData name="Trivedi, Vedang" userId="S::vedang.trivedi@kraftheinz.com::d7ee25a5-f45d-4198-8364-7be52932307b" providerId="AD" clId="Web-{BD89EB39-4110-BED9-DE64-6B6681AEFB62}"/>
    <pc:docChg chg="modSld">
      <pc:chgData name="Trivedi, Vedang" userId="S::vedang.trivedi@kraftheinz.com::d7ee25a5-f45d-4198-8364-7be52932307b" providerId="AD" clId="Web-{BD89EB39-4110-BED9-DE64-6B6681AEFB62}" dt="2026-04-03T08:54:17.574" v="24" actId="20577"/>
      <pc:docMkLst>
        <pc:docMk/>
      </pc:docMkLst>
      <pc:sldChg chg="modSp">
        <pc:chgData name="Trivedi, Vedang" userId="S::vedang.trivedi@kraftheinz.com::d7ee25a5-f45d-4198-8364-7be52932307b" providerId="AD" clId="Web-{BD89EB39-4110-BED9-DE64-6B6681AEFB62}" dt="2026-04-03T08:54:17.574" v="24" actId="20577"/>
        <pc:sldMkLst>
          <pc:docMk/>
          <pc:sldMk cId="0" sldId="256"/>
        </pc:sldMkLst>
        <pc:spChg chg="mod">
          <ac:chgData name="Trivedi, Vedang" userId="S::vedang.trivedi@kraftheinz.com::d7ee25a5-f45d-4198-8364-7be52932307b" providerId="AD" clId="Web-{BD89EB39-4110-BED9-DE64-6B6681AEFB62}" dt="2026-04-03T08:54:13.996" v="2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Trivedi, Vedang" userId="S::vedang.trivedi@kraftheinz.com::d7ee25a5-f45d-4198-8364-7be52932307b" providerId="AD" clId="Web-{BD89EB39-4110-BED9-DE64-6B6681AEFB62}" dt="2026-04-03T08:54:17.574" v="24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45E74-099B-4C01-A4FD-720CBB8B92B6}" type="datetimeFigureOut"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4720F-3D6D-4EE2-BCCA-A375330367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4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CCFBF1"/>
                </a:solidFill>
              </a:rPr>
              <a:t>MONTHLY PERFORMANCE REVIEW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</a:rPr>
              <a:t>March 2026</a:t>
            </a:r>
            <a:endParaRPr lang="en-US" sz="480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CFBF1"/>
                </a:solidFill>
              </a:rPr>
              <a:t>KPI Alignment &amp; Achievements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64748B"/>
                </a:solidFill>
              </a:rPr>
              <a:t>Presented to: Manager | Anand, Gupta</a:t>
            </a:r>
            <a:endParaRPr lang="en-US" sz="130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FFFFFF"/>
                </a:solidFill>
              </a:rPr>
              <a:t>KPI FRAMEWORK – KEY PERFORMANCE INDICATORS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KPI 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Health Check Timeliness &amp; Coverage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56032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% of health checks consolidated and shared within TAT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8346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KPI 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 Automation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56032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Creating Health Check list in SharePoint — No. of manual steps eliminated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KPI 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Learning &amp; Operational Excellence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56032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Learning of KHMS and continuous operational excellence</a:t>
            </a:r>
            <a:endParaRPr lang="en-US"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KPI 1  ·  Health Check Timeliness &amp; Coverage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1. HC Scores Tracking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Monitored and consolidated health check (HC) scores for the team on a monthly basis, ensuring all entries are accurate and submitted within the TAT (Turnaround Time).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2. Monthly HC Score Reminder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</a:rPr>
              <a:t>Sent timely reminder emails to the stakeholders  to prompt completion of March 2026 health checks, ensuring reporting stayed current.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3. Monthly Avg HC Scores Visualization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</a:rPr>
              <a:t>Built a visual representation of monthly average HC scores that help quickly identify trends and coverage gaps across the team.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KPI 2  ·  SharePoint Automation &amp; Manual Step Elimination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9728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1. SharePoint Health Check List Creation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Created a structured Health Check list in SharePoint to centralise data collection, replacing scattered inputs with a single source of truth and eliminating multiple manual steps.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109728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2. Worker Mail Mapping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</a:rPr>
              <a:t>Mapped worker email IDs reducing without manual lookups with use of </a:t>
            </a:r>
            <a:r>
              <a:rPr lang="en-US" sz="1100" err="1">
                <a:solidFill>
                  <a:srgbClr val="64748B"/>
                </a:solidFill>
              </a:rPr>
              <a:t>microsoft</a:t>
            </a:r>
            <a:r>
              <a:rPr lang="en-US" sz="1100">
                <a:solidFill>
                  <a:srgbClr val="64748B"/>
                </a:solidFill>
              </a:rPr>
              <a:t> </a:t>
            </a:r>
            <a:r>
              <a:rPr lang="en-US" sz="1100" err="1">
                <a:solidFill>
                  <a:srgbClr val="64748B"/>
                </a:solidFill>
              </a:rPr>
              <a:t>entra</a:t>
            </a:r>
            <a:r>
              <a:rPr lang="en-US" sz="1100">
                <a:solidFill>
                  <a:srgbClr val="64748B"/>
                </a:solidFill>
              </a:rPr>
              <a:t> ID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09728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7955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E293B"/>
                </a:solidFill>
              </a:rPr>
              <a:t>3. SharePoint, Power BI, Power APP Courses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Completed courses on SharePoint and Power BI to strengthen automation capabilities, directly enabling improved list management and data visualisation workflows.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KPI 3  ·  Learning of KHMS &amp; Operational Excellence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1. Mavim Course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Completed the Mavim course to understand process mapping and governance tools used for business process management, directly supporting KHMS operational workflows.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2. Mavim STP Hierarchy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</a:rPr>
              <a:t>Studied and mapped the Mavim STP (Source to Pay) hierarchy to understand how </a:t>
            </a:r>
            <a:r>
              <a:rPr lang="en-US" sz="1100" err="1">
                <a:solidFill>
                  <a:srgbClr val="64748B"/>
                </a:solidFill>
              </a:rPr>
              <a:t>organisational</a:t>
            </a:r>
            <a:r>
              <a:rPr lang="en-US" sz="1100">
                <a:solidFill>
                  <a:srgbClr val="64748B"/>
                </a:solidFill>
              </a:rPr>
              <a:t> processes are structured, enabling better operational alignment.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3. KHMS Learning Progress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Pursued focused learning on KHMS (Kraft Heinz Management System) tools and workflows to build hands-on proficiency and contribute effectively to team operational tasks.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CCFBF1"/>
                </a:solidFill>
              </a:rPr>
              <a:t>MONTHLY SUMMARY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What I Delivered This Month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05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KPI 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1FAE5"/>
                </a:solidFill>
              </a:rPr>
              <a:t>HC score tracking, monthly reminders, avg score visualisation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00584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KPI 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508760" y="2697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1FAE5"/>
                </a:solidFill>
              </a:rPr>
              <a:t>SharePoint HC list, worker mail mapping, Power BI &amp; SharePoint training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10058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KPI 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508760" y="36576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1FAE5"/>
                </a:solidFill>
              </a:rPr>
              <a:t>Mavim course, Mavim STP hierarchy, KHMS learning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CCFBF1"/>
                </a:solidFill>
              </a:rPr>
              <a:t>Total Tasks Completed: 9  |  KPIs Covered: 3 / 3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On-screen Show (16:9)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Review – March 2026</dc:title>
  <dc:subject>PptxGenJS Presentation</dc:subject>
  <dc:creator>PptxGenJS</dc:creator>
  <cp:lastModifiedBy>Trivedi, Vedang</cp:lastModifiedBy>
  <cp:revision>2</cp:revision>
  <dcterms:created xsi:type="dcterms:W3CDTF">2026-04-03T07:12:01Z</dcterms:created>
  <dcterms:modified xsi:type="dcterms:W3CDTF">2026-04-03T09:21:59Z</dcterms:modified>
</cp:coreProperties>
</file>