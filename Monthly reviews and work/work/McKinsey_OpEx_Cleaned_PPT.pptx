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FF74ED-E7B4-4348-9D65-27051A72605F}" v="7" dt="2026-02-17T06:43:00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176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vedi, Vedang" userId="d7ee25a5-f45d-4198-8364-7be52932307b" providerId="ADAL" clId="{A618D050-3FB8-4B5C-A91B-031587FF3BCF}"/>
    <pc:docChg chg="custSel addSld delSld modSld">
      <pc:chgData name="Trivedi, Vedang" userId="d7ee25a5-f45d-4198-8364-7be52932307b" providerId="ADAL" clId="{A618D050-3FB8-4B5C-A91B-031587FF3BCF}" dt="2026-02-17T06:42:46.925" v="44" actId="27636"/>
      <pc:docMkLst>
        <pc:docMk/>
      </pc:docMkLst>
      <pc:sldChg chg="modSp">
        <pc:chgData name="Trivedi, Vedang" userId="d7ee25a5-f45d-4198-8364-7be52932307b" providerId="ADAL" clId="{A618D050-3FB8-4B5C-A91B-031587FF3BCF}" dt="2026-02-17T06:42:46.673" v="33"/>
        <pc:sldMkLst>
          <pc:docMk/>
          <pc:sldMk cId="164696719" sldId="257"/>
        </pc:sldMkLst>
        <pc:spChg chg="mod">
          <ac:chgData name="Trivedi, Vedang" userId="d7ee25a5-f45d-4198-8364-7be52932307b" providerId="ADAL" clId="{A618D050-3FB8-4B5C-A91B-031587FF3BCF}" dt="2026-02-17T06:42:46.673" v="33"/>
          <ac:spMkLst>
            <pc:docMk/>
            <pc:sldMk cId="164696719" sldId="257"/>
            <ac:spMk id="3" creationId="{3C576552-1821-0B9D-ECF0-71633ED2BC3F}"/>
          </ac:spMkLst>
        </pc:spChg>
      </pc:sldChg>
      <pc:sldChg chg="modSp">
        <pc:chgData name="Trivedi, Vedang" userId="d7ee25a5-f45d-4198-8364-7be52932307b" providerId="ADAL" clId="{A618D050-3FB8-4B5C-A91B-031587FF3BCF}" dt="2026-02-17T06:42:46.673" v="33"/>
        <pc:sldMkLst>
          <pc:docMk/>
          <pc:sldMk cId="1954245111" sldId="258"/>
        </pc:sldMkLst>
        <pc:spChg chg="mod">
          <ac:chgData name="Trivedi, Vedang" userId="d7ee25a5-f45d-4198-8364-7be52932307b" providerId="ADAL" clId="{A618D050-3FB8-4B5C-A91B-031587FF3BCF}" dt="2026-02-17T06:42:46.673" v="33"/>
          <ac:spMkLst>
            <pc:docMk/>
            <pc:sldMk cId="1954245111" sldId="258"/>
            <ac:spMk id="2" creationId="{B5091E04-D7B6-38E8-2810-A8C2AFC41C30}"/>
          </ac:spMkLst>
        </pc:spChg>
        <pc:spChg chg="mod">
          <ac:chgData name="Trivedi, Vedang" userId="d7ee25a5-f45d-4198-8364-7be52932307b" providerId="ADAL" clId="{A618D050-3FB8-4B5C-A91B-031587FF3BCF}" dt="2026-02-17T06:42:46.673" v="33"/>
          <ac:spMkLst>
            <pc:docMk/>
            <pc:sldMk cId="1954245111" sldId="258"/>
            <ac:spMk id="3" creationId="{D31D9BD8-BA1C-7A98-E484-8EFC18A2F26B}"/>
          </ac:spMkLst>
        </pc:spChg>
      </pc:sldChg>
      <pc:sldChg chg="modSp">
        <pc:chgData name="Trivedi, Vedang" userId="d7ee25a5-f45d-4198-8364-7be52932307b" providerId="ADAL" clId="{A618D050-3FB8-4B5C-A91B-031587FF3BCF}" dt="2026-02-17T06:42:46.673" v="33"/>
        <pc:sldMkLst>
          <pc:docMk/>
          <pc:sldMk cId="995932537" sldId="259"/>
        </pc:sldMkLst>
        <pc:spChg chg="mod">
          <ac:chgData name="Trivedi, Vedang" userId="d7ee25a5-f45d-4198-8364-7be52932307b" providerId="ADAL" clId="{A618D050-3FB8-4B5C-A91B-031587FF3BCF}" dt="2026-02-17T06:42:46.673" v="33"/>
          <ac:spMkLst>
            <pc:docMk/>
            <pc:sldMk cId="995932537" sldId="259"/>
            <ac:spMk id="2" creationId="{7FEB3CDA-BF74-A5B1-5164-B1BE7FF619FF}"/>
          </ac:spMkLst>
        </pc:spChg>
        <pc:spChg chg="mod">
          <ac:chgData name="Trivedi, Vedang" userId="d7ee25a5-f45d-4198-8364-7be52932307b" providerId="ADAL" clId="{A618D050-3FB8-4B5C-A91B-031587FF3BCF}" dt="2026-02-17T06:42:46.673" v="33"/>
          <ac:spMkLst>
            <pc:docMk/>
            <pc:sldMk cId="995932537" sldId="259"/>
            <ac:spMk id="3" creationId="{208B66D9-B707-4877-F71B-7345A677EC55}"/>
          </ac:spMkLst>
        </pc:spChg>
      </pc:sldChg>
      <pc:sldChg chg="modSp mod">
        <pc:chgData name="Trivedi, Vedang" userId="d7ee25a5-f45d-4198-8364-7be52932307b" providerId="ADAL" clId="{A618D050-3FB8-4B5C-A91B-031587FF3BCF}" dt="2026-02-17T06:42:46.799" v="34" actId="27636"/>
        <pc:sldMkLst>
          <pc:docMk/>
          <pc:sldMk cId="546029826" sldId="260"/>
        </pc:sldMkLst>
        <pc:spChg chg="mod">
          <ac:chgData name="Trivedi, Vedang" userId="d7ee25a5-f45d-4198-8364-7be52932307b" providerId="ADAL" clId="{A618D050-3FB8-4B5C-A91B-031587FF3BCF}" dt="2026-02-17T06:42:46.673" v="33"/>
          <ac:spMkLst>
            <pc:docMk/>
            <pc:sldMk cId="546029826" sldId="260"/>
            <ac:spMk id="2" creationId="{CC5182B8-F183-E69A-74F1-10071EBF000F}"/>
          </ac:spMkLst>
        </pc:spChg>
        <pc:spChg chg="mod">
          <ac:chgData name="Trivedi, Vedang" userId="d7ee25a5-f45d-4198-8364-7be52932307b" providerId="ADAL" clId="{A618D050-3FB8-4B5C-A91B-031587FF3BCF}" dt="2026-02-17T06:42:46.799" v="34" actId="27636"/>
          <ac:spMkLst>
            <pc:docMk/>
            <pc:sldMk cId="546029826" sldId="260"/>
            <ac:spMk id="3" creationId="{A950AA59-BFE9-E629-FB31-E09DD048387A}"/>
          </ac:spMkLst>
        </pc:spChg>
      </pc:sldChg>
      <pc:sldChg chg="modSp mod">
        <pc:chgData name="Trivedi, Vedang" userId="d7ee25a5-f45d-4198-8364-7be52932307b" providerId="ADAL" clId="{A618D050-3FB8-4B5C-A91B-031587FF3BCF}" dt="2026-02-17T06:42:46.830" v="35" actId="27636"/>
        <pc:sldMkLst>
          <pc:docMk/>
          <pc:sldMk cId="541037172" sldId="261"/>
        </pc:sldMkLst>
        <pc:spChg chg="mod">
          <ac:chgData name="Trivedi, Vedang" userId="d7ee25a5-f45d-4198-8364-7be52932307b" providerId="ADAL" clId="{A618D050-3FB8-4B5C-A91B-031587FF3BCF}" dt="2026-02-17T06:42:46.673" v="33"/>
          <ac:spMkLst>
            <pc:docMk/>
            <pc:sldMk cId="541037172" sldId="261"/>
            <ac:spMk id="2" creationId="{08B05E4E-5D8C-9CCA-D588-375935674414}"/>
          </ac:spMkLst>
        </pc:spChg>
        <pc:spChg chg="mod">
          <ac:chgData name="Trivedi, Vedang" userId="d7ee25a5-f45d-4198-8364-7be52932307b" providerId="ADAL" clId="{A618D050-3FB8-4B5C-A91B-031587FF3BCF}" dt="2026-02-17T06:42:46.830" v="35" actId="27636"/>
          <ac:spMkLst>
            <pc:docMk/>
            <pc:sldMk cId="541037172" sldId="261"/>
            <ac:spMk id="3" creationId="{F9A0A374-F6EE-2B08-2F38-64C70B6575B8}"/>
          </ac:spMkLst>
        </pc:spChg>
      </pc:sldChg>
      <pc:sldChg chg="modSp mod">
        <pc:chgData name="Trivedi, Vedang" userId="d7ee25a5-f45d-4198-8364-7be52932307b" providerId="ADAL" clId="{A618D050-3FB8-4B5C-A91B-031587FF3BCF}" dt="2026-02-17T06:42:46.846" v="36" actId="27636"/>
        <pc:sldMkLst>
          <pc:docMk/>
          <pc:sldMk cId="4203002847" sldId="262"/>
        </pc:sldMkLst>
        <pc:spChg chg="mod">
          <ac:chgData name="Trivedi, Vedang" userId="d7ee25a5-f45d-4198-8364-7be52932307b" providerId="ADAL" clId="{A618D050-3FB8-4B5C-A91B-031587FF3BCF}" dt="2026-02-17T06:42:46.673" v="33"/>
          <ac:spMkLst>
            <pc:docMk/>
            <pc:sldMk cId="4203002847" sldId="262"/>
            <ac:spMk id="2" creationId="{3893D7DA-79D5-2141-3676-6290B01CE328}"/>
          </ac:spMkLst>
        </pc:spChg>
        <pc:spChg chg="mod">
          <ac:chgData name="Trivedi, Vedang" userId="d7ee25a5-f45d-4198-8364-7be52932307b" providerId="ADAL" clId="{A618D050-3FB8-4B5C-A91B-031587FF3BCF}" dt="2026-02-17T06:42:46.846" v="36" actId="27636"/>
          <ac:spMkLst>
            <pc:docMk/>
            <pc:sldMk cId="4203002847" sldId="262"/>
            <ac:spMk id="3" creationId="{55055F5D-AB04-7F0D-B99E-B7D28E1036C7}"/>
          </ac:spMkLst>
        </pc:spChg>
      </pc:sldChg>
      <pc:sldChg chg="modSp">
        <pc:chgData name="Trivedi, Vedang" userId="d7ee25a5-f45d-4198-8364-7be52932307b" providerId="ADAL" clId="{A618D050-3FB8-4B5C-A91B-031587FF3BCF}" dt="2026-02-17T06:42:46.673" v="33"/>
        <pc:sldMkLst>
          <pc:docMk/>
          <pc:sldMk cId="647179528" sldId="263"/>
        </pc:sldMkLst>
        <pc:spChg chg="mod">
          <ac:chgData name="Trivedi, Vedang" userId="d7ee25a5-f45d-4198-8364-7be52932307b" providerId="ADAL" clId="{A618D050-3FB8-4B5C-A91B-031587FF3BCF}" dt="2026-02-17T06:42:46.673" v="33"/>
          <ac:spMkLst>
            <pc:docMk/>
            <pc:sldMk cId="647179528" sldId="263"/>
            <ac:spMk id="2" creationId="{1B2DCCF1-48CE-18AF-6062-B444E9096C9C}"/>
          </ac:spMkLst>
        </pc:spChg>
        <pc:graphicFrameChg chg="mod">
          <ac:chgData name="Trivedi, Vedang" userId="d7ee25a5-f45d-4198-8364-7be52932307b" providerId="ADAL" clId="{A618D050-3FB8-4B5C-A91B-031587FF3BCF}" dt="2026-02-17T06:42:46.673" v="33"/>
          <ac:graphicFrameMkLst>
            <pc:docMk/>
            <pc:sldMk cId="647179528" sldId="263"/>
            <ac:graphicFrameMk id="4" creationId="{DF4272EB-AB92-F0F1-D02C-AB042D53199F}"/>
          </ac:graphicFrameMkLst>
        </pc:graphicFrameChg>
      </pc:sldChg>
      <pc:sldChg chg="modSp mod">
        <pc:chgData name="Trivedi, Vedang" userId="d7ee25a5-f45d-4198-8364-7be52932307b" providerId="ADAL" clId="{A618D050-3FB8-4B5C-A91B-031587FF3BCF}" dt="2026-02-17T06:42:46.878" v="39" actId="27636"/>
        <pc:sldMkLst>
          <pc:docMk/>
          <pc:sldMk cId="3520359503" sldId="264"/>
        </pc:sldMkLst>
        <pc:spChg chg="mod">
          <ac:chgData name="Trivedi, Vedang" userId="d7ee25a5-f45d-4198-8364-7be52932307b" providerId="ADAL" clId="{A618D050-3FB8-4B5C-A91B-031587FF3BCF}" dt="2026-02-17T06:42:46.878" v="38" actId="27636"/>
          <ac:spMkLst>
            <pc:docMk/>
            <pc:sldMk cId="3520359503" sldId="264"/>
            <ac:spMk id="5" creationId="{9FAC5C11-5D3B-E64E-D4B2-80F4EF4C7D13}"/>
          </ac:spMkLst>
        </pc:spChg>
        <pc:spChg chg="mod">
          <ac:chgData name="Trivedi, Vedang" userId="d7ee25a5-f45d-4198-8364-7be52932307b" providerId="ADAL" clId="{A618D050-3FB8-4B5C-A91B-031587FF3BCF}" dt="2026-02-17T06:42:46.878" v="39" actId="27636"/>
          <ac:spMkLst>
            <pc:docMk/>
            <pc:sldMk cId="3520359503" sldId="264"/>
            <ac:spMk id="6" creationId="{D0C4B57F-449B-A9E8-D51F-FC5468807E6B}"/>
          </ac:spMkLst>
        </pc:spChg>
      </pc:sldChg>
      <pc:sldChg chg="modSp">
        <pc:chgData name="Trivedi, Vedang" userId="d7ee25a5-f45d-4198-8364-7be52932307b" providerId="ADAL" clId="{A618D050-3FB8-4B5C-A91B-031587FF3BCF}" dt="2026-02-17T06:42:46.673" v="33"/>
        <pc:sldMkLst>
          <pc:docMk/>
          <pc:sldMk cId="2767015111" sldId="265"/>
        </pc:sldMkLst>
        <pc:spChg chg="mod">
          <ac:chgData name="Trivedi, Vedang" userId="d7ee25a5-f45d-4198-8364-7be52932307b" providerId="ADAL" clId="{A618D050-3FB8-4B5C-A91B-031587FF3BCF}" dt="2026-02-17T06:42:46.673" v="33"/>
          <ac:spMkLst>
            <pc:docMk/>
            <pc:sldMk cId="2767015111" sldId="265"/>
            <ac:spMk id="5" creationId="{C3BF14A2-CCDD-7119-4491-D0ABE48BE46B}"/>
          </ac:spMkLst>
        </pc:spChg>
      </pc:sldChg>
      <pc:sldChg chg="modSp mod">
        <pc:chgData name="Trivedi, Vedang" userId="d7ee25a5-f45d-4198-8364-7be52932307b" providerId="ADAL" clId="{A618D050-3FB8-4B5C-A91B-031587FF3BCF}" dt="2026-02-17T06:42:46.888" v="40" actId="27636"/>
        <pc:sldMkLst>
          <pc:docMk/>
          <pc:sldMk cId="109215739" sldId="266"/>
        </pc:sldMkLst>
        <pc:spChg chg="mod">
          <ac:chgData name="Trivedi, Vedang" userId="d7ee25a5-f45d-4198-8364-7be52932307b" providerId="ADAL" clId="{A618D050-3FB8-4B5C-A91B-031587FF3BCF}" dt="2026-02-17T06:42:46.673" v="33"/>
          <ac:spMkLst>
            <pc:docMk/>
            <pc:sldMk cId="109215739" sldId="266"/>
            <ac:spMk id="2" creationId="{847B9578-44F1-483C-2F7A-1E0DB77CD90C}"/>
          </ac:spMkLst>
        </pc:spChg>
        <pc:spChg chg="mod">
          <ac:chgData name="Trivedi, Vedang" userId="d7ee25a5-f45d-4198-8364-7be52932307b" providerId="ADAL" clId="{A618D050-3FB8-4B5C-A91B-031587FF3BCF}" dt="2026-02-17T06:42:46.888" v="40" actId="27636"/>
          <ac:spMkLst>
            <pc:docMk/>
            <pc:sldMk cId="109215739" sldId="266"/>
            <ac:spMk id="3" creationId="{DB9FBDC5-1934-7A6E-7441-F43522C3FF7C}"/>
          </ac:spMkLst>
        </pc:spChg>
      </pc:sldChg>
      <pc:sldChg chg="addSp delSp modSp new mod">
        <pc:chgData name="Trivedi, Vedang" userId="d7ee25a5-f45d-4198-8364-7be52932307b" providerId="ADAL" clId="{A618D050-3FB8-4B5C-A91B-031587FF3BCF}" dt="2026-02-16T14:11:34.229" v="14" actId="14100"/>
        <pc:sldMkLst>
          <pc:docMk/>
          <pc:sldMk cId="2937656747" sldId="267"/>
        </pc:sldMkLst>
        <pc:spChg chg="del">
          <ac:chgData name="Trivedi, Vedang" userId="d7ee25a5-f45d-4198-8364-7be52932307b" providerId="ADAL" clId="{A618D050-3FB8-4B5C-A91B-031587FF3BCF}" dt="2026-02-16T14:10:52.145" v="2" actId="478"/>
          <ac:spMkLst>
            <pc:docMk/>
            <pc:sldMk cId="2937656747" sldId="267"/>
            <ac:spMk id="2" creationId="{56331E7E-DCEB-F1C2-04AD-252DA9EE2791}"/>
          </ac:spMkLst>
        </pc:spChg>
        <pc:spChg chg="del">
          <ac:chgData name="Trivedi, Vedang" userId="d7ee25a5-f45d-4198-8364-7be52932307b" providerId="ADAL" clId="{A618D050-3FB8-4B5C-A91B-031587FF3BCF}" dt="2026-02-16T14:10:49.371" v="1" actId="22"/>
          <ac:spMkLst>
            <pc:docMk/>
            <pc:sldMk cId="2937656747" sldId="267"/>
            <ac:spMk id="3" creationId="{3D7AEE3A-FBD3-B32D-FA08-C2596A20078E}"/>
          </ac:spMkLst>
        </pc:spChg>
        <pc:picChg chg="add mod ord">
          <ac:chgData name="Trivedi, Vedang" userId="d7ee25a5-f45d-4198-8364-7be52932307b" providerId="ADAL" clId="{A618D050-3FB8-4B5C-A91B-031587FF3BCF}" dt="2026-02-16T14:11:11.572" v="5" actId="1076"/>
          <ac:picMkLst>
            <pc:docMk/>
            <pc:sldMk cId="2937656747" sldId="267"/>
            <ac:picMk id="5" creationId="{CC086EA0-1193-10B5-9732-485DA3E88F83}"/>
          </ac:picMkLst>
        </pc:picChg>
        <pc:picChg chg="add mod">
          <ac:chgData name="Trivedi, Vedang" userId="d7ee25a5-f45d-4198-8364-7be52932307b" providerId="ADAL" clId="{A618D050-3FB8-4B5C-A91B-031587FF3BCF}" dt="2026-02-16T14:11:34.229" v="14" actId="14100"/>
          <ac:picMkLst>
            <pc:docMk/>
            <pc:sldMk cId="2937656747" sldId="267"/>
            <ac:picMk id="7" creationId="{163F5A77-0032-8EC8-BC6B-2BAA54358D57}"/>
          </ac:picMkLst>
        </pc:picChg>
      </pc:sldChg>
      <pc:sldChg chg="addSp delSp modSp new mod">
        <pc:chgData name="Trivedi, Vedang" userId="d7ee25a5-f45d-4198-8364-7be52932307b" providerId="ADAL" clId="{A618D050-3FB8-4B5C-A91B-031587FF3BCF}" dt="2026-02-17T06:42:46.894" v="41" actId="27636"/>
        <pc:sldMkLst>
          <pc:docMk/>
          <pc:sldMk cId="3684391231" sldId="268"/>
        </pc:sldMkLst>
        <pc:spChg chg="mod">
          <ac:chgData name="Trivedi, Vedang" userId="d7ee25a5-f45d-4198-8364-7be52932307b" providerId="ADAL" clId="{A618D050-3FB8-4B5C-A91B-031587FF3BCF}" dt="2026-02-17T06:42:46.673" v="33"/>
          <ac:spMkLst>
            <pc:docMk/>
            <pc:sldMk cId="3684391231" sldId="268"/>
            <ac:spMk id="2" creationId="{063A48DD-B0AB-0111-0CC8-D7A0FEA0C104}"/>
          </ac:spMkLst>
        </pc:spChg>
        <pc:spChg chg="del">
          <ac:chgData name="Trivedi, Vedang" userId="d7ee25a5-f45d-4198-8364-7be52932307b" providerId="ADAL" clId="{A618D050-3FB8-4B5C-A91B-031587FF3BCF}" dt="2026-02-16T14:12:04.576" v="16"/>
          <ac:spMkLst>
            <pc:docMk/>
            <pc:sldMk cId="3684391231" sldId="268"/>
            <ac:spMk id="3" creationId="{C0E05663-E2DB-AB3B-FC85-DF0A8542B057}"/>
          </ac:spMkLst>
        </pc:spChg>
        <pc:spChg chg="add mod">
          <ac:chgData name="Trivedi, Vedang" userId="d7ee25a5-f45d-4198-8364-7be52932307b" providerId="ADAL" clId="{A618D050-3FB8-4B5C-A91B-031587FF3BCF}" dt="2026-02-17T06:42:46.894" v="41" actId="27636"/>
          <ac:spMkLst>
            <pc:docMk/>
            <pc:sldMk cId="3684391231" sldId="268"/>
            <ac:spMk id="6" creationId="{6BCD4B94-752D-123B-9503-E088DAA3C2A8}"/>
          </ac:spMkLst>
        </pc:spChg>
        <pc:graphicFrameChg chg="add del mod modGraphic">
          <ac:chgData name="Trivedi, Vedang" userId="d7ee25a5-f45d-4198-8364-7be52932307b" providerId="ADAL" clId="{A618D050-3FB8-4B5C-A91B-031587FF3BCF}" dt="2026-02-16T14:12:28.754" v="22" actId="478"/>
          <ac:graphicFrameMkLst>
            <pc:docMk/>
            <pc:sldMk cId="3684391231" sldId="268"/>
            <ac:graphicFrameMk id="4" creationId="{232842FE-50C2-0F5A-A747-A5C9B45D27DD}"/>
          </ac:graphicFrameMkLst>
        </pc:graphicFrameChg>
      </pc:sldChg>
      <pc:sldChg chg="new del">
        <pc:chgData name="Trivedi, Vedang" userId="d7ee25a5-f45d-4198-8364-7be52932307b" providerId="ADAL" clId="{A618D050-3FB8-4B5C-A91B-031587FF3BCF}" dt="2026-02-17T06:30:33.897" v="32" actId="47"/>
        <pc:sldMkLst>
          <pc:docMk/>
          <pc:sldMk cId="1115598152" sldId="269"/>
        </pc:sldMkLst>
      </pc:sldChg>
      <pc:sldChg chg="modSp add mod">
        <pc:chgData name="Trivedi, Vedang" userId="d7ee25a5-f45d-4198-8364-7be52932307b" providerId="ADAL" clId="{A618D050-3FB8-4B5C-A91B-031587FF3BCF}" dt="2026-02-17T06:42:46.925" v="44" actId="27636"/>
        <pc:sldMkLst>
          <pc:docMk/>
          <pc:sldMk cId="415232693" sldId="270"/>
        </pc:sldMkLst>
        <pc:spChg chg="mod">
          <ac:chgData name="Trivedi, Vedang" userId="d7ee25a5-f45d-4198-8364-7be52932307b" providerId="ADAL" clId="{A618D050-3FB8-4B5C-A91B-031587FF3BCF}" dt="2026-02-17T06:42:46.673" v="33"/>
          <ac:spMkLst>
            <pc:docMk/>
            <pc:sldMk cId="415232693" sldId="270"/>
            <ac:spMk id="4" creationId="{3206A22E-BF3B-763F-227B-30BFFC956F97}"/>
          </ac:spMkLst>
        </pc:spChg>
        <pc:spChg chg="mod">
          <ac:chgData name="Trivedi, Vedang" userId="d7ee25a5-f45d-4198-8364-7be52932307b" providerId="ADAL" clId="{A618D050-3FB8-4B5C-A91B-031587FF3BCF}" dt="2026-02-17T06:42:46.925" v="44" actId="27636"/>
          <ac:spMkLst>
            <pc:docMk/>
            <pc:sldMk cId="415232693" sldId="270"/>
            <ac:spMk id="6" creationId="{363B6EC5-5FF9-FDE6-BC48-433BB0112417}"/>
          </ac:spMkLst>
        </pc:spChg>
        <pc:spChg chg="mod">
          <ac:chgData name="Trivedi, Vedang" userId="d7ee25a5-f45d-4198-8364-7be52932307b" providerId="ADAL" clId="{A618D050-3FB8-4B5C-A91B-031587FF3BCF}" dt="2026-02-17T06:42:46.925" v="43" actId="27636"/>
          <ac:spMkLst>
            <pc:docMk/>
            <pc:sldMk cId="415232693" sldId="270"/>
            <ac:spMk id="9" creationId="{3C2A2ED5-1B91-AB93-C073-184558389047}"/>
          </ac:spMkLst>
        </pc:spChg>
      </pc:sldChg>
      <pc:sldChg chg="add setBg">
        <pc:chgData name="Trivedi, Vedang" userId="d7ee25a5-f45d-4198-8364-7be52932307b" providerId="ADAL" clId="{A618D050-3FB8-4B5C-A91B-031587FF3BCF}" dt="2026-02-17T06:30:31.052" v="31"/>
        <pc:sldMkLst>
          <pc:docMk/>
          <pc:sldMk cId="1250774160" sldId="271"/>
        </pc:sldMkLst>
      </pc:sldChg>
      <pc:sldChg chg="add">
        <pc:chgData name="Trivedi, Vedang" userId="d7ee25a5-f45d-4198-8364-7be52932307b" providerId="ADAL" clId="{A618D050-3FB8-4B5C-A91B-031587FF3BCF}" dt="2026-02-17T06:30:31.052" v="31"/>
        <pc:sldMkLst>
          <pc:docMk/>
          <pc:sldMk cId="2619683221" sldId="272"/>
        </pc:sldMkLst>
      </pc:sldChg>
      <pc:sldChg chg="add">
        <pc:chgData name="Trivedi, Vedang" userId="d7ee25a5-f45d-4198-8364-7be52932307b" providerId="ADAL" clId="{A618D050-3FB8-4B5C-A91B-031587FF3BCF}" dt="2026-02-17T06:30:31.052" v="31"/>
        <pc:sldMkLst>
          <pc:docMk/>
          <pc:sldMk cId="73757758" sldId="27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51EBF5-6BA4-479B-A8A8-67B6CA112E8D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194ACEC-F382-4DDE-9E02-A6C4BF6CB170}">
      <dgm:prSet phldrT="[Text]"/>
      <dgm:spPr/>
      <dgm:t>
        <a:bodyPr/>
        <a:lstStyle/>
        <a:p>
          <a:pPr>
            <a:buNone/>
          </a:pPr>
          <a:r>
            <a:rPr lang="en-IN" b="1"/>
            <a:t>A. Foundation</a:t>
          </a:r>
          <a:endParaRPr lang="en-IN"/>
        </a:p>
      </dgm:t>
    </dgm:pt>
    <dgm:pt modelId="{A2DDE10D-92D1-4E85-95EF-EF5F0D912F0B}" type="parTrans" cxnId="{6775FCF7-4C0E-46BC-93F4-C209759A8596}">
      <dgm:prSet/>
      <dgm:spPr/>
      <dgm:t>
        <a:bodyPr/>
        <a:lstStyle/>
        <a:p>
          <a:endParaRPr lang="en-IN"/>
        </a:p>
      </dgm:t>
    </dgm:pt>
    <dgm:pt modelId="{E10C8B54-2905-4526-B484-8E4D2884597B}" type="sibTrans" cxnId="{6775FCF7-4C0E-46BC-93F4-C209759A8596}">
      <dgm:prSet/>
      <dgm:spPr/>
      <dgm:t>
        <a:bodyPr/>
        <a:lstStyle/>
        <a:p>
          <a:endParaRPr lang="en-IN"/>
        </a:p>
      </dgm:t>
    </dgm:pt>
    <dgm:pt modelId="{A4AB7026-165A-4671-AC5B-47FF474554B0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Culture of continuous improvement</a:t>
          </a:r>
        </a:p>
      </dgm:t>
    </dgm:pt>
    <dgm:pt modelId="{17EF261E-7E86-47A9-912A-D63280ED25BB}" type="parTrans" cxnId="{CB0EAE97-7897-4B69-A5FD-1B30B26A35EB}">
      <dgm:prSet/>
      <dgm:spPr/>
      <dgm:t>
        <a:bodyPr/>
        <a:lstStyle/>
        <a:p>
          <a:endParaRPr lang="en-IN"/>
        </a:p>
      </dgm:t>
    </dgm:pt>
    <dgm:pt modelId="{80600FBD-5EB4-4601-B57E-DD6602DA79CE}" type="sibTrans" cxnId="{CB0EAE97-7897-4B69-A5FD-1B30B26A35EB}">
      <dgm:prSet/>
      <dgm:spPr/>
      <dgm:t>
        <a:bodyPr/>
        <a:lstStyle/>
        <a:p>
          <a:endParaRPr lang="en-IN"/>
        </a:p>
      </dgm:t>
    </dgm:pt>
    <dgm:pt modelId="{E8C84BA8-CAAA-40EE-983D-CFE3AA295E84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Leaders driving accountability &amp; innovation</a:t>
          </a:r>
        </a:p>
      </dgm:t>
    </dgm:pt>
    <dgm:pt modelId="{14C6D27F-6167-4C3C-A762-4615FFE92A6B}" type="parTrans" cxnId="{C41F2CF5-AD43-43D2-8F28-37905F66190C}">
      <dgm:prSet/>
      <dgm:spPr/>
      <dgm:t>
        <a:bodyPr/>
        <a:lstStyle/>
        <a:p>
          <a:endParaRPr lang="en-IN"/>
        </a:p>
      </dgm:t>
    </dgm:pt>
    <dgm:pt modelId="{F4988F6D-7696-4447-8BB4-8DFDAF45938F}" type="sibTrans" cxnId="{C41F2CF5-AD43-43D2-8F28-37905F66190C}">
      <dgm:prSet/>
      <dgm:spPr/>
      <dgm:t>
        <a:bodyPr/>
        <a:lstStyle/>
        <a:p>
          <a:endParaRPr lang="en-IN"/>
        </a:p>
      </dgm:t>
    </dgm:pt>
    <dgm:pt modelId="{72AD1FDC-5E40-431A-94E7-7D39CDF058AC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Strategic alignment (Hoshin-style)</a:t>
          </a:r>
        </a:p>
      </dgm:t>
    </dgm:pt>
    <dgm:pt modelId="{074B410D-01D7-47EA-B331-A87B6D0B2663}" type="parTrans" cxnId="{58A03110-97FE-4993-9E9B-4F4DDFC28B02}">
      <dgm:prSet/>
      <dgm:spPr/>
      <dgm:t>
        <a:bodyPr/>
        <a:lstStyle/>
        <a:p>
          <a:endParaRPr lang="en-IN"/>
        </a:p>
      </dgm:t>
    </dgm:pt>
    <dgm:pt modelId="{554BA977-E1CF-459B-8E82-E3E2403EFB24}" type="sibTrans" cxnId="{58A03110-97FE-4993-9E9B-4F4DDFC28B02}">
      <dgm:prSet/>
      <dgm:spPr/>
      <dgm:t>
        <a:bodyPr/>
        <a:lstStyle/>
        <a:p>
          <a:endParaRPr lang="en-IN"/>
        </a:p>
      </dgm:t>
    </dgm:pt>
    <dgm:pt modelId="{E7D541B0-39BF-452F-9D1D-212B91AB9CB2}">
      <dgm:prSet/>
      <dgm:spPr/>
      <dgm:t>
        <a:bodyPr/>
        <a:lstStyle/>
        <a:p>
          <a:pPr>
            <a:buNone/>
          </a:pPr>
          <a:r>
            <a:rPr lang="en-IN" b="1"/>
            <a:t>B. Strategic Alignment</a:t>
          </a:r>
          <a:endParaRPr lang="en-IN"/>
        </a:p>
      </dgm:t>
    </dgm:pt>
    <dgm:pt modelId="{D25BD4EA-0BE1-4FA3-8F11-827343E5DE6C}" type="parTrans" cxnId="{051898D3-7A13-461D-9103-D5BB75E2C185}">
      <dgm:prSet/>
      <dgm:spPr/>
      <dgm:t>
        <a:bodyPr/>
        <a:lstStyle/>
        <a:p>
          <a:endParaRPr lang="en-IN"/>
        </a:p>
      </dgm:t>
    </dgm:pt>
    <dgm:pt modelId="{F0C94CF9-0ECD-43FC-8418-E9922642CEE6}" type="sibTrans" cxnId="{051898D3-7A13-461D-9103-D5BB75E2C185}">
      <dgm:prSet/>
      <dgm:spPr/>
      <dgm:t>
        <a:bodyPr/>
        <a:lstStyle/>
        <a:p>
          <a:endParaRPr lang="en-IN"/>
        </a:p>
      </dgm:t>
    </dgm:pt>
    <dgm:pt modelId="{C3CCFA98-94F4-4680-994B-294E51D96A1C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SMART goal setting</a:t>
          </a:r>
        </a:p>
      </dgm:t>
    </dgm:pt>
    <dgm:pt modelId="{A2DB9B31-B599-4645-B7ED-63992BADFCE7}" type="parTrans" cxnId="{DA2C3B3B-BC6F-46E8-8663-10A0B980767E}">
      <dgm:prSet/>
      <dgm:spPr/>
      <dgm:t>
        <a:bodyPr/>
        <a:lstStyle/>
        <a:p>
          <a:endParaRPr lang="en-IN"/>
        </a:p>
      </dgm:t>
    </dgm:pt>
    <dgm:pt modelId="{0D9982A5-3665-4415-A8BD-F0611E0DB11C}" type="sibTrans" cxnId="{DA2C3B3B-BC6F-46E8-8663-10A0B980767E}">
      <dgm:prSet/>
      <dgm:spPr/>
      <dgm:t>
        <a:bodyPr/>
        <a:lstStyle/>
        <a:p>
          <a:endParaRPr lang="en-IN"/>
        </a:p>
      </dgm:t>
    </dgm:pt>
    <dgm:pt modelId="{1F44E76A-8024-4E7D-8A7E-F8EAE1D4456B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Tying operational KPIs to business objectives</a:t>
          </a:r>
        </a:p>
      </dgm:t>
    </dgm:pt>
    <dgm:pt modelId="{4A5D62B6-F81D-4DB5-A876-F06F9164305C}" type="parTrans" cxnId="{F60F21AF-9A92-4DE5-8C47-A26DFBE99A60}">
      <dgm:prSet/>
      <dgm:spPr/>
      <dgm:t>
        <a:bodyPr/>
        <a:lstStyle/>
        <a:p>
          <a:endParaRPr lang="en-IN"/>
        </a:p>
      </dgm:t>
    </dgm:pt>
    <dgm:pt modelId="{E8EBB696-635A-481A-B286-3B42E2EA3B2B}" type="sibTrans" cxnId="{F60F21AF-9A92-4DE5-8C47-A26DFBE99A60}">
      <dgm:prSet/>
      <dgm:spPr/>
      <dgm:t>
        <a:bodyPr/>
        <a:lstStyle/>
        <a:p>
          <a:endParaRPr lang="en-IN"/>
        </a:p>
      </dgm:t>
    </dgm:pt>
    <dgm:pt modelId="{1498E154-C407-4691-AFA3-3FB16E45465B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Regular KPI review &amp; course correction</a:t>
          </a:r>
        </a:p>
      </dgm:t>
    </dgm:pt>
    <dgm:pt modelId="{506D860F-26B3-4184-AFF8-553759CA3C06}" type="parTrans" cxnId="{A431C9D4-CB9B-4A68-B13A-4E6297E4B630}">
      <dgm:prSet/>
      <dgm:spPr/>
      <dgm:t>
        <a:bodyPr/>
        <a:lstStyle/>
        <a:p>
          <a:endParaRPr lang="en-IN"/>
        </a:p>
      </dgm:t>
    </dgm:pt>
    <dgm:pt modelId="{549AB601-6E6D-4EB3-B037-D4D7290425DE}" type="sibTrans" cxnId="{A431C9D4-CB9B-4A68-B13A-4E6297E4B630}">
      <dgm:prSet/>
      <dgm:spPr/>
      <dgm:t>
        <a:bodyPr/>
        <a:lstStyle/>
        <a:p>
          <a:endParaRPr lang="en-IN"/>
        </a:p>
      </dgm:t>
    </dgm:pt>
    <dgm:pt modelId="{EC3D6270-9BEA-47F9-8166-5424FAB60B7F}">
      <dgm:prSet/>
      <dgm:spPr/>
      <dgm:t>
        <a:bodyPr/>
        <a:lstStyle/>
        <a:p>
          <a:pPr>
            <a:buNone/>
          </a:pPr>
          <a:r>
            <a:rPr lang="en-IN" b="1"/>
            <a:t>C. Process Optimization</a:t>
          </a:r>
          <a:endParaRPr lang="en-IN"/>
        </a:p>
      </dgm:t>
    </dgm:pt>
    <dgm:pt modelId="{22697F67-FBA5-470E-84DB-3AE55ECC2D54}" type="parTrans" cxnId="{A75662CA-65EC-4E35-BDD3-8D0792BEAC2F}">
      <dgm:prSet/>
      <dgm:spPr/>
      <dgm:t>
        <a:bodyPr/>
        <a:lstStyle/>
        <a:p>
          <a:endParaRPr lang="en-IN"/>
        </a:p>
      </dgm:t>
    </dgm:pt>
    <dgm:pt modelId="{E7B9F87E-A96C-45A7-BF90-EE95C290D203}" type="sibTrans" cxnId="{A75662CA-65EC-4E35-BDD3-8D0792BEAC2F}">
      <dgm:prSet/>
      <dgm:spPr/>
      <dgm:t>
        <a:bodyPr/>
        <a:lstStyle/>
        <a:p>
          <a:endParaRPr lang="en-IN"/>
        </a:p>
      </dgm:t>
    </dgm:pt>
    <dgm:pt modelId="{77CAF632-8ADD-468F-8DA8-7414295109EC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Lean</a:t>
          </a:r>
        </a:p>
      </dgm:t>
    </dgm:pt>
    <dgm:pt modelId="{A6F58933-8677-4D41-9C66-D15690D6B4E6}" type="parTrans" cxnId="{70B65548-3830-4625-B443-94F21A80BD8D}">
      <dgm:prSet/>
      <dgm:spPr/>
      <dgm:t>
        <a:bodyPr/>
        <a:lstStyle/>
        <a:p>
          <a:endParaRPr lang="en-IN"/>
        </a:p>
      </dgm:t>
    </dgm:pt>
    <dgm:pt modelId="{FE2E910D-E1B0-4570-B8CD-907A63A772FF}" type="sibTrans" cxnId="{70B65548-3830-4625-B443-94F21A80BD8D}">
      <dgm:prSet/>
      <dgm:spPr/>
      <dgm:t>
        <a:bodyPr/>
        <a:lstStyle/>
        <a:p>
          <a:endParaRPr lang="en-IN"/>
        </a:p>
      </dgm:t>
    </dgm:pt>
    <dgm:pt modelId="{BBC1E711-CDB9-4D7B-9DE8-837337BDE2D9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Six Sigma</a:t>
          </a:r>
        </a:p>
      </dgm:t>
    </dgm:pt>
    <dgm:pt modelId="{4EDC09FE-73CD-4692-9F0C-8CE9404D07A2}" type="parTrans" cxnId="{DF9B734E-0965-4271-A62B-A3EA118FF201}">
      <dgm:prSet/>
      <dgm:spPr/>
      <dgm:t>
        <a:bodyPr/>
        <a:lstStyle/>
        <a:p>
          <a:endParaRPr lang="en-IN"/>
        </a:p>
      </dgm:t>
    </dgm:pt>
    <dgm:pt modelId="{71B980E2-E7D7-40BD-AAA1-64F5B6C40CD4}" type="sibTrans" cxnId="{DF9B734E-0965-4271-A62B-A3EA118FF201}">
      <dgm:prSet/>
      <dgm:spPr/>
      <dgm:t>
        <a:bodyPr/>
        <a:lstStyle/>
        <a:p>
          <a:endParaRPr lang="en-IN"/>
        </a:p>
      </dgm:t>
    </dgm:pt>
    <dgm:pt modelId="{3AADDA0B-7557-4E76-AE87-C3B3E2F472D6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Waste elimination</a:t>
          </a:r>
        </a:p>
      </dgm:t>
    </dgm:pt>
    <dgm:pt modelId="{3B4CA168-6BAE-4905-B564-C9E0C59C143E}" type="parTrans" cxnId="{8743F70A-E57C-459F-87DC-BAAAB7D8F1EA}">
      <dgm:prSet/>
      <dgm:spPr/>
      <dgm:t>
        <a:bodyPr/>
        <a:lstStyle/>
        <a:p>
          <a:endParaRPr lang="en-IN"/>
        </a:p>
      </dgm:t>
    </dgm:pt>
    <dgm:pt modelId="{008E196C-CFE9-4540-855B-CFD3871DB039}" type="sibTrans" cxnId="{8743F70A-E57C-459F-87DC-BAAAB7D8F1EA}">
      <dgm:prSet/>
      <dgm:spPr/>
      <dgm:t>
        <a:bodyPr/>
        <a:lstStyle/>
        <a:p>
          <a:endParaRPr lang="en-IN"/>
        </a:p>
      </dgm:t>
    </dgm:pt>
    <dgm:pt modelId="{41DBE245-CD03-4531-BCA6-79BE5BCDA315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Variability reduction</a:t>
          </a:r>
          <a:br>
            <a:rPr lang="en-IN"/>
          </a:br>
          <a:r>
            <a:rPr lang="en-IN"/>
            <a:t>(Explicitly emphasized in McKinsey’s framework.)</a:t>
          </a:r>
        </a:p>
      </dgm:t>
    </dgm:pt>
    <dgm:pt modelId="{7F033527-9D0A-46C7-9DE1-5320513750B8}" type="parTrans" cxnId="{C5DEE509-7450-492F-8D04-0849DCE9E439}">
      <dgm:prSet/>
      <dgm:spPr/>
      <dgm:t>
        <a:bodyPr/>
        <a:lstStyle/>
        <a:p>
          <a:endParaRPr lang="en-IN"/>
        </a:p>
      </dgm:t>
    </dgm:pt>
    <dgm:pt modelId="{71B1F3E5-320F-41CF-8E8B-D7BE81B82A50}" type="sibTrans" cxnId="{C5DEE509-7450-492F-8D04-0849DCE9E439}">
      <dgm:prSet/>
      <dgm:spPr/>
      <dgm:t>
        <a:bodyPr/>
        <a:lstStyle/>
        <a:p>
          <a:endParaRPr lang="en-IN"/>
        </a:p>
      </dgm:t>
    </dgm:pt>
    <dgm:pt modelId="{4B67AB7B-0E42-447E-BCE1-32AEB1761904}">
      <dgm:prSet/>
      <dgm:spPr/>
      <dgm:t>
        <a:bodyPr/>
        <a:lstStyle/>
        <a:p>
          <a:pPr>
            <a:buNone/>
          </a:pPr>
          <a:r>
            <a:rPr lang="en-IN" b="1"/>
            <a:t>D. Technology Enablement</a:t>
          </a:r>
          <a:endParaRPr lang="en-IN"/>
        </a:p>
      </dgm:t>
    </dgm:pt>
    <dgm:pt modelId="{5C54236C-BC3B-4040-8A49-D51D6E48E018}" type="parTrans" cxnId="{F6E7038B-C15A-48EF-9630-1D885ED5B856}">
      <dgm:prSet/>
      <dgm:spPr/>
      <dgm:t>
        <a:bodyPr/>
        <a:lstStyle/>
        <a:p>
          <a:endParaRPr lang="en-IN"/>
        </a:p>
      </dgm:t>
    </dgm:pt>
    <dgm:pt modelId="{D3E17CA2-6CA7-4E77-80ED-FEE1CEEE229F}" type="sibTrans" cxnId="{F6E7038B-C15A-48EF-9630-1D885ED5B856}">
      <dgm:prSet/>
      <dgm:spPr/>
      <dgm:t>
        <a:bodyPr/>
        <a:lstStyle/>
        <a:p>
          <a:endParaRPr lang="en-IN"/>
        </a:p>
      </dgm:t>
    </dgm:pt>
    <dgm:pt modelId="{27233A1C-D4B6-4DA6-B641-54538CC462A9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Digital</a:t>
          </a:r>
        </a:p>
      </dgm:t>
    </dgm:pt>
    <dgm:pt modelId="{71862407-FE01-4112-9BBD-67635E01B1FA}" type="parTrans" cxnId="{9C484D45-6ABA-4889-A9D5-2945FDCEF9D3}">
      <dgm:prSet/>
      <dgm:spPr/>
      <dgm:t>
        <a:bodyPr/>
        <a:lstStyle/>
        <a:p>
          <a:endParaRPr lang="en-IN"/>
        </a:p>
      </dgm:t>
    </dgm:pt>
    <dgm:pt modelId="{6FA9EBE9-9CB8-473F-A6FC-874DA4BD1F7F}" type="sibTrans" cxnId="{9C484D45-6ABA-4889-A9D5-2945FDCEF9D3}">
      <dgm:prSet/>
      <dgm:spPr/>
      <dgm:t>
        <a:bodyPr/>
        <a:lstStyle/>
        <a:p>
          <a:endParaRPr lang="en-IN"/>
        </a:p>
      </dgm:t>
    </dgm:pt>
    <dgm:pt modelId="{D5A3E843-8F32-4E4B-89C8-8169DE86307C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Automation</a:t>
          </a:r>
        </a:p>
      </dgm:t>
    </dgm:pt>
    <dgm:pt modelId="{7BA0F362-00FE-4292-96FB-9C065B2E7EAC}" type="parTrans" cxnId="{AC61F7FA-FE43-4A23-A16E-69D6B8850B80}">
      <dgm:prSet/>
      <dgm:spPr/>
      <dgm:t>
        <a:bodyPr/>
        <a:lstStyle/>
        <a:p>
          <a:endParaRPr lang="en-IN"/>
        </a:p>
      </dgm:t>
    </dgm:pt>
    <dgm:pt modelId="{14E51E29-5641-43A8-8831-4F0FCABA0212}" type="sibTrans" cxnId="{AC61F7FA-FE43-4A23-A16E-69D6B8850B80}">
      <dgm:prSet/>
      <dgm:spPr/>
      <dgm:t>
        <a:bodyPr/>
        <a:lstStyle/>
        <a:p>
          <a:endParaRPr lang="en-IN"/>
        </a:p>
      </dgm:t>
    </dgm:pt>
    <dgm:pt modelId="{F2154D96-BD3F-42AF-8604-4FD919127677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Analytics</a:t>
          </a:r>
        </a:p>
      </dgm:t>
    </dgm:pt>
    <dgm:pt modelId="{926FF900-0ACC-4E38-9DD5-23930552569D}" type="parTrans" cxnId="{E0A2BD9A-9D5D-4E28-8AA3-912C3C140ECA}">
      <dgm:prSet/>
      <dgm:spPr/>
      <dgm:t>
        <a:bodyPr/>
        <a:lstStyle/>
        <a:p>
          <a:endParaRPr lang="en-IN"/>
        </a:p>
      </dgm:t>
    </dgm:pt>
    <dgm:pt modelId="{738EA142-D0BF-4B13-8C44-FD4709E20231}" type="sibTrans" cxnId="{E0A2BD9A-9D5D-4E28-8AA3-912C3C140ECA}">
      <dgm:prSet/>
      <dgm:spPr/>
      <dgm:t>
        <a:bodyPr/>
        <a:lstStyle/>
        <a:p>
          <a:endParaRPr lang="en-IN"/>
        </a:p>
      </dgm:t>
    </dgm:pt>
    <dgm:pt modelId="{24F8DB1A-966E-4EB9-9FF1-13F9FC39D6E2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Data-driven decisions</a:t>
          </a:r>
        </a:p>
      </dgm:t>
    </dgm:pt>
    <dgm:pt modelId="{131E6F82-513A-4824-8924-9AC2C62CD65B}" type="parTrans" cxnId="{411C176F-0A81-4CA6-958E-FC5EE3F0FA02}">
      <dgm:prSet/>
      <dgm:spPr/>
      <dgm:t>
        <a:bodyPr/>
        <a:lstStyle/>
        <a:p>
          <a:endParaRPr lang="en-IN"/>
        </a:p>
      </dgm:t>
    </dgm:pt>
    <dgm:pt modelId="{069D19CB-9072-48B0-BB0D-4445736FC09C}" type="sibTrans" cxnId="{411C176F-0A81-4CA6-958E-FC5EE3F0FA02}">
      <dgm:prSet/>
      <dgm:spPr/>
      <dgm:t>
        <a:bodyPr/>
        <a:lstStyle/>
        <a:p>
          <a:endParaRPr lang="en-IN"/>
        </a:p>
      </dgm:t>
    </dgm:pt>
    <dgm:pt modelId="{C13D7A01-AAB7-4444-9168-BFB3AA30A07D}">
      <dgm:prSet/>
      <dgm:spPr/>
      <dgm:t>
        <a:bodyPr/>
        <a:lstStyle/>
        <a:p>
          <a:pPr>
            <a:buNone/>
          </a:pPr>
          <a:r>
            <a:rPr lang="en-IN" b="1"/>
            <a:t>E. People &amp; Capability Building</a:t>
          </a:r>
          <a:endParaRPr lang="en-IN"/>
        </a:p>
      </dgm:t>
    </dgm:pt>
    <dgm:pt modelId="{1CEB7105-4ED4-414F-A730-0B02849ADE78}" type="parTrans" cxnId="{4742405E-5601-4B8E-80CA-9BABDEB5929C}">
      <dgm:prSet/>
      <dgm:spPr/>
      <dgm:t>
        <a:bodyPr/>
        <a:lstStyle/>
        <a:p>
          <a:endParaRPr lang="en-IN"/>
        </a:p>
      </dgm:t>
    </dgm:pt>
    <dgm:pt modelId="{6A3D965C-F2FF-4AB7-BE86-148CCA3C22EA}" type="sibTrans" cxnId="{4742405E-5601-4B8E-80CA-9BABDEB5929C}">
      <dgm:prSet/>
      <dgm:spPr/>
      <dgm:t>
        <a:bodyPr/>
        <a:lstStyle/>
        <a:p>
          <a:endParaRPr lang="en-IN"/>
        </a:p>
      </dgm:t>
    </dgm:pt>
    <dgm:pt modelId="{30A7ABE5-0589-4583-A329-0699A35A32B1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Empowerment</a:t>
          </a:r>
        </a:p>
      </dgm:t>
    </dgm:pt>
    <dgm:pt modelId="{BC08ECF6-EE3F-4BE5-A29D-7A67EA343E82}" type="parTrans" cxnId="{6378E1DB-B90D-45DC-BA54-67BB29FE10C5}">
      <dgm:prSet/>
      <dgm:spPr/>
      <dgm:t>
        <a:bodyPr/>
        <a:lstStyle/>
        <a:p>
          <a:endParaRPr lang="en-IN"/>
        </a:p>
      </dgm:t>
    </dgm:pt>
    <dgm:pt modelId="{D88A3A87-BAA7-49F1-81CA-C771BA6EFF46}" type="sibTrans" cxnId="{6378E1DB-B90D-45DC-BA54-67BB29FE10C5}">
      <dgm:prSet/>
      <dgm:spPr/>
      <dgm:t>
        <a:bodyPr/>
        <a:lstStyle/>
        <a:p>
          <a:endParaRPr lang="en-IN"/>
        </a:p>
      </dgm:t>
    </dgm:pt>
    <dgm:pt modelId="{EE9969A3-F170-4457-99A2-EE23B55EF62F}">
      <dgm:prSet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IN"/>
            <a:t>Upskilling</a:t>
          </a:r>
        </a:p>
      </dgm:t>
    </dgm:pt>
    <dgm:pt modelId="{EDD8272E-08AC-4DA4-AD3A-E4412D42494C}" type="parTrans" cxnId="{EE010460-B2F2-4B74-B7F5-5477057AEB4D}">
      <dgm:prSet/>
      <dgm:spPr/>
      <dgm:t>
        <a:bodyPr/>
        <a:lstStyle/>
        <a:p>
          <a:endParaRPr lang="en-IN"/>
        </a:p>
      </dgm:t>
    </dgm:pt>
    <dgm:pt modelId="{8E5FB359-D19C-432E-BC8F-E357ECF1649A}" type="sibTrans" cxnId="{EE010460-B2F2-4B74-B7F5-5477057AEB4D}">
      <dgm:prSet/>
      <dgm:spPr/>
      <dgm:t>
        <a:bodyPr/>
        <a:lstStyle/>
        <a:p>
          <a:endParaRPr lang="en-IN"/>
        </a:p>
      </dgm:t>
    </dgm:pt>
    <dgm:pt modelId="{8C9146DA-4AF6-463D-B912-FB104BCBDDC9}">
      <dgm:prSet/>
      <dgm:spPr/>
      <dgm:t>
        <a:bodyPr/>
        <a:lstStyle/>
        <a:p>
          <a:pPr>
            <a:buNone/>
          </a:pPr>
          <a:r>
            <a:rPr lang="en-IN" dirty="0"/>
            <a:t>Role clarity</a:t>
          </a:r>
        </a:p>
      </dgm:t>
    </dgm:pt>
    <dgm:pt modelId="{F6FAC3C7-8389-4CC3-B230-384FECA520A3}" type="parTrans" cxnId="{FB2FEF6D-0196-4783-BD01-508E180DE884}">
      <dgm:prSet/>
      <dgm:spPr/>
      <dgm:t>
        <a:bodyPr/>
        <a:lstStyle/>
        <a:p>
          <a:endParaRPr lang="en-IN"/>
        </a:p>
      </dgm:t>
    </dgm:pt>
    <dgm:pt modelId="{FCBD535C-709F-4CCD-B58A-18459A16BA06}" type="sibTrans" cxnId="{FB2FEF6D-0196-4783-BD01-508E180DE884}">
      <dgm:prSet/>
      <dgm:spPr/>
      <dgm:t>
        <a:bodyPr/>
        <a:lstStyle/>
        <a:p>
          <a:endParaRPr lang="en-IN"/>
        </a:p>
      </dgm:t>
    </dgm:pt>
    <dgm:pt modelId="{76971CCF-D640-41EB-8CEB-A1A0F5CA3670}" type="pres">
      <dgm:prSet presAssocID="{5F51EBF5-6BA4-479B-A8A8-67B6CA112E8D}" presName="CompostProcess" presStyleCnt="0">
        <dgm:presLayoutVars>
          <dgm:dir/>
          <dgm:resizeHandles val="exact"/>
        </dgm:presLayoutVars>
      </dgm:prSet>
      <dgm:spPr/>
    </dgm:pt>
    <dgm:pt modelId="{808337D8-7B2F-4304-8915-FE0114C82B41}" type="pres">
      <dgm:prSet presAssocID="{5F51EBF5-6BA4-479B-A8A8-67B6CA112E8D}" presName="arrow" presStyleLbl="bgShp" presStyleIdx="0" presStyleCnt="1"/>
      <dgm:spPr/>
    </dgm:pt>
    <dgm:pt modelId="{EB7266BE-48ED-4FB8-9591-239DC4F853BB}" type="pres">
      <dgm:prSet presAssocID="{5F51EBF5-6BA4-479B-A8A8-67B6CA112E8D}" presName="linearProcess" presStyleCnt="0"/>
      <dgm:spPr/>
    </dgm:pt>
    <dgm:pt modelId="{9A35EDB9-3076-40E0-973F-96A95E64C853}" type="pres">
      <dgm:prSet presAssocID="{1194ACEC-F382-4DDE-9E02-A6C4BF6CB170}" presName="textNode" presStyleLbl="node1" presStyleIdx="0" presStyleCnt="5">
        <dgm:presLayoutVars>
          <dgm:bulletEnabled val="1"/>
        </dgm:presLayoutVars>
      </dgm:prSet>
      <dgm:spPr/>
    </dgm:pt>
    <dgm:pt modelId="{14BF389B-85F9-4138-8549-484298760209}" type="pres">
      <dgm:prSet presAssocID="{E10C8B54-2905-4526-B484-8E4D2884597B}" presName="sibTrans" presStyleCnt="0"/>
      <dgm:spPr/>
    </dgm:pt>
    <dgm:pt modelId="{2A3E5C2C-68A8-474F-9882-C85FAE371682}" type="pres">
      <dgm:prSet presAssocID="{E7D541B0-39BF-452F-9D1D-212B91AB9CB2}" presName="textNode" presStyleLbl="node1" presStyleIdx="1" presStyleCnt="5">
        <dgm:presLayoutVars>
          <dgm:bulletEnabled val="1"/>
        </dgm:presLayoutVars>
      </dgm:prSet>
      <dgm:spPr/>
    </dgm:pt>
    <dgm:pt modelId="{AA600132-FBAE-4DD8-BAE0-C9459EA83ECD}" type="pres">
      <dgm:prSet presAssocID="{F0C94CF9-0ECD-43FC-8418-E9922642CEE6}" presName="sibTrans" presStyleCnt="0"/>
      <dgm:spPr/>
    </dgm:pt>
    <dgm:pt modelId="{22D41AE0-F74B-4D24-B814-7EFEC2955869}" type="pres">
      <dgm:prSet presAssocID="{EC3D6270-9BEA-47F9-8166-5424FAB60B7F}" presName="textNode" presStyleLbl="node1" presStyleIdx="2" presStyleCnt="5">
        <dgm:presLayoutVars>
          <dgm:bulletEnabled val="1"/>
        </dgm:presLayoutVars>
      </dgm:prSet>
      <dgm:spPr/>
    </dgm:pt>
    <dgm:pt modelId="{BE718465-F612-426C-895B-7473008EBD5E}" type="pres">
      <dgm:prSet presAssocID="{E7B9F87E-A96C-45A7-BF90-EE95C290D203}" presName="sibTrans" presStyleCnt="0"/>
      <dgm:spPr/>
    </dgm:pt>
    <dgm:pt modelId="{93E837E4-3157-4AF0-BE42-8542A23C2C33}" type="pres">
      <dgm:prSet presAssocID="{4B67AB7B-0E42-447E-BCE1-32AEB1761904}" presName="textNode" presStyleLbl="node1" presStyleIdx="3" presStyleCnt="5">
        <dgm:presLayoutVars>
          <dgm:bulletEnabled val="1"/>
        </dgm:presLayoutVars>
      </dgm:prSet>
      <dgm:spPr/>
    </dgm:pt>
    <dgm:pt modelId="{90C807A1-2B45-48AB-9EEA-7D5B7B8D5E52}" type="pres">
      <dgm:prSet presAssocID="{D3E17CA2-6CA7-4E77-80ED-FEE1CEEE229F}" presName="sibTrans" presStyleCnt="0"/>
      <dgm:spPr/>
    </dgm:pt>
    <dgm:pt modelId="{B68CA159-3B12-467C-96DF-891BBC10D058}" type="pres">
      <dgm:prSet presAssocID="{C13D7A01-AAB7-4444-9168-BFB3AA30A07D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C5DEE509-7450-492F-8D04-0849DCE9E439}" srcId="{EC3D6270-9BEA-47F9-8166-5424FAB60B7F}" destId="{41DBE245-CD03-4531-BCA6-79BE5BCDA315}" srcOrd="3" destOrd="0" parTransId="{7F033527-9D0A-46C7-9DE1-5320513750B8}" sibTransId="{71B1F3E5-320F-41CF-8E8B-D7BE81B82A50}"/>
    <dgm:cxn modelId="{8743F70A-E57C-459F-87DC-BAAAB7D8F1EA}" srcId="{EC3D6270-9BEA-47F9-8166-5424FAB60B7F}" destId="{3AADDA0B-7557-4E76-AE87-C3B3E2F472D6}" srcOrd="2" destOrd="0" parTransId="{3B4CA168-6BAE-4905-B564-C9E0C59C143E}" sibTransId="{008E196C-CFE9-4540-855B-CFD3871DB039}"/>
    <dgm:cxn modelId="{96EB420B-FC59-4147-9710-EDA9CE41311C}" type="presOf" srcId="{3AADDA0B-7557-4E76-AE87-C3B3E2F472D6}" destId="{22D41AE0-F74B-4D24-B814-7EFEC2955869}" srcOrd="0" destOrd="3" presId="urn:microsoft.com/office/officeart/2005/8/layout/hProcess9"/>
    <dgm:cxn modelId="{35950E0D-F6A4-4C39-B12F-E7590BACA2E5}" type="presOf" srcId="{27233A1C-D4B6-4DA6-B641-54538CC462A9}" destId="{93E837E4-3157-4AF0-BE42-8542A23C2C33}" srcOrd="0" destOrd="1" presId="urn:microsoft.com/office/officeart/2005/8/layout/hProcess9"/>
    <dgm:cxn modelId="{C117FF0F-126B-42EA-ADDB-8FFD095F1428}" type="presOf" srcId="{1F44E76A-8024-4E7D-8A7E-F8EAE1D4456B}" destId="{2A3E5C2C-68A8-474F-9882-C85FAE371682}" srcOrd="0" destOrd="2" presId="urn:microsoft.com/office/officeart/2005/8/layout/hProcess9"/>
    <dgm:cxn modelId="{58A03110-97FE-4993-9E9B-4F4DDFC28B02}" srcId="{1194ACEC-F382-4DDE-9E02-A6C4BF6CB170}" destId="{72AD1FDC-5E40-431A-94E7-7D39CDF058AC}" srcOrd="2" destOrd="0" parTransId="{074B410D-01D7-47EA-B331-A87B6D0B2663}" sibTransId="{554BA977-E1CF-459B-8E82-E3E2403EFB24}"/>
    <dgm:cxn modelId="{C0ED2D1A-657C-4275-A997-E4C05A9DB534}" type="presOf" srcId="{E7D541B0-39BF-452F-9D1D-212B91AB9CB2}" destId="{2A3E5C2C-68A8-474F-9882-C85FAE371682}" srcOrd="0" destOrd="0" presId="urn:microsoft.com/office/officeart/2005/8/layout/hProcess9"/>
    <dgm:cxn modelId="{693F5524-D5F2-4E29-9BAF-913ABC612343}" type="presOf" srcId="{24F8DB1A-966E-4EB9-9FF1-13F9FC39D6E2}" destId="{93E837E4-3157-4AF0-BE42-8542A23C2C33}" srcOrd="0" destOrd="4" presId="urn:microsoft.com/office/officeart/2005/8/layout/hProcess9"/>
    <dgm:cxn modelId="{CB720236-DDBB-4E08-8929-76D37063DA83}" type="presOf" srcId="{EE9969A3-F170-4457-99A2-EE23B55EF62F}" destId="{B68CA159-3B12-467C-96DF-891BBC10D058}" srcOrd="0" destOrd="2" presId="urn:microsoft.com/office/officeart/2005/8/layout/hProcess9"/>
    <dgm:cxn modelId="{DA2C3B3B-BC6F-46E8-8663-10A0B980767E}" srcId="{E7D541B0-39BF-452F-9D1D-212B91AB9CB2}" destId="{C3CCFA98-94F4-4680-994B-294E51D96A1C}" srcOrd="0" destOrd="0" parTransId="{A2DB9B31-B599-4645-B7ED-63992BADFCE7}" sibTransId="{0D9982A5-3665-4415-A8BD-F0611E0DB11C}"/>
    <dgm:cxn modelId="{383BA940-7166-429C-AC8F-52A42953705D}" type="presOf" srcId="{A4AB7026-165A-4671-AC5B-47FF474554B0}" destId="{9A35EDB9-3076-40E0-973F-96A95E64C853}" srcOrd="0" destOrd="1" presId="urn:microsoft.com/office/officeart/2005/8/layout/hProcess9"/>
    <dgm:cxn modelId="{4742405E-5601-4B8E-80CA-9BABDEB5929C}" srcId="{5F51EBF5-6BA4-479B-A8A8-67B6CA112E8D}" destId="{C13D7A01-AAB7-4444-9168-BFB3AA30A07D}" srcOrd="4" destOrd="0" parTransId="{1CEB7105-4ED4-414F-A730-0B02849ADE78}" sibTransId="{6A3D965C-F2FF-4AB7-BE86-148CCA3C22EA}"/>
    <dgm:cxn modelId="{EE010460-B2F2-4B74-B7F5-5477057AEB4D}" srcId="{C13D7A01-AAB7-4444-9168-BFB3AA30A07D}" destId="{EE9969A3-F170-4457-99A2-EE23B55EF62F}" srcOrd="1" destOrd="0" parTransId="{EDD8272E-08AC-4DA4-AD3A-E4412D42494C}" sibTransId="{8E5FB359-D19C-432E-BC8F-E357ECF1649A}"/>
    <dgm:cxn modelId="{CF1DD760-85F7-446E-AD6C-A0C2207069F7}" type="presOf" srcId="{C3CCFA98-94F4-4680-994B-294E51D96A1C}" destId="{2A3E5C2C-68A8-474F-9882-C85FAE371682}" srcOrd="0" destOrd="1" presId="urn:microsoft.com/office/officeart/2005/8/layout/hProcess9"/>
    <dgm:cxn modelId="{A2AA8363-1E19-4B17-A374-E54440CB62FB}" type="presOf" srcId="{F2154D96-BD3F-42AF-8604-4FD919127677}" destId="{93E837E4-3157-4AF0-BE42-8542A23C2C33}" srcOrd="0" destOrd="3" presId="urn:microsoft.com/office/officeart/2005/8/layout/hProcess9"/>
    <dgm:cxn modelId="{9C484D45-6ABA-4889-A9D5-2945FDCEF9D3}" srcId="{4B67AB7B-0E42-447E-BCE1-32AEB1761904}" destId="{27233A1C-D4B6-4DA6-B641-54538CC462A9}" srcOrd="0" destOrd="0" parTransId="{71862407-FE01-4112-9BBD-67635E01B1FA}" sibTransId="{6FA9EBE9-9CB8-473F-A6FC-874DA4BD1F7F}"/>
    <dgm:cxn modelId="{70B65548-3830-4625-B443-94F21A80BD8D}" srcId="{EC3D6270-9BEA-47F9-8166-5424FAB60B7F}" destId="{77CAF632-8ADD-468F-8DA8-7414295109EC}" srcOrd="0" destOrd="0" parTransId="{A6F58933-8677-4D41-9C66-D15690D6B4E6}" sibTransId="{FE2E910D-E1B0-4570-B8CD-907A63A772FF}"/>
    <dgm:cxn modelId="{40D75369-F77B-4458-AF7C-54ABB47B243A}" type="presOf" srcId="{77CAF632-8ADD-468F-8DA8-7414295109EC}" destId="{22D41AE0-F74B-4D24-B814-7EFEC2955869}" srcOrd="0" destOrd="1" presId="urn:microsoft.com/office/officeart/2005/8/layout/hProcess9"/>
    <dgm:cxn modelId="{FB2FEF6D-0196-4783-BD01-508E180DE884}" srcId="{C13D7A01-AAB7-4444-9168-BFB3AA30A07D}" destId="{8C9146DA-4AF6-463D-B912-FB104BCBDDC9}" srcOrd="2" destOrd="0" parTransId="{F6FAC3C7-8389-4CC3-B230-384FECA520A3}" sibTransId="{FCBD535C-709F-4CCD-B58A-18459A16BA06}"/>
    <dgm:cxn modelId="{2C591B6E-4FED-4EAF-B23F-F0837AD0B211}" type="presOf" srcId="{1194ACEC-F382-4DDE-9E02-A6C4BF6CB170}" destId="{9A35EDB9-3076-40E0-973F-96A95E64C853}" srcOrd="0" destOrd="0" presId="urn:microsoft.com/office/officeart/2005/8/layout/hProcess9"/>
    <dgm:cxn modelId="{DF9B734E-0965-4271-A62B-A3EA118FF201}" srcId="{EC3D6270-9BEA-47F9-8166-5424FAB60B7F}" destId="{BBC1E711-CDB9-4D7B-9DE8-837337BDE2D9}" srcOrd="1" destOrd="0" parTransId="{4EDC09FE-73CD-4692-9F0C-8CE9404D07A2}" sibTransId="{71B980E2-E7D7-40BD-AAA1-64F5B6C40CD4}"/>
    <dgm:cxn modelId="{411C176F-0A81-4CA6-958E-FC5EE3F0FA02}" srcId="{4B67AB7B-0E42-447E-BCE1-32AEB1761904}" destId="{24F8DB1A-966E-4EB9-9FF1-13F9FC39D6E2}" srcOrd="3" destOrd="0" parTransId="{131E6F82-513A-4824-8924-9AC2C62CD65B}" sibTransId="{069D19CB-9072-48B0-BB0D-4445736FC09C}"/>
    <dgm:cxn modelId="{75B0C850-F4EA-4D23-8127-DD95FB10F580}" type="presOf" srcId="{1498E154-C407-4691-AFA3-3FB16E45465B}" destId="{2A3E5C2C-68A8-474F-9882-C85FAE371682}" srcOrd="0" destOrd="3" presId="urn:microsoft.com/office/officeart/2005/8/layout/hProcess9"/>
    <dgm:cxn modelId="{84BDB151-530B-49C4-8CAB-AD410174A88A}" type="presOf" srcId="{E8C84BA8-CAAA-40EE-983D-CFE3AA295E84}" destId="{9A35EDB9-3076-40E0-973F-96A95E64C853}" srcOrd="0" destOrd="2" presId="urn:microsoft.com/office/officeart/2005/8/layout/hProcess9"/>
    <dgm:cxn modelId="{F6E7038B-C15A-48EF-9630-1D885ED5B856}" srcId="{5F51EBF5-6BA4-479B-A8A8-67B6CA112E8D}" destId="{4B67AB7B-0E42-447E-BCE1-32AEB1761904}" srcOrd="3" destOrd="0" parTransId="{5C54236C-BC3B-4040-8A49-D51D6E48E018}" sibTransId="{D3E17CA2-6CA7-4E77-80ED-FEE1CEEE229F}"/>
    <dgm:cxn modelId="{CB0EAE97-7897-4B69-A5FD-1B30B26A35EB}" srcId="{1194ACEC-F382-4DDE-9E02-A6C4BF6CB170}" destId="{A4AB7026-165A-4671-AC5B-47FF474554B0}" srcOrd="0" destOrd="0" parTransId="{17EF261E-7E86-47A9-912A-D63280ED25BB}" sibTransId="{80600FBD-5EB4-4601-B57E-DD6602DA79CE}"/>
    <dgm:cxn modelId="{E0A2BD9A-9D5D-4E28-8AA3-912C3C140ECA}" srcId="{4B67AB7B-0E42-447E-BCE1-32AEB1761904}" destId="{F2154D96-BD3F-42AF-8604-4FD919127677}" srcOrd="2" destOrd="0" parTransId="{926FF900-0ACC-4E38-9DD5-23930552569D}" sibTransId="{738EA142-D0BF-4B13-8C44-FD4709E20231}"/>
    <dgm:cxn modelId="{F60F21AF-9A92-4DE5-8C47-A26DFBE99A60}" srcId="{E7D541B0-39BF-452F-9D1D-212B91AB9CB2}" destId="{1F44E76A-8024-4E7D-8A7E-F8EAE1D4456B}" srcOrd="1" destOrd="0" parTransId="{4A5D62B6-F81D-4DB5-A876-F06F9164305C}" sibTransId="{E8EBB696-635A-481A-B286-3B42E2EA3B2B}"/>
    <dgm:cxn modelId="{7E4DF9C1-CF53-43C1-BF3F-FD267F7C8C8D}" type="presOf" srcId="{72AD1FDC-5E40-431A-94E7-7D39CDF058AC}" destId="{9A35EDB9-3076-40E0-973F-96A95E64C853}" srcOrd="0" destOrd="3" presId="urn:microsoft.com/office/officeart/2005/8/layout/hProcess9"/>
    <dgm:cxn modelId="{C4E5F7C6-56A1-40AE-8C6F-F3C72F3F5FD0}" type="presOf" srcId="{30A7ABE5-0589-4583-A329-0699A35A32B1}" destId="{B68CA159-3B12-467C-96DF-891BBC10D058}" srcOrd="0" destOrd="1" presId="urn:microsoft.com/office/officeart/2005/8/layout/hProcess9"/>
    <dgm:cxn modelId="{A75662CA-65EC-4E35-BDD3-8D0792BEAC2F}" srcId="{5F51EBF5-6BA4-479B-A8A8-67B6CA112E8D}" destId="{EC3D6270-9BEA-47F9-8166-5424FAB60B7F}" srcOrd="2" destOrd="0" parTransId="{22697F67-FBA5-470E-84DB-3AE55ECC2D54}" sibTransId="{E7B9F87E-A96C-45A7-BF90-EE95C290D203}"/>
    <dgm:cxn modelId="{096501D0-D29D-42AB-8C46-5E3EFE913680}" type="presOf" srcId="{C13D7A01-AAB7-4444-9168-BFB3AA30A07D}" destId="{B68CA159-3B12-467C-96DF-891BBC10D058}" srcOrd="0" destOrd="0" presId="urn:microsoft.com/office/officeart/2005/8/layout/hProcess9"/>
    <dgm:cxn modelId="{F15206D1-1657-4DCD-B484-6B4078DE047C}" type="presOf" srcId="{41DBE245-CD03-4531-BCA6-79BE5BCDA315}" destId="{22D41AE0-F74B-4D24-B814-7EFEC2955869}" srcOrd="0" destOrd="4" presId="urn:microsoft.com/office/officeart/2005/8/layout/hProcess9"/>
    <dgm:cxn modelId="{051898D3-7A13-461D-9103-D5BB75E2C185}" srcId="{5F51EBF5-6BA4-479B-A8A8-67B6CA112E8D}" destId="{E7D541B0-39BF-452F-9D1D-212B91AB9CB2}" srcOrd="1" destOrd="0" parTransId="{D25BD4EA-0BE1-4FA3-8F11-827343E5DE6C}" sibTransId="{F0C94CF9-0ECD-43FC-8418-E9922642CEE6}"/>
    <dgm:cxn modelId="{A431C9D4-CB9B-4A68-B13A-4E6297E4B630}" srcId="{E7D541B0-39BF-452F-9D1D-212B91AB9CB2}" destId="{1498E154-C407-4691-AFA3-3FB16E45465B}" srcOrd="2" destOrd="0" parTransId="{506D860F-26B3-4184-AFF8-553759CA3C06}" sibTransId="{549AB601-6E6D-4EB3-B037-D4D7290425DE}"/>
    <dgm:cxn modelId="{6378E1DB-B90D-45DC-BA54-67BB29FE10C5}" srcId="{C13D7A01-AAB7-4444-9168-BFB3AA30A07D}" destId="{30A7ABE5-0589-4583-A329-0699A35A32B1}" srcOrd="0" destOrd="0" parTransId="{BC08ECF6-EE3F-4BE5-A29D-7A67EA343E82}" sibTransId="{D88A3A87-BAA7-49F1-81CA-C771BA6EFF46}"/>
    <dgm:cxn modelId="{E3B380DF-3AF6-4E8D-9424-68F6CD423199}" type="presOf" srcId="{5F51EBF5-6BA4-479B-A8A8-67B6CA112E8D}" destId="{76971CCF-D640-41EB-8CEB-A1A0F5CA3670}" srcOrd="0" destOrd="0" presId="urn:microsoft.com/office/officeart/2005/8/layout/hProcess9"/>
    <dgm:cxn modelId="{059ADCE0-D11D-4A08-9F6B-67C5B9DD2AAC}" type="presOf" srcId="{BBC1E711-CDB9-4D7B-9DE8-837337BDE2D9}" destId="{22D41AE0-F74B-4D24-B814-7EFEC2955869}" srcOrd="0" destOrd="2" presId="urn:microsoft.com/office/officeart/2005/8/layout/hProcess9"/>
    <dgm:cxn modelId="{FDA6ECE0-AA76-495B-AF60-E288F8048F4A}" type="presOf" srcId="{4B67AB7B-0E42-447E-BCE1-32AEB1761904}" destId="{93E837E4-3157-4AF0-BE42-8542A23C2C33}" srcOrd="0" destOrd="0" presId="urn:microsoft.com/office/officeart/2005/8/layout/hProcess9"/>
    <dgm:cxn modelId="{4BEECEE2-0ECA-4465-950E-9AF4E61004CB}" type="presOf" srcId="{8C9146DA-4AF6-463D-B912-FB104BCBDDC9}" destId="{B68CA159-3B12-467C-96DF-891BBC10D058}" srcOrd="0" destOrd="3" presId="urn:microsoft.com/office/officeart/2005/8/layout/hProcess9"/>
    <dgm:cxn modelId="{406231E6-D910-402D-B6DF-3C6490FD122E}" type="presOf" srcId="{D5A3E843-8F32-4E4B-89C8-8169DE86307C}" destId="{93E837E4-3157-4AF0-BE42-8542A23C2C33}" srcOrd="0" destOrd="2" presId="urn:microsoft.com/office/officeart/2005/8/layout/hProcess9"/>
    <dgm:cxn modelId="{C41F2CF5-AD43-43D2-8F28-37905F66190C}" srcId="{1194ACEC-F382-4DDE-9E02-A6C4BF6CB170}" destId="{E8C84BA8-CAAA-40EE-983D-CFE3AA295E84}" srcOrd="1" destOrd="0" parTransId="{14C6D27F-6167-4C3C-A762-4615FFE92A6B}" sibTransId="{F4988F6D-7696-4447-8BB4-8DFDAF45938F}"/>
    <dgm:cxn modelId="{6775FCF7-4C0E-46BC-93F4-C209759A8596}" srcId="{5F51EBF5-6BA4-479B-A8A8-67B6CA112E8D}" destId="{1194ACEC-F382-4DDE-9E02-A6C4BF6CB170}" srcOrd="0" destOrd="0" parTransId="{A2DDE10D-92D1-4E85-95EF-EF5F0D912F0B}" sibTransId="{E10C8B54-2905-4526-B484-8E4D2884597B}"/>
    <dgm:cxn modelId="{55661FF8-C449-4E13-8CBB-07EDD44977D7}" type="presOf" srcId="{EC3D6270-9BEA-47F9-8166-5424FAB60B7F}" destId="{22D41AE0-F74B-4D24-B814-7EFEC2955869}" srcOrd="0" destOrd="0" presId="urn:microsoft.com/office/officeart/2005/8/layout/hProcess9"/>
    <dgm:cxn modelId="{AC61F7FA-FE43-4A23-A16E-69D6B8850B80}" srcId="{4B67AB7B-0E42-447E-BCE1-32AEB1761904}" destId="{D5A3E843-8F32-4E4B-89C8-8169DE86307C}" srcOrd="1" destOrd="0" parTransId="{7BA0F362-00FE-4292-96FB-9C065B2E7EAC}" sibTransId="{14E51E29-5641-43A8-8831-4F0FCABA0212}"/>
    <dgm:cxn modelId="{FBED1BB0-93F9-4105-A94D-6AA8340B1750}" type="presParOf" srcId="{76971CCF-D640-41EB-8CEB-A1A0F5CA3670}" destId="{808337D8-7B2F-4304-8915-FE0114C82B41}" srcOrd="0" destOrd="0" presId="urn:microsoft.com/office/officeart/2005/8/layout/hProcess9"/>
    <dgm:cxn modelId="{CFDC1697-614F-499A-98BA-8B04081328AA}" type="presParOf" srcId="{76971CCF-D640-41EB-8CEB-A1A0F5CA3670}" destId="{EB7266BE-48ED-4FB8-9591-239DC4F853BB}" srcOrd="1" destOrd="0" presId="urn:microsoft.com/office/officeart/2005/8/layout/hProcess9"/>
    <dgm:cxn modelId="{688382B0-BB21-44CA-8BF2-7B6E7C9E6813}" type="presParOf" srcId="{EB7266BE-48ED-4FB8-9591-239DC4F853BB}" destId="{9A35EDB9-3076-40E0-973F-96A95E64C853}" srcOrd="0" destOrd="0" presId="urn:microsoft.com/office/officeart/2005/8/layout/hProcess9"/>
    <dgm:cxn modelId="{F08E68C1-23D4-4DEE-8B51-3ABC5D417FE5}" type="presParOf" srcId="{EB7266BE-48ED-4FB8-9591-239DC4F853BB}" destId="{14BF389B-85F9-4138-8549-484298760209}" srcOrd="1" destOrd="0" presId="urn:microsoft.com/office/officeart/2005/8/layout/hProcess9"/>
    <dgm:cxn modelId="{34CA2BA9-75A3-4A06-B70D-26B4E6510402}" type="presParOf" srcId="{EB7266BE-48ED-4FB8-9591-239DC4F853BB}" destId="{2A3E5C2C-68A8-474F-9882-C85FAE371682}" srcOrd="2" destOrd="0" presId="urn:microsoft.com/office/officeart/2005/8/layout/hProcess9"/>
    <dgm:cxn modelId="{68FEB196-AFB5-441E-BB2C-C5F96D1D238C}" type="presParOf" srcId="{EB7266BE-48ED-4FB8-9591-239DC4F853BB}" destId="{AA600132-FBAE-4DD8-BAE0-C9459EA83ECD}" srcOrd="3" destOrd="0" presId="urn:microsoft.com/office/officeart/2005/8/layout/hProcess9"/>
    <dgm:cxn modelId="{7EFEF469-8199-4E74-A669-91EC827E3406}" type="presParOf" srcId="{EB7266BE-48ED-4FB8-9591-239DC4F853BB}" destId="{22D41AE0-F74B-4D24-B814-7EFEC2955869}" srcOrd="4" destOrd="0" presId="urn:microsoft.com/office/officeart/2005/8/layout/hProcess9"/>
    <dgm:cxn modelId="{5C218590-381F-4FF5-BCA9-322B58DD245A}" type="presParOf" srcId="{EB7266BE-48ED-4FB8-9591-239DC4F853BB}" destId="{BE718465-F612-426C-895B-7473008EBD5E}" srcOrd="5" destOrd="0" presId="urn:microsoft.com/office/officeart/2005/8/layout/hProcess9"/>
    <dgm:cxn modelId="{77162753-49B1-43C2-8CEF-0FC536C61C6E}" type="presParOf" srcId="{EB7266BE-48ED-4FB8-9591-239DC4F853BB}" destId="{93E837E4-3157-4AF0-BE42-8542A23C2C33}" srcOrd="6" destOrd="0" presId="urn:microsoft.com/office/officeart/2005/8/layout/hProcess9"/>
    <dgm:cxn modelId="{D3AD840D-7A04-4419-A375-C3CE46A0F0DF}" type="presParOf" srcId="{EB7266BE-48ED-4FB8-9591-239DC4F853BB}" destId="{90C807A1-2B45-48AB-9EEA-7D5B7B8D5E52}" srcOrd="7" destOrd="0" presId="urn:microsoft.com/office/officeart/2005/8/layout/hProcess9"/>
    <dgm:cxn modelId="{4EC1841B-78F6-42D7-8D44-8257F7095257}" type="presParOf" srcId="{EB7266BE-48ED-4FB8-9591-239DC4F853BB}" destId="{B68CA159-3B12-467C-96DF-891BBC10D058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8337D8-7B2F-4304-8915-FE0114C82B41}">
      <dsp:nvSpPr>
        <dsp:cNvPr id="0" name=""/>
        <dsp:cNvSpPr/>
      </dsp:nvSpPr>
      <dsp:spPr>
        <a:xfrm>
          <a:off x="565784" y="0"/>
          <a:ext cx="6412230" cy="402272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35EDB9-3076-40E0-973F-96A95E64C853}">
      <dsp:nvSpPr>
        <dsp:cNvPr id="0" name=""/>
        <dsp:cNvSpPr/>
      </dsp:nvSpPr>
      <dsp:spPr>
        <a:xfrm>
          <a:off x="3315" y="1206817"/>
          <a:ext cx="1449455" cy="16090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A. Foundation</a:t>
          </a:r>
          <a:endParaRPr lang="en-IN" sz="12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Culture of continuous improvement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Leaders driving accountability &amp; innovation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Strategic alignment (Hoshin-style)</a:t>
          </a:r>
        </a:p>
      </dsp:txBody>
      <dsp:txXfrm>
        <a:off x="74072" y="1277574"/>
        <a:ext cx="1307941" cy="1467576"/>
      </dsp:txXfrm>
    </dsp:sp>
    <dsp:sp modelId="{2A3E5C2C-68A8-474F-9882-C85FAE371682}">
      <dsp:nvSpPr>
        <dsp:cNvPr id="0" name=""/>
        <dsp:cNvSpPr/>
      </dsp:nvSpPr>
      <dsp:spPr>
        <a:xfrm>
          <a:off x="1525243" y="1206817"/>
          <a:ext cx="1449455" cy="16090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B. Strategic Alignment</a:t>
          </a:r>
          <a:endParaRPr lang="en-IN" sz="12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SMART goal setting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Tying operational KPIs to business objectives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Regular KPI review &amp; course correction</a:t>
          </a:r>
        </a:p>
      </dsp:txBody>
      <dsp:txXfrm>
        <a:off x="1596000" y="1277574"/>
        <a:ext cx="1307941" cy="1467576"/>
      </dsp:txXfrm>
    </dsp:sp>
    <dsp:sp modelId="{22D41AE0-F74B-4D24-B814-7EFEC2955869}">
      <dsp:nvSpPr>
        <dsp:cNvPr id="0" name=""/>
        <dsp:cNvSpPr/>
      </dsp:nvSpPr>
      <dsp:spPr>
        <a:xfrm>
          <a:off x="3047172" y="1206817"/>
          <a:ext cx="1449455" cy="16090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C. Process Optimization</a:t>
          </a:r>
          <a:endParaRPr lang="en-IN" sz="12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Lean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Six Sigma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Waste elimination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Variability reduction</a:t>
          </a:r>
          <a:br>
            <a:rPr lang="en-IN" sz="900" kern="1200"/>
          </a:br>
          <a:r>
            <a:rPr lang="en-IN" sz="900" kern="1200"/>
            <a:t>(Explicitly emphasized in McKinsey’s framework.)</a:t>
          </a:r>
        </a:p>
      </dsp:txBody>
      <dsp:txXfrm>
        <a:off x="3117929" y="1277574"/>
        <a:ext cx="1307941" cy="1467576"/>
      </dsp:txXfrm>
    </dsp:sp>
    <dsp:sp modelId="{93E837E4-3157-4AF0-BE42-8542A23C2C33}">
      <dsp:nvSpPr>
        <dsp:cNvPr id="0" name=""/>
        <dsp:cNvSpPr/>
      </dsp:nvSpPr>
      <dsp:spPr>
        <a:xfrm>
          <a:off x="4569100" y="1206817"/>
          <a:ext cx="1449455" cy="16090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D. Technology Enablement</a:t>
          </a:r>
          <a:endParaRPr lang="en-IN" sz="12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Digital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Automation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Analytics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Data-driven decisions</a:t>
          </a:r>
        </a:p>
      </dsp:txBody>
      <dsp:txXfrm>
        <a:off x="4639857" y="1277574"/>
        <a:ext cx="1307941" cy="1467576"/>
      </dsp:txXfrm>
    </dsp:sp>
    <dsp:sp modelId="{B68CA159-3B12-467C-96DF-891BBC10D058}">
      <dsp:nvSpPr>
        <dsp:cNvPr id="0" name=""/>
        <dsp:cNvSpPr/>
      </dsp:nvSpPr>
      <dsp:spPr>
        <a:xfrm>
          <a:off x="6091029" y="1206817"/>
          <a:ext cx="1449455" cy="16090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E. People &amp; Capability Building</a:t>
          </a:r>
          <a:endParaRPr lang="en-IN" sz="12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Empowerment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IN" sz="900" kern="1200"/>
            <a:t>Upskilling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900" kern="1200" dirty="0"/>
            <a:t>Role clarity</a:t>
          </a:r>
        </a:p>
      </dsp:txBody>
      <dsp:txXfrm>
        <a:off x="6161786" y="1277574"/>
        <a:ext cx="1307941" cy="14675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169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90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186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6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13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95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186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41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51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38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51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A8066-B5F5-FFD0-5370-0C54A83E4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529937"/>
            <a:ext cx="7772400" cy="5070764"/>
          </a:xfrm>
        </p:spPr>
        <p:txBody>
          <a:bodyPr>
            <a:noAutofit/>
          </a:bodyPr>
          <a:lstStyle/>
          <a:p>
            <a:r>
              <a:rPr lang="en-IN" sz="3200" b="1" dirty="0"/>
              <a:t>McKinsey’s Take on Operational Excellence</a:t>
            </a:r>
            <a:br>
              <a:rPr lang="en-IN" sz="3200" b="1" dirty="0"/>
            </a:br>
            <a:br>
              <a:rPr lang="en-IN" sz="3200" b="1" dirty="0"/>
            </a:br>
            <a:br>
              <a:rPr lang="en-IN" sz="1800" dirty="0"/>
            </a:br>
            <a:r>
              <a:rPr lang="en-IN" sz="1800" dirty="0"/>
              <a:t>McKinsey’s modern view of Operational Excellence has evolved </a:t>
            </a:r>
            <a:r>
              <a:rPr lang="en-IN" sz="1800" b="1" dirty="0"/>
              <a:t>far beyond Lean, Six Sigma, and classical productivity programs</a:t>
            </a:r>
            <a:r>
              <a:rPr lang="en-IN" sz="1800" dirty="0"/>
              <a:t>. Their newest publications describe </a:t>
            </a:r>
            <a:r>
              <a:rPr lang="en-IN" sz="1800" b="1" dirty="0"/>
              <a:t>Next‑Generation </a:t>
            </a:r>
            <a:r>
              <a:rPr lang="en-IN" sz="1800" b="1" dirty="0" err="1"/>
              <a:t>OpEx</a:t>
            </a:r>
            <a:r>
              <a:rPr lang="en-IN" sz="1800" dirty="0"/>
              <a:t> as a </a:t>
            </a:r>
            <a:r>
              <a:rPr lang="en-IN" sz="1800" b="1" dirty="0"/>
              <a:t>technology‑enabled, human-</a:t>
            </a:r>
            <a:r>
              <a:rPr lang="en-IN" sz="1800" b="1" dirty="0" err="1"/>
              <a:t>centered</a:t>
            </a:r>
            <a:r>
              <a:rPr lang="en-IN" sz="1800" b="1" dirty="0"/>
              <a:t>, end‑to‑end operating system</a:t>
            </a:r>
            <a:r>
              <a:rPr lang="en-IN" sz="1800" dirty="0"/>
              <a:t> designed to make organizations </a:t>
            </a:r>
            <a:r>
              <a:rPr lang="en-IN" sz="1800" b="1" dirty="0"/>
              <a:t>faster, smarter, more resilient</a:t>
            </a:r>
            <a:r>
              <a:rPr lang="en-IN" sz="1800" dirty="0"/>
              <a:t>, and capable of continuous reinvention.</a:t>
            </a:r>
            <a:br>
              <a:rPr lang="en-IN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48732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9654F-7762-D863-8F8C-B796A9C4D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7" y="457200"/>
            <a:ext cx="8229600" cy="1143000"/>
          </a:xfrm>
        </p:spPr>
        <p:txBody>
          <a:bodyPr>
            <a:noAutofit/>
          </a:bodyPr>
          <a:lstStyle/>
          <a:p>
            <a:r>
              <a:rPr lang="en-IN" sz="2800" b="1" dirty="0"/>
              <a:t>Why Operational Excellence Matters Now (McKinsey Perspective)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76552-1821-0B9D-ECF0-71633ED2B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/>
              <a:t>According to McKinsey (2024–2025 insights), companies face:</a:t>
            </a:r>
          </a:p>
          <a:p>
            <a:pPr lvl="0"/>
            <a:r>
              <a:rPr lang="en-IN" sz="1600" dirty="0"/>
              <a:t>Macroeconomic pressures</a:t>
            </a:r>
          </a:p>
          <a:p>
            <a:pPr lvl="0"/>
            <a:r>
              <a:rPr lang="en-IN" sz="1600" dirty="0"/>
              <a:t>Supply chain disruptions</a:t>
            </a:r>
          </a:p>
          <a:p>
            <a:pPr lvl="0"/>
            <a:r>
              <a:rPr lang="en-IN" sz="1600" dirty="0"/>
              <a:t>Climate commitments</a:t>
            </a:r>
          </a:p>
          <a:p>
            <a:pPr lvl="0"/>
            <a:r>
              <a:rPr lang="en-IN" sz="1600" dirty="0"/>
              <a:t>Rising customer expectations</a:t>
            </a:r>
          </a:p>
          <a:p>
            <a:pPr lvl="0"/>
            <a:r>
              <a:rPr lang="en-IN" sz="1600" dirty="0"/>
              <a:t>Talent shortages</a:t>
            </a:r>
          </a:p>
          <a:p>
            <a:pPr marL="0" lv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Survival now requires:</a:t>
            </a:r>
          </a:p>
          <a:p>
            <a:pPr lvl="0"/>
            <a:r>
              <a:rPr lang="en-IN" sz="1600" dirty="0"/>
              <a:t>Learning and adapting faster</a:t>
            </a:r>
          </a:p>
          <a:p>
            <a:pPr lvl="0"/>
            <a:r>
              <a:rPr lang="en-IN" sz="1600" dirty="0"/>
              <a:t>Rethinking assumptions</a:t>
            </a:r>
          </a:p>
          <a:p>
            <a:pPr lvl="0"/>
            <a:r>
              <a:rPr lang="en-IN" sz="1600" dirty="0"/>
              <a:t>Using digital, analytics, AI, robotics intelligently</a:t>
            </a:r>
          </a:p>
          <a:p>
            <a:pPr marL="0" lv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Even though companies have invested heavily in tech, </a:t>
            </a:r>
            <a:r>
              <a:rPr lang="en-IN" sz="1600" b="1" dirty="0"/>
              <a:t>productivity has not grown proportionally</a:t>
            </a:r>
            <a:r>
              <a:rPr lang="en-IN" sz="1600" dirty="0"/>
              <a:t>, which McKinsey attributes to:</a:t>
            </a:r>
          </a:p>
          <a:p>
            <a:pPr lvl="0"/>
            <a:r>
              <a:rPr lang="en-IN" sz="1600" dirty="0"/>
              <a:t>Loss of operational discipline</a:t>
            </a:r>
          </a:p>
          <a:p>
            <a:pPr lvl="0"/>
            <a:r>
              <a:rPr lang="en-IN" sz="1600" dirty="0"/>
              <a:t>Missing frontline capabilities</a:t>
            </a:r>
          </a:p>
          <a:p>
            <a:r>
              <a:rPr lang="en-IN" sz="1600" dirty="0"/>
              <a:t>Tech being layered “on top” of old processes instead of redesigning processes end-to-end</a:t>
            </a: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469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1E04-D7B6-38E8-2810-A8C2AFC4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Autofit/>
          </a:bodyPr>
          <a:lstStyle/>
          <a:p>
            <a:r>
              <a:rPr lang="en-IN" sz="3200" b="1" dirty="0"/>
              <a:t>McKinsey’s Definition of “Next-Generation Operational Excellence”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D9BD8-BA1C-7A98-E484-8EFC18A2F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McKinsey describes modern </a:t>
            </a:r>
            <a:r>
              <a:rPr lang="en-IN" dirty="0" err="1"/>
              <a:t>OpEx</a:t>
            </a:r>
            <a:r>
              <a:rPr lang="en-IN" dirty="0"/>
              <a:t> as:</a:t>
            </a:r>
          </a:p>
          <a:p>
            <a:r>
              <a:rPr lang="en-IN" sz="2400" b="1" dirty="0"/>
              <a:t>A renewed, expanded operating philosophy that integrates continuous improvement with digital, analytics, AI, robotics, and human capability building—across all functions.</a:t>
            </a:r>
            <a:endParaRPr lang="en-IN" sz="2400" dirty="0"/>
          </a:p>
          <a:p>
            <a:r>
              <a:rPr lang="en-IN" sz="2400" dirty="0"/>
              <a:t>Essentially, </a:t>
            </a:r>
            <a:r>
              <a:rPr lang="en-IN" sz="2400" dirty="0" err="1"/>
              <a:t>OpEx</a:t>
            </a:r>
            <a:r>
              <a:rPr lang="en-IN" sz="2400" dirty="0"/>
              <a:t> is </a:t>
            </a:r>
            <a:r>
              <a:rPr lang="en-IN" sz="2400" b="1" dirty="0"/>
              <a:t>no longer a manufacturing-only program</a:t>
            </a:r>
            <a:r>
              <a:rPr lang="en-IN" sz="2400" dirty="0"/>
              <a:t>.</a:t>
            </a:r>
            <a:br>
              <a:rPr lang="en-IN" dirty="0"/>
            </a:br>
            <a:r>
              <a:rPr lang="en-IN" dirty="0"/>
              <a:t>It’s </a:t>
            </a:r>
            <a:r>
              <a:rPr lang="en-IN" b="1" dirty="0"/>
              <a:t>an enterprise capability</a:t>
            </a:r>
            <a:r>
              <a:rPr lang="en-IN" dirty="0"/>
              <a:t> linking </a:t>
            </a:r>
          </a:p>
          <a:p>
            <a:pPr marL="0" indent="0">
              <a:buNone/>
            </a:pPr>
            <a:r>
              <a:rPr lang="en-IN" b="1" dirty="0"/>
              <a:t>strategy → operations → culture → technology.</a:t>
            </a:r>
          </a:p>
        </p:txBody>
      </p:sp>
    </p:spTree>
    <p:extLst>
      <p:ext uri="{BB962C8B-B14F-4D97-AF65-F5344CB8AC3E}">
        <p14:creationId xmlns:p14="http://schemas.microsoft.com/office/powerpoint/2010/main" val="1954245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B3CDA-BF74-A5B1-5164-B1BE7FF6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IN" b="1" dirty="0"/>
              <a:t>McKinsey’s 5 Core Elements of Operational Excellence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B66D9-B707-4877-F71B-7345A677E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1600" dirty="0"/>
              <a:t>McKinsey’s “Next‑Generation Operational Excellence” approach states that </a:t>
            </a:r>
            <a:r>
              <a:rPr lang="en-IN" sz="1600" dirty="0" err="1"/>
              <a:t>OpEx</a:t>
            </a:r>
            <a:r>
              <a:rPr lang="en-IN" sz="1600" dirty="0"/>
              <a:t> consists of </a:t>
            </a:r>
            <a:r>
              <a:rPr lang="en-IN" sz="1600" b="1" dirty="0"/>
              <a:t>5 core elements</a:t>
            </a:r>
            <a:r>
              <a:rPr lang="en-IN" sz="1600" dirty="0"/>
              <a:t> (from the McKinsey Operations Practice). While the source doesn’t list the five elements directly in the snippet, McKinsey typically defines them as: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600" b="1" dirty="0"/>
              <a:t>1) Strategy &amp; Purpose Alignment</a:t>
            </a:r>
            <a:endParaRPr lang="en-IN" sz="1600" dirty="0"/>
          </a:p>
          <a:p>
            <a:pPr>
              <a:lnSpc>
                <a:spcPct val="120000"/>
              </a:lnSpc>
            </a:pPr>
            <a:r>
              <a:rPr lang="en-IN" sz="1600" dirty="0"/>
              <a:t>Operations must be united with mission, values, financial goals, and enterprise strategy.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600" b="1" dirty="0"/>
              <a:t>2) Lean Foundations &amp; Operational Discipline</a:t>
            </a:r>
            <a:endParaRPr lang="en-IN" sz="1600" dirty="0"/>
          </a:p>
          <a:p>
            <a:pPr>
              <a:lnSpc>
                <a:spcPct val="120000"/>
              </a:lnSpc>
            </a:pPr>
            <a:r>
              <a:rPr lang="en-IN" sz="1600" dirty="0"/>
              <a:t>McKinsey emphasizes rediscovering foundational Lean/CI discipline lost during rapid crises.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600" b="1" dirty="0"/>
              <a:t>3) Digitization, Analytics, &amp; AI at Scale</a:t>
            </a:r>
            <a:endParaRPr lang="en-IN" sz="1600" dirty="0"/>
          </a:p>
          <a:p>
            <a:pPr>
              <a:lnSpc>
                <a:spcPct val="120000"/>
              </a:lnSpc>
            </a:pPr>
            <a:r>
              <a:rPr lang="en-IN" sz="1600" dirty="0"/>
              <a:t>Companies must embed digital—not bolt it on—to transform flow, predictability, decisioning.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600" b="1" dirty="0"/>
              <a:t>4) Talent, Skills, &amp; Cultural Adoption</a:t>
            </a:r>
            <a:endParaRPr lang="en-IN" sz="1600" dirty="0"/>
          </a:p>
          <a:p>
            <a:pPr>
              <a:lnSpc>
                <a:spcPct val="120000"/>
              </a:lnSpc>
            </a:pPr>
            <a:r>
              <a:rPr lang="en-IN" sz="1600" dirty="0" err="1"/>
              <a:t>OpEx</a:t>
            </a:r>
            <a:r>
              <a:rPr lang="en-IN" sz="1600" dirty="0"/>
              <a:t> requires capability building, frontline empowerment, and new workforce models.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600" b="1" dirty="0"/>
              <a:t>5) End-to-End Reinvention of Processes</a:t>
            </a:r>
            <a:endParaRPr lang="en-IN" sz="1600" dirty="0"/>
          </a:p>
          <a:p>
            <a:pPr>
              <a:lnSpc>
                <a:spcPct val="120000"/>
              </a:lnSpc>
            </a:pPr>
            <a:r>
              <a:rPr lang="en-IN" sz="1600" dirty="0"/>
              <a:t>Front-to-back redesign across supply chain, manufacturing, customer operations, and shared services.</a:t>
            </a:r>
          </a:p>
          <a:p>
            <a:pPr>
              <a:lnSpc>
                <a:spcPct val="120000"/>
              </a:lnSpc>
            </a:pPr>
            <a:r>
              <a:rPr lang="en-IN" sz="1600" dirty="0"/>
              <a:t>These form McKinsey’s modern </a:t>
            </a:r>
            <a:r>
              <a:rPr lang="en-IN" sz="1600" dirty="0" err="1"/>
              <a:t>OpEx</a:t>
            </a:r>
            <a:r>
              <a:rPr lang="en-IN" sz="1600" dirty="0"/>
              <a:t> “operating system.”</a:t>
            </a:r>
          </a:p>
          <a:p>
            <a:pPr>
              <a:lnSpc>
                <a:spcPct val="120000"/>
              </a:lnSpc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95932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182B8-F183-E69A-74F1-10071EBF0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IN" b="1" dirty="0"/>
              <a:t>McKinsey’s Insight: Why Traditional </a:t>
            </a:r>
            <a:r>
              <a:rPr lang="en-IN" b="1" dirty="0" err="1"/>
              <a:t>OpEx</a:t>
            </a:r>
            <a:r>
              <a:rPr lang="en-IN" b="1" dirty="0"/>
              <a:t> Fails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0AA59-BFE9-E629-FB31-E09DD0483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McKinsey strongly highlights that most traditional productivity programs fail because:</a:t>
            </a:r>
          </a:p>
          <a:p>
            <a:pPr marL="0" indent="0">
              <a:buNone/>
            </a:pPr>
            <a:r>
              <a:rPr lang="en-IN" b="1" dirty="0"/>
              <a:t>✔ Technology is grafted onto old processes, not redesigned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✔ Operational discipline deteriorated after COVID—loss of tacit knowledge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✔ Companies automate chaos instead of removing it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(McKinsey calls this false or “shallow” digitization.)</a:t>
            </a:r>
          </a:p>
          <a:p>
            <a:pPr marL="0" indent="0">
              <a:buNone/>
            </a:pPr>
            <a:r>
              <a:rPr lang="en-IN" b="1" dirty="0"/>
              <a:t>✔ Improvements are not linked to enterprise purpose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6029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5E4E-5D8C-9CCA-D588-375935674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IN" b="1" dirty="0"/>
              <a:t>What High-performing Companies Do Differently (McKinsey Research)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0A374-F6EE-2B08-2F38-64C70B657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From the “Next‑Generation Operational Excellence Survey” of 1,000+ employees:</a:t>
            </a:r>
          </a:p>
          <a:p>
            <a:pPr marL="0" indent="0">
              <a:buNone/>
            </a:pPr>
            <a:r>
              <a:rPr lang="en-IN" b="1" dirty="0"/>
              <a:t>Top performers:</a:t>
            </a:r>
          </a:p>
          <a:p>
            <a:pPr marL="400050" lvl="1" indent="0">
              <a:buNone/>
            </a:pPr>
            <a:r>
              <a:rPr lang="en-IN" dirty="0"/>
              <a:t>1) Build tech-enabled, end-to-end operations</a:t>
            </a:r>
          </a:p>
          <a:p>
            <a:pPr marL="400050" lvl="1" indent="0">
              <a:buNone/>
            </a:pPr>
            <a:r>
              <a:rPr lang="en-IN" dirty="0"/>
              <a:t>2) Maintain high operational discipline</a:t>
            </a:r>
          </a:p>
          <a:p>
            <a:pPr marL="400050" lvl="1" indent="0">
              <a:buNone/>
            </a:pPr>
            <a:r>
              <a:rPr lang="en-IN" dirty="0"/>
              <a:t>3) Institutionalize continuous learning</a:t>
            </a:r>
          </a:p>
          <a:p>
            <a:pPr marL="400050" lvl="1" indent="0">
              <a:buNone/>
            </a:pPr>
            <a:r>
              <a:rPr lang="en-IN" dirty="0"/>
              <a:t>4) Empower frontline with digital tools</a:t>
            </a:r>
          </a:p>
          <a:p>
            <a:pPr marL="400050" lvl="1" indent="0">
              <a:buNone/>
            </a:pPr>
            <a:r>
              <a:rPr lang="en-IN" dirty="0"/>
              <a:t>5) Create agile/lean hybrid operating models</a:t>
            </a:r>
          </a:p>
          <a:p>
            <a:pPr marL="400050" lvl="1" indent="0">
              <a:buNone/>
            </a:pPr>
            <a:r>
              <a:rPr lang="en-IN" dirty="0"/>
              <a:t>6) Prioritize resilience and adaptability</a:t>
            </a:r>
          </a:p>
          <a:p>
            <a:pPr marL="400050" lvl="1" indent="0">
              <a:buNone/>
            </a:pPr>
            <a:r>
              <a:rPr lang="en-IN" dirty="0"/>
              <a:t>These companies achieve year‑over‑year gains in:</a:t>
            </a:r>
          </a:p>
          <a:p>
            <a:pPr lvl="1"/>
            <a:r>
              <a:rPr lang="en-IN" dirty="0"/>
              <a:t>Productivity</a:t>
            </a:r>
          </a:p>
          <a:p>
            <a:pPr lvl="1"/>
            <a:r>
              <a:rPr lang="en-IN" dirty="0"/>
              <a:t>Time to market</a:t>
            </a:r>
          </a:p>
          <a:p>
            <a:pPr lvl="1"/>
            <a:r>
              <a:rPr lang="en-IN" dirty="0"/>
              <a:t>Customer satisfaction</a:t>
            </a:r>
          </a:p>
          <a:p>
            <a:pPr lvl="1"/>
            <a:r>
              <a:rPr lang="en-IN" dirty="0"/>
              <a:t>Employee engagement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037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3D7DA-79D5-2141-3676-6290B01C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IN" b="1" dirty="0"/>
              <a:t>McKinsey’s “Rewiring for Productivity” View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55F5D-AB04-7F0D-B99E-B7D28E103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The October 2024 McKinsey research outlines that to achieve true </a:t>
            </a:r>
            <a:r>
              <a:rPr lang="en-IN" dirty="0" err="1"/>
              <a:t>OpEx</a:t>
            </a:r>
            <a:r>
              <a:rPr lang="en-IN" dirty="0"/>
              <a:t>-driven productivity:</a:t>
            </a:r>
            <a:br>
              <a:rPr lang="en-IN" dirty="0"/>
            </a:br>
            <a:r>
              <a:rPr lang="en-IN" b="1" dirty="0"/>
              <a:t>✔ Organizations must “rewire”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This includes:</a:t>
            </a:r>
          </a:p>
          <a:p>
            <a:pPr lvl="0"/>
            <a:r>
              <a:rPr lang="en-IN" dirty="0"/>
              <a:t>Resetting talent models</a:t>
            </a:r>
          </a:p>
          <a:p>
            <a:pPr lvl="0"/>
            <a:r>
              <a:rPr lang="en-IN" dirty="0"/>
              <a:t>Embedding tech directly into workflows</a:t>
            </a:r>
          </a:p>
          <a:p>
            <a:pPr lvl="0"/>
            <a:r>
              <a:rPr lang="en-IN" dirty="0"/>
              <a:t>Rebuilding lost standard work</a:t>
            </a:r>
          </a:p>
          <a:p>
            <a:pPr lvl="0"/>
            <a:r>
              <a:rPr lang="en-IN" dirty="0"/>
              <a:t>Reestablishing frontline routines</a:t>
            </a:r>
          </a:p>
          <a:p>
            <a:pPr marL="0" indent="0">
              <a:buNone/>
            </a:pPr>
            <a:r>
              <a:rPr lang="en-IN" b="1" dirty="0"/>
              <a:t>✔ Productivity stagnation has micro-level causes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(frontline disruptions, turnover, lost knowledge).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3002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DCCF1-48CE-18AF-6062-B444E9096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McKinsey’s Operational Excellence Framework (Strategic Overview)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4272EB-AB92-F0F1-D02C-AB042D5319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018010"/>
              </p:ext>
            </p:extLst>
          </p:nvPr>
        </p:nvGraphicFramePr>
        <p:xfrm>
          <a:off x="822325" y="1846263"/>
          <a:ext cx="7543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7179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AC5C11-5D3B-E64E-D4B2-80F4EF4C7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374074"/>
            <a:ext cx="4038600" cy="5752090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600" b="1" dirty="0"/>
              <a:t>McKinsey’s View on Technology Inside </a:t>
            </a:r>
            <a:r>
              <a:rPr lang="en-IN" sz="3600" b="1" dirty="0" err="1"/>
              <a:t>OpEx</a:t>
            </a:r>
            <a:endParaRPr lang="en-IN" sz="3600" dirty="0"/>
          </a:p>
          <a:p>
            <a:r>
              <a:rPr lang="en-IN" dirty="0"/>
              <a:t>McKinsey’s 2024 and 2025 insights repeatedly emphasize:</a:t>
            </a:r>
          </a:p>
          <a:p>
            <a:pPr marL="0" indent="0">
              <a:buNone/>
            </a:pPr>
            <a:r>
              <a:rPr lang="en-IN" b="1" dirty="0"/>
              <a:t>✔ GenAI adoption accelerating decision quality</a:t>
            </a:r>
            <a:endParaRPr lang="en-IN" dirty="0"/>
          </a:p>
          <a:p>
            <a:r>
              <a:rPr lang="en-IN" dirty="0"/>
              <a:t>One-third of survey respondents use GenAI regularly; 40% increased AI investments.</a:t>
            </a:r>
          </a:p>
          <a:p>
            <a:pPr marL="0" indent="0">
              <a:buNone/>
            </a:pPr>
            <a:r>
              <a:rPr lang="en-IN" b="1" dirty="0"/>
              <a:t>✔ Robotics + automation create new operating models</a:t>
            </a:r>
            <a:endParaRPr lang="en-IN" dirty="0"/>
          </a:p>
          <a:p>
            <a:r>
              <a:rPr lang="en-IN" dirty="0"/>
              <a:t>Industrial robotics projected to grow 10% annually through 2030.</a:t>
            </a:r>
          </a:p>
          <a:p>
            <a:pPr marL="0" indent="0">
              <a:buNone/>
            </a:pPr>
            <a:r>
              <a:rPr lang="en-IN" b="1" dirty="0"/>
              <a:t>✔ Technology must be embedded into processes</a:t>
            </a:r>
            <a:endParaRPr lang="en-IN" dirty="0"/>
          </a:p>
          <a:p>
            <a:r>
              <a:rPr lang="en-IN" dirty="0"/>
              <a:t>Not added as “patchwork.”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C4B57F-449B-A9E8-D51F-FC5468807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374074"/>
            <a:ext cx="4038600" cy="5752089"/>
          </a:xfr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600" b="1" dirty="0"/>
              <a:t>McKinsey’s Human-Centric (Culture) View</a:t>
            </a:r>
            <a:endParaRPr lang="en-IN" sz="3600" dirty="0"/>
          </a:p>
          <a:p>
            <a:r>
              <a:rPr lang="en-IN" dirty="0"/>
              <a:t>McKinsey research stresses: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✔ High performers have strong culture and frontline capability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✔ Leaders must set expectations &amp; empower teams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✔ Knowledge loss after COVID must be reversed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0359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BF14A2-CCDD-7119-4491-D0ABE48B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IN" b="1" dirty="0"/>
              <a:t>McKinsey’s Guidance on End-to-End Operational Excellence (E2E)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B59ED2-94FA-A32F-2A48-44DBE8BF5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067" y="1600199"/>
            <a:ext cx="1591733" cy="3191933"/>
          </a:xfrm>
          <a:solidFill>
            <a:schemeClr val="tx2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1" dirty="0"/>
              <a:t>McKinsey says that </a:t>
            </a:r>
            <a:r>
              <a:rPr lang="en-IN" sz="1200" b="1" dirty="0" err="1"/>
              <a:t>OpEx</a:t>
            </a:r>
            <a:r>
              <a:rPr lang="en-IN" sz="1200" b="1" dirty="0"/>
              <a:t> is no longer a collection of tools—it must cover all functions:</a:t>
            </a:r>
          </a:p>
          <a:p>
            <a:pPr lvl="0"/>
            <a:r>
              <a:rPr lang="en-IN" sz="1200" dirty="0"/>
              <a:t>Manufacturing</a:t>
            </a:r>
          </a:p>
          <a:p>
            <a:pPr lvl="0"/>
            <a:r>
              <a:rPr lang="en-IN" sz="1200" dirty="0"/>
              <a:t>Supply chain</a:t>
            </a:r>
          </a:p>
          <a:p>
            <a:pPr lvl="0"/>
            <a:r>
              <a:rPr lang="en-IN" sz="1200" dirty="0"/>
              <a:t>Customer operations</a:t>
            </a:r>
          </a:p>
          <a:p>
            <a:pPr lvl="0"/>
            <a:r>
              <a:rPr lang="en-IN" sz="1200" dirty="0"/>
              <a:t>GBS &amp; enterprise services</a:t>
            </a:r>
          </a:p>
          <a:p>
            <a:pPr lvl="0"/>
            <a:r>
              <a:rPr lang="en-IN" sz="1200" dirty="0"/>
              <a:t>R&amp;D</a:t>
            </a:r>
          </a:p>
          <a:p>
            <a:pPr lvl="0"/>
            <a:r>
              <a:rPr lang="en-IN" sz="1200" dirty="0"/>
              <a:t>Procurement</a:t>
            </a:r>
          </a:p>
          <a:p>
            <a:pPr lvl="0"/>
            <a:r>
              <a:rPr lang="en-IN" sz="1200" dirty="0"/>
              <a:t>Order-to-cash</a:t>
            </a:r>
          </a:p>
          <a:p>
            <a:pPr lvl="0"/>
            <a:r>
              <a:rPr lang="en-IN" sz="1200" dirty="0"/>
              <a:t>Planning</a:t>
            </a:r>
            <a:br>
              <a:rPr lang="en-IN" sz="1200" dirty="0"/>
            </a:br>
            <a:endParaRPr lang="en-IN" sz="1200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EC08CEB-CB6B-036E-510A-37E612B0D27F}"/>
              </a:ext>
            </a:extLst>
          </p:cNvPr>
          <p:cNvSpPr txBox="1">
            <a:spLocks/>
          </p:cNvSpPr>
          <p:nvPr/>
        </p:nvSpPr>
        <p:spPr>
          <a:xfrm>
            <a:off x="3369733" y="1600200"/>
            <a:ext cx="1591733" cy="31919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IN" sz="1200" b="1" dirty="0"/>
              <a:t>E2E </a:t>
            </a:r>
            <a:r>
              <a:rPr lang="en-IN" sz="1200" b="1" dirty="0" err="1"/>
              <a:t>OpEx</a:t>
            </a:r>
            <a:r>
              <a:rPr lang="en-IN" sz="1200" b="1" dirty="0"/>
              <a:t> enables:</a:t>
            </a:r>
          </a:p>
          <a:p>
            <a:r>
              <a:rPr lang="en-IN" sz="1200" dirty="0"/>
              <a:t>Faster flow</a:t>
            </a:r>
          </a:p>
          <a:p>
            <a:r>
              <a:rPr lang="en-IN" sz="1200" dirty="0"/>
              <a:t>Fewer silos</a:t>
            </a:r>
          </a:p>
          <a:p>
            <a:r>
              <a:rPr lang="en-IN" sz="1200" dirty="0"/>
              <a:t>Stable performance</a:t>
            </a:r>
          </a:p>
          <a:p>
            <a:r>
              <a:rPr lang="en-IN" sz="1200" dirty="0"/>
              <a:t>Lower cost</a:t>
            </a:r>
          </a:p>
          <a:p>
            <a:r>
              <a:rPr lang="en-IN" sz="1200" dirty="0"/>
              <a:t>Better service</a:t>
            </a:r>
          </a:p>
          <a:p>
            <a:pPr marL="0" indent="0">
              <a:buFont typeface="Arial"/>
              <a:buNone/>
            </a:pPr>
            <a:endParaRPr lang="en-IN" sz="1200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184EFF8-1FD5-3B8A-72B6-56651D27CB21}"/>
              </a:ext>
            </a:extLst>
          </p:cNvPr>
          <p:cNvSpPr txBox="1">
            <a:spLocks/>
          </p:cNvSpPr>
          <p:nvPr/>
        </p:nvSpPr>
        <p:spPr>
          <a:xfrm>
            <a:off x="5588000" y="1600200"/>
            <a:ext cx="2285999" cy="31919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IN" sz="1200" b="1" dirty="0"/>
              <a:t>And integrates:</a:t>
            </a:r>
          </a:p>
          <a:p>
            <a:r>
              <a:rPr lang="en-IN" sz="1200" dirty="0"/>
              <a:t>Lean</a:t>
            </a:r>
          </a:p>
          <a:p>
            <a:r>
              <a:rPr lang="en-IN" sz="1200" dirty="0"/>
              <a:t>Agile</a:t>
            </a:r>
          </a:p>
          <a:p>
            <a:r>
              <a:rPr lang="en-IN" sz="1200" dirty="0"/>
              <a:t>Digital</a:t>
            </a:r>
            <a:br>
              <a:rPr lang="en-IN" sz="1200" dirty="0"/>
            </a:b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767015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086EA0-1193-10B5-9732-485DA3E88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217" y="160867"/>
            <a:ext cx="8209034" cy="4525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3F5A77-0032-8EC8-BC6B-2BAA54358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7" y="4570119"/>
            <a:ext cx="8676516" cy="163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56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B9578-44F1-483C-2F7A-1E0DB77CD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IN" b="1" dirty="0"/>
              <a:t>Final Summary of McKinsey’s View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FBDC5-1934-7A6E-7441-F43522C3F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McKinsey’s modern </a:t>
            </a:r>
            <a:r>
              <a:rPr lang="en-IN" b="1" dirty="0" err="1"/>
              <a:t>OpEx</a:t>
            </a:r>
            <a:r>
              <a:rPr lang="en-IN" b="1" dirty="0"/>
              <a:t> =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Lean + Continuous Improvement + Digital + AI + Human Capability + End-to-End Reinvention.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The focus is on:</a:t>
            </a:r>
          </a:p>
          <a:p>
            <a:pPr marL="514350" lvl="0" indent="-514350">
              <a:buFont typeface="+mj-lt"/>
              <a:buAutoNum type="arabicParenR"/>
            </a:pPr>
            <a:r>
              <a:rPr lang="en-IN" dirty="0"/>
              <a:t>Linking operations directly to strategy</a:t>
            </a:r>
          </a:p>
          <a:p>
            <a:pPr marL="514350" lvl="0" indent="-514350">
              <a:buFont typeface="+mj-lt"/>
              <a:buAutoNum type="arabicParenR"/>
            </a:pPr>
            <a:r>
              <a:rPr lang="en-IN" dirty="0"/>
              <a:t>Rebuilding operational discipline</a:t>
            </a:r>
          </a:p>
          <a:p>
            <a:pPr marL="514350" lvl="0" indent="-514350">
              <a:buFont typeface="+mj-lt"/>
              <a:buAutoNum type="arabicParenR"/>
            </a:pPr>
            <a:r>
              <a:rPr lang="en-IN" dirty="0"/>
              <a:t>Scaling digital &amp; AI into daily workflows</a:t>
            </a:r>
          </a:p>
          <a:p>
            <a:pPr marL="514350" lvl="0" indent="-514350">
              <a:buFont typeface="+mj-lt"/>
              <a:buAutoNum type="arabicParenR"/>
            </a:pPr>
            <a:r>
              <a:rPr lang="en-IN" dirty="0"/>
              <a:t>Empowering frontline &amp; restoring knowledge</a:t>
            </a:r>
          </a:p>
          <a:p>
            <a:pPr marL="514350" lvl="0" indent="-514350">
              <a:buFont typeface="+mj-lt"/>
              <a:buAutoNum type="arabicParenR"/>
            </a:pPr>
            <a:r>
              <a:rPr lang="en-IN" dirty="0"/>
              <a:t>End-to-end process redesign, not isolated improvements</a:t>
            </a:r>
          </a:p>
          <a:p>
            <a:pPr marL="514350" indent="-514350">
              <a:buFont typeface="+mj-lt"/>
              <a:buAutoNum type="arabicParenR"/>
            </a:pPr>
            <a:r>
              <a:rPr lang="en-IN" dirty="0"/>
              <a:t>Creating resilience and adaptability as a competitive edge</a:t>
            </a:r>
          </a:p>
        </p:txBody>
      </p:sp>
    </p:spTree>
    <p:extLst>
      <p:ext uri="{BB962C8B-B14F-4D97-AF65-F5344CB8AC3E}">
        <p14:creationId xmlns:p14="http://schemas.microsoft.com/office/powerpoint/2010/main" val="109215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48DD-B0AB-0111-0CC8-D7A0FEA0C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IN" b="1" dirty="0">
                <a:latin typeface="Segoe UI" panose="020B0502040204020203" pitchFamily="34" charset="0"/>
              </a:rPr>
              <a:t>Quick‑Start Rollout Plan (30/60/90) — McKinsey Style</a:t>
            </a:r>
            <a:br>
              <a:rPr lang="en-IN" b="1" dirty="0"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CD4B94-752D-123B-9503-E088DAA3C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4933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marL="0" indent="0" fontAlgn="t">
              <a:buNone/>
            </a:pPr>
            <a:r>
              <a:rPr lang="en-IN" b="1" dirty="0"/>
              <a:t>Days 0–30 — Diagnose &amp; (Re)Establish Discipline</a:t>
            </a:r>
            <a:endParaRPr lang="en-IN" dirty="0"/>
          </a:p>
          <a:p>
            <a:pPr fontAlgn="t"/>
            <a:r>
              <a:rPr lang="en-IN" dirty="0"/>
              <a:t>Hoshin: clarify 2–3 enterprise outcomes (e.g., +5 pts OEE, +3 pts OTIF, −10% cost‑to‑serve).</a:t>
            </a:r>
          </a:p>
          <a:p>
            <a:pPr fontAlgn="t"/>
            <a:r>
              <a:rPr lang="en-IN" dirty="0"/>
              <a:t>Stand up tiered DMS; restore standard work on 2 pilot value streams (1 plant line, 1 O2C flow).</a:t>
            </a:r>
          </a:p>
          <a:p>
            <a:pPr fontAlgn="t"/>
            <a:r>
              <a:rPr lang="en-IN" dirty="0"/>
              <a:t>Loss tree/Pareto; baseline digital use; identify “decision moments” for AI. </a:t>
            </a:r>
          </a:p>
          <a:p>
            <a:pPr marL="0" indent="0" fontAlgn="t">
              <a:buNone/>
            </a:pPr>
            <a:r>
              <a:rPr lang="en-IN" b="1" dirty="0"/>
              <a:t>Days 31–60 — Redesign &amp; Embed Tech in Flow</a:t>
            </a:r>
            <a:endParaRPr lang="en-IN" dirty="0"/>
          </a:p>
          <a:p>
            <a:pPr fontAlgn="t"/>
            <a:r>
              <a:rPr lang="en-IN" dirty="0"/>
              <a:t>SMED + AM/PM package for the constraint line; daily S&amp;OE for OTIF.</a:t>
            </a:r>
          </a:p>
          <a:p>
            <a:pPr fontAlgn="t"/>
            <a:r>
              <a:rPr lang="en-IN" dirty="0"/>
              <a:t>Embed APS/short‑term planning, MES/WMS telemetry; gen‑AI copilot for order exceptions.</a:t>
            </a:r>
          </a:p>
          <a:p>
            <a:pPr fontAlgn="t"/>
            <a:r>
              <a:rPr lang="en-IN" dirty="0"/>
              <a:t>Capability sprints for frontline; operator‑led problem solving.</a:t>
            </a:r>
          </a:p>
          <a:p>
            <a:pPr marL="0" indent="0" fontAlgn="t">
              <a:buNone/>
            </a:pPr>
            <a:r>
              <a:rPr lang="en-IN" b="1" dirty="0"/>
              <a:t>Days 61–90 — Scale &amp; Lock‑In</a:t>
            </a:r>
            <a:endParaRPr lang="en-IN" dirty="0"/>
          </a:p>
          <a:p>
            <a:pPr fontAlgn="t"/>
            <a:r>
              <a:rPr lang="en-IN" dirty="0"/>
              <a:t>Extend to 2–3 more value streams; codify playbooks; launch academy.</a:t>
            </a:r>
          </a:p>
          <a:p>
            <a:pPr fontAlgn="t"/>
            <a:r>
              <a:rPr lang="en-IN" dirty="0"/>
              <a:t>Benefits tracking, control charts; quarterly Hoshin review; portfolio to scale AI/automation.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4391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06A22E-BF3B-763F-227B-30BFFC956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Principles of :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2A2ED5-1B91-AB93-C073-184558389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GE Healthcare’s Framework</a:t>
            </a:r>
            <a:endParaRPr lang="en-IN" dirty="0"/>
          </a:p>
          <a:p>
            <a:r>
              <a:rPr lang="en-IN" b="1" dirty="0"/>
              <a:t>A. Integration of People, Process, Technology (PPT)</a:t>
            </a:r>
            <a:endParaRPr lang="en-IN" dirty="0"/>
          </a:p>
          <a:p>
            <a:r>
              <a:rPr lang="en-IN" dirty="0"/>
              <a:t>GE Healthcare emphasizes that healthcare systems fail when people, processes, and technology operate in silos. Their operating philosophy:</a:t>
            </a:r>
          </a:p>
          <a:p>
            <a:pPr lvl="0"/>
            <a:r>
              <a:rPr lang="en-IN" dirty="0"/>
              <a:t>Diagnose fragmentation → unify workflows → create system‑wide alignment</a:t>
            </a:r>
          </a:p>
          <a:p>
            <a:pPr lvl="0"/>
            <a:r>
              <a:rPr lang="en-IN" dirty="0"/>
              <a:t>Integration enables: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operational efficiency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workflow simplification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reduction of friction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better clinical outcomes</a:t>
            </a:r>
          </a:p>
          <a:p>
            <a:r>
              <a:rPr lang="en-IN" dirty="0"/>
              <a:t>This “integration model” is positioned as the foundation for </a:t>
            </a:r>
            <a:r>
              <a:rPr lang="en-IN" b="1" dirty="0"/>
              <a:t>operational excellence</a:t>
            </a:r>
            <a:r>
              <a:rPr lang="en-IN" dirty="0"/>
              <a:t> in healthcare systems.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B6EC5-5FF9-FDE6-BC48-433BB0112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Danaher Business System framework</a:t>
            </a:r>
            <a:endParaRPr lang="en-IN" dirty="0"/>
          </a:p>
          <a:p>
            <a:r>
              <a:rPr lang="en-IN" b="1" dirty="0"/>
              <a:t>A. DBS = “Who we are and how we do what we do”</a:t>
            </a:r>
            <a:endParaRPr lang="en-IN" dirty="0"/>
          </a:p>
          <a:p>
            <a:r>
              <a:rPr lang="en-IN" dirty="0"/>
              <a:t>DBS guides planning, daily management, kaizen, execution, and leadership.</a:t>
            </a:r>
            <a:br>
              <a:rPr lang="en-IN" dirty="0"/>
            </a:br>
            <a:r>
              <a:rPr lang="en-IN" dirty="0"/>
              <a:t>It is built around 3 pillars:</a:t>
            </a:r>
          </a:p>
          <a:p>
            <a:pPr marL="0" indent="0">
              <a:buNone/>
            </a:pP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Growth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Lean</a:t>
            </a:r>
            <a:endParaRPr lang="en-IN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IN" b="1" dirty="0"/>
              <a:t>Leadership </a:t>
            </a:r>
          </a:p>
          <a:p>
            <a:pPr marL="342900" lvl="1" indent="0">
              <a:buNone/>
            </a:pPr>
            <a:endParaRPr lang="en-IN" b="1" dirty="0"/>
          </a:p>
          <a:p>
            <a:pPr marL="132160" lvl="1" indent="-132160">
              <a:buNone/>
            </a:pPr>
            <a:r>
              <a:rPr lang="en-IN" b="1" dirty="0"/>
              <a:t>     </a:t>
            </a:r>
            <a:r>
              <a:rPr lang="en-IN" dirty="0"/>
              <a:t>DBS is described as Danaher’s </a:t>
            </a:r>
            <a:r>
              <a:rPr lang="en-IN" b="1" dirty="0"/>
              <a:t>long‑term competitive          advantage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232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49111D-6500-3628-6E0D-8A2DACBA163F}"/>
              </a:ext>
            </a:extLst>
          </p:cNvPr>
          <p:cNvGraphicFramePr>
            <a:graphicFrameLocks noGrp="1"/>
          </p:cNvGraphicFramePr>
          <p:nvPr/>
        </p:nvGraphicFramePr>
        <p:xfrm>
          <a:off x="915803" y="1339850"/>
          <a:ext cx="7312395" cy="41783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8082">
                  <a:extLst>
                    <a:ext uri="{9D8B030D-6E8A-4147-A177-3AD203B41FA5}">
                      <a16:colId xmlns:a16="http://schemas.microsoft.com/office/drawing/2014/main" val="1618830608"/>
                    </a:ext>
                  </a:extLst>
                </a:gridCol>
                <a:gridCol w="2887253">
                  <a:extLst>
                    <a:ext uri="{9D8B030D-6E8A-4147-A177-3AD203B41FA5}">
                      <a16:colId xmlns:a16="http://schemas.microsoft.com/office/drawing/2014/main" val="3034348427"/>
                    </a:ext>
                  </a:extLst>
                </a:gridCol>
                <a:gridCol w="3017060">
                  <a:extLst>
                    <a:ext uri="{9D8B030D-6E8A-4147-A177-3AD203B41FA5}">
                      <a16:colId xmlns:a16="http://schemas.microsoft.com/office/drawing/2014/main" val="3005460212"/>
                    </a:ext>
                  </a:extLst>
                </a:gridCol>
              </a:tblGrid>
              <a:tr h="2673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 dirty="0">
                          <a:effectLst/>
                        </a:rPr>
                        <a:t>Dimension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GE Healthcare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Danaher (DBS)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extLst>
                  <a:ext uri="{0D108BD9-81ED-4DB2-BD59-A6C34878D82A}">
                    <a16:rowId xmlns:a16="http://schemas.microsoft.com/office/drawing/2014/main" val="3500913444"/>
                  </a:ext>
                </a:extLst>
              </a:tr>
              <a:tr h="488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Core Philosophy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Integration + governance + Lean for healthcare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Lean + Growth + Leadership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extLst>
                  <a:ext uri="{0D108BD9-81ED-4DB2-BD59-A6C34878D82A}">
                    <a16:rowId xmlns:a16="http://schemas.microsoft.com/office/drawing/2014/main" val="3255615609"/>
                  </a:ext>
                </a:extLst>
              </a:tr>
              <a:tr h="488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Roots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GE’s Lean Six Sigma heritage + healthcare workflow science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Toyota-style Lean adapted over 35 years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extLst>
                  <a:ext uri="{0D108BD9-81ED-4DB2-BD59-A6C34878D82A}">
                    <a16:rowId xmlns:a16="http://schemas.microsoft.com/office/drawing/2014/main" val="481560211"/>
                  </a:ext>
                </a:extLst>
              </a:tr>
              <a:tr h="7103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Operating System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No single branded OS, but structured Lean governance &amp; hospital transformation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DBS (full operating system)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extLst>
                  <a:ext uri="{0D108BD9-81ED-4DB2-BD59-A6C34878D82A}">
                    <a16:rowId xmlns:a16="http://schemas.microsoft.com/office/drawing/2014/main" val="2905734509"/>
                  </a:ext>
                </a:extLst>
              </a:tr>
              <a:tr h="488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Governance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Strong governance frameworks for alignment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Hoshin, daily management, DBS office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extLst>
                  <a:ext uri="{0D108BD9-81ED-4DB2-BD59-A6C34878D82A}">
                    <a16:rowId xmlns:a16="http://schemas.microsoft.com/office/drawing/2014/main" val="1540938057"/>
                  </a:ext>
                </a:extLst>
              </a:tr>
              <a:tr h="2673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Kaizen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Present, but less formalized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Deep institutional Kaizen engine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extLst>
                  <a:ext uri="{0D108BD9-81ED-4DB2-BD59-A6C34878D82A}">
                    <a16:rowId xmlns:a16="http://schemas.microsoft.com/office/drawing/2014/main" val="3493535780"/>
                  </a:ext>
                </a:extLst>
              </a:tr>
              <a:tr h="488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Digital Ops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AI scheduling, OR workflow, enterprise integration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AI adoption, flow optimization, analytics embedded in DBS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extLst>
                  <a:ext uri="{0D108BD9-81ED-4DB2-BD59-A6C34878D82A}">
                    <a16:rowId xmlns:a16="http://schemas.microsoft.com/office/drawing/2014/main" val="3009743546"/>
                  </a:ext>
                </a:extLst>
              </a:tr>
              <a:tr h="488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Culture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Leadership, capacity, staff satisfaction focus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“Best Team Wins”, talent cultivation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extLst>
                  <a:ext uri="{0D108BD9-81ED-4DB2-BD59-A6C34878D82A}">
                    <a16:rowId xmlns:a16="http://schemas.microsoft.com/office/drawing/2014/main" val="2326375891"/>
                  </a:ext>
                </a:extLst>
              </a:tr>
              <a:tr h="488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Breadth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>
                          <a:effectLst/>
                        </a:rPr>
                        <a:t>Hospital systems, clinical workflow, supply chain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300" kern="100" dirty="0">
                          <a:effectLst/>
                        </a:rPr>
                        <a:t>Manufacturing, R&amp;D, sales, marketing, supply chain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031" marR="10031" marT="10031" marB="10031" anchor="ctr"/>
                </a:tc>
                <a:extLst>
                  <a:ext uri="{0D108BD9-81ED-4DB2-BD59-A6C34878D82A}">
                    <a16:rowId xmlns:a16="http://schemas.microsoft.com/office/drawing/2014/main" val="647195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774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5FF2FF-3977-98E1-B71A-521F61D76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8" y="1850478"/>
            <a:ext cx="8807153" cy="278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83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3889D4-B888-BA49-8F5D-41FC653FD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27" y="1952954"/>
            <a:ext cx="8757746" cy="192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577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</TotalTime>
  <Words>1395</Words>
  <Application>Microsoft Office PowerPoint</Application>
  <PresentationFormat>On-screen Show (4:3)</PresentationFormat>
  <Paragraphs>195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Segoe UI</vt:lpstr>
      <vt:lpstr>Symbol</vt:lpstr>
      <vt:lpstr>Wingdings</vt:lpstr>
      <vt:lpstr>Retrospect</vt:lpstr>
      <vt:lpstr>McKinsey’s Take on Operational Excellence   McKinsey’s modern view of Operational Excellence has evolved far beyond Lean, Six Sigma, and classical productivity programs. Their newest publications describe Next‑Generation OpEx as a technology‑enabled, human-centered, end‑to‑end operating system designed to make organizations faster, smarter, more resilient, and capable of continuous reinvention. </vt:lpstr>
      <vt:lpstr>Why Operational Excellence Matters Now (McKinsey Perspective) </vt:lpstr>
      <vt:lpstr>McKinsey’s Definition of “Next-Generation Operational Excellence” </vt:lpstr>
      <vt:lpstr>McKinsey’s 5 Core Elements of Operational Excellence </vt:lpstr>
      <vt:lpstr>McKinsey’s Insight: Why Traditional OpEx Fails </vt:lpstr>
      <vt:lpstr>What High-performing Companies Do Differently (McKinsey Research) </vt:lpstr>
      <vt:lpstr>McKinsey’s “Rewiring for Productivity” View </vt:lpstr>
      <vt:lpstr>McKinsey’s Operational Excellence Framework (Strategic Overview)</vt:lpstr>
      <vt:lpstr>PowerPoint Presentation</vt:lpstr>
      <vt:lpstr>McKinsey’s Guidance on End-to-End Operational Excellence (E2E)  </vt:lpstr>
      <vt:lpstr>PowerPoint Presentation</vt:lpstr>
      <vt:lpstr>Final Summary of McKinsey’s View </vt:lpstr>
      <vt:lpstr>Quick‑Start Rollout Plan (30/60/90) — McKinsey Style </vt:lpstr>
      <vt:lpstr>Core Principles of :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Trivedi, Vedang</dc:creator>
  <cp:keywords/>
  <dc:description>generated using python-pptx</dc:description>
  <cp:lastModifiedBy>Trivedi, Vedang</cp:lastModifiedBy>
  <cp:revision>2</cp:revision>
  <dcterms:created xsi:type="dcterms:W3CDTF">2013-01-27T09:14:16Z</dcterms:created>
  <dcterms:modified xsi:type="dcterms:W3CDTF">2026-02-17T06:43:04Z</dcterms:modified>
  <cp:category/>
</cp:coreProperties>
</file>