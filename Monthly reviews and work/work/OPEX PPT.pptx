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6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48853-4552-4D9D-8301-B3BB2CB8A784}" v="2" dt="2026-03-23T09:40:24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vedi, Vedang" userId="d7ee25a5-f45d-4198-8364-7be52932307b" providerId="ADAL" clId="{A618D050-3FB8-4B5C-A91B-031587FF3BCF}"/>
    <pc:docChg chg="undo custSel delSld modSld sldOrd">
      <pc:chgData name="Trivedi, Vedang" userId="d7ee25a5-f45d-4198-8364-7be52932307b" providerId="ADAL" clId="{A618D050-3FB8-4B5C-A91B-031587FF3BCF}" dt="2026-03-23T09:40:24.842" v="23" actId="255"/>
      <pc:docMkLst>
        <pc:docMk/>
      </pc:docMkLst>
      <pc:sldChg chg="modSp mod">
        <pc:chgData name="Trivedi, Vedang" userId="d7ee25a5-f45d-4198-8364-7be52932307b" providerId="ADAL" clId="{A618D050-3FB8-4B5C-A91B-031587FF3BCF}" dt="2026-03-23T09:40:24.842" v="23" actId="255"/>
        <pc:sldMkLst>
          <pc:docMk/>
          <pc:sldMk cId="2202316454" sldId="263"/>
        </pc:sldMkLst>
        <pc:graphicFrameChg chg="mod">
          <ac:chgData name="Trivedi, Vedang" userId="d7ee25a5-f45d-4198-8364-7be52932307b" providerId="ADAL" clId="{A618D050-3FB8-4B5C-A91B-031587FF3BCF}" dt="2026-03-23T09:40:24.842" v="23" actId="255"/>
          <ac:graphicFrameMkLst>
            <pc:docMk/>
            <pc:sldMk cId="2202316454" sldId="263"/>
            <ac:graphicFrameMk id="8" creationId="{A75FE2BF-625F-1C24-5BD4-78E7003E103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6221B3-4739-414D-BBD6-07C567DBD4E7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D67A9F-533A-40E2-891C-996977E70E37}">
      <dgm:prSet phldrT="[Text]"/>
      <dgm:spPr/>
      <dgm:t>
        <a:bodyPr/>
        <a:lstStyle/>
        <a:p>
          <a:pPr>
            <a:buNone/>
          </a:pPr>
          <a:r>
            <a:rPr lang="en-IN" b="1"/>
            <a:t>1. Lean (Toyota Production System)</a:t>
          </a:r>
          <a:endParaRPr lang="en-IN"/>
        </a:p>
      </dgm:t>
    </dgm:pt>
    <dgm:pt modelId="{B1DCFE1B-DB63-46B8-AA09-F31A42E9FF05}" type="parTrans" cxnId="{8B09AA85-F5ED-4ED7-94D9-284C289A32F0}">
      <dgm:prSet/>
      <dgm:spPr/>
      <dgm:t>
        <a:bodyPr/>
        <a:lstStyle/>
        <a:p>
          <a:endParaRPr lang="en-IN"/>
        </a:p>
      </dgm:t>
    </dgm:pt>
    <dgm:pt modelId="{D222C9C1-6E77-4ED4-9231-C434072EA872}" type="sibTrans" cxnId="{8B09AA85-F5ED-4ED7-94D9-284C289A32F0}">
      <dgm:prSet/>
      <dgm:spPr/>
      <dgm:t>
        <a:bodyPr/>
        <a:lstStyle/>
        <a:p>
          <a:endParaRPr lang="en-IN"/>
        </a:p>
      </dgm:t>
    </dgm:pt>
    <dgm:pt modelId="{0EFD3EFC-EE68-4F10-8731-2FBADCFDC15B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Eliminating waste (Muda) across processes</a:t>
          </a:r>
          <a:endParaRPr lang="en-IN" dirty="0"/>
        </a:p>
      </dgm:t>
    </dgm:pt>
    <dgm:pt modelId="{D5642D4A-7A11-4202-9F31-BF50B3ECDA75}" type="parTrans" cxnId="{39AF1B97-8E70-42C1-8C08-BA3207292503}">
      <dgm:prSet/>
      <dgm:spPr/>
      <dgm:t>
        <a:bodyPr/>
        <a:lstStyle/>
        <a:p>
          <a:endParaRPr lang="en-IN"/>
        </a:p>
      </dgm:t>
    </dgm:pt>
    <dgm:pt modelId="{86B8B68E-D271-4CE1-B1AD-AFDF01D2D23D}" type="sibTrans" cxnId="{39AF1B97-8E70-42C1-8C08-BA3207292503}">
      <dgm:prSet/>
      <dgm:spPr/>
      <dgm:t>
        <a:bodyPr/>
        <a:lstStyle/>
        <a:p>
          <a:endParaRPr lang="en-IN"/>
        </a:p>
      </dgm:t>
    </dgm:pt>
    <dgm:pt modelId="{5FCC4902-D515-4EFC-A39D-38CE3015B247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Plants, supply chain, GBS</a:t>
          </a:r>
          <a:endParaRPr lang="en-IN" dirty="0"/>
        </a:p>
      </dgm:t>
    </dgm:pt>
    <dgm:pt modelId="{63B1A990-4B3D-4E38-9306-1BD14842F346}" type="parTrans" cxnId="{45167D84-8CC3-47D8-8C67-ADC2F2F95215}">
      <dgm:prSet/>
      <dgm:spPr/>
      <dgm:t>
        <a:bodyPr/>
        <a:lstStyle/>
        <a:p>
          <a:endParaRPr lang="en-IN"/>
        </a:p>
      </dgm:t>
    </dgm:pt>
    <dgm:pt modelId="{A7C4DD2C-545D-4184-8311-295AF01D4818}" type="sibTrans" cxnId="{45167D84-8CC3-47D8-8C67-ADC2F2F95215}">
      <dgm:prSet/>
      <dgm:spPr/>
      <dgm:t>
        <a:bodyPr/>
        <a:lstStyle/>
        <a:p>
          <a:endParaRPr lang="en-IN"/>
        </a:p>
      </dgm:t>
    </dgm:pt>
    <dgm:pt modelId="{6FE44EC4-C41E-4162-93CF-A2CFBBC87DC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Application Examples: </a:t>
          </a:r>
          <a:endParaRPr lang="en-IN"/>
        </a:p>
      </dgm:t>
    </dgm:pt>
    <dgm:pt modelId="{153F50BE-EF73-4002-9A3F-35ED30DF1F26}" type="parTrans" cxnId="{5D23416C-1CFB-4F9F-8E69-5ED3098BF624}">
      <dgm:prSet/>
      <dgm:spPr/>
      <dgm:t>
        <a:bodyPr/>
        <a:lstStyle/>
        <a:p>
          <a:endParaRPr lang="en-IN"/>
        </a:p>
      </dgm:t>
    </dgm:pt>
    <dgm:pt modelId="{FB122DAC-FA98-48F7-ACDD-3EFBF9242706}" type="sibTrans" cxnId="{5D23416C-1CFB-4F9F-8E69-5ED3098BF624}">
      <dgm:prSet/>
      <dgm:spPr/>
      <dgm:t>
        <a:bodyPr/>
        <a:lstStyle/>
        <a:p>
          <a:endParaRPr lang="en-IN"/>
        </a:p>
      </dgm:t>
    </dgm:pt>
    <dgm:pt modelId="{9D9E700F-75E0-4C03-87A9-CC4CE704CBD3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Reduce changeover time on lines</a:t>
          </a:r>
          <a:endParaRPr lang="en-IN"/>
        </a:p>
      </dgm:t>
    </dgm:pt>
    <dgm:pt modelId="{9C6DA277-F103-41E1-9F37-949617F7C33E}" type="parTrans" cxnId="{560D0968-3759-4DDC-AF55-491750DA76CD}">
      <dgm:prSet/>
      <dgm:spPr/>
      <dgm:t>
        <a:bodyPr/>
        <a:lstStyle/>
        <a:p>
          <a:endParaRPr lang="en-IN"/>
        </a:p>
      </dgm:t>
    </dgm:pt>
    <dgm:pt modelId="{23F111F0-C929-4AD7-99F8-0FD7EF54CA33}" type="sibTrans" cxnId="{560D0968-3759-4DDC-AF55-491750DA76CD}">
      <dgm:prSet/>
      <dgm:spPr/>
      <dgm:t>
        <a:bodyPr/>
        <a:lstStyle/>
        <a:p>
          <a:endParaRPr lang="en-IN"/>
        </a:p>
      </dgm:t>
    </dgm:pt>
    <dgm:pt modelId="{976C6936-06E0-45FF-B1C6-FBDF763F545E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Reduce inventory in warehouses</a:t>
          </a:r>
          <a:endParaRPr lang="en-IN"/>
        </a:p>
      </dgm:t>
    </dgm:pt>
    <dgm:pt modelId="{EBC5AFF5-AB5D-4F47-BF85-ABF64715732A}" type="parTrans" cxnId="{02ED0CB6-74B4-405B-8BAC-7EEEF359C259}">
      <dgm:prSet/>
      <dgm:spPr/>
      <dgm:t>
        <a:bodyPr/>
        <a:lstStyle/>
        <a:p>
          <a:endParaRPr lang="en-IN"/>
        </a:p>
      </dgm:t>
    </dgm:pt>
    <dgm:pt modelId="{87D115DB-F549-4343-9397-515024307649}" type="sibTrans" cxnId="{02ED0CB6-74B4-405B-8BAC-7EEEF359C259}">
      <dgm:prSet/>
      <dgm:spPr/>
      <dgm:t>
        <a:bodyPr/>
        <a:lstStyle/>
        <a:p>
          <a:endParaRPr lang="en-IN"/>
        </a:p>
      </dgm:t>
    </dgm:pt>
    <dgm:pt modelId="{2212BF00-D1BB-4B9A-8ECB-EBF57D94399F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Improve order fulfilment processes</a:t>
          </a:r>
          <a:endParaRPr lang="en-IN" dirty="0"/>
        </a:p>
      </dgm:t>
    </dgm:pt>
    <dgm:pt modelId="{FD31D065-FA71-4381-8D68-134528804801}" type="parTrans" cxnId="{7FF1E4CA-2CA0-48DD-A2D5-FD85D16A7CCF}">
      <dgm:prSet/>
      <dgm:spPr/>
      <dgm:t>
        <a:bodyPr/>
        <a:lstStyle/>
        <a:p>
          <a:endParaRPr lang="en-IN"/>
        </a:p>
      </dgm:t>
    </dgm:pt>
    <dgm:pt modelId="{58798AB0-2CC0-4923-B18B-AB9AD149CDCE}" type="sibTrans" cxnId="{7FF1E4CA-2CA0-48DD-A2D5-FD85D16A7CCF}">
      <dgm:prSet/>
      <dgm:spPr/>
      <dgm:t>
        <a:bodyPr/>
        <a:lstStyle/>
        <a:p>
          <a:endParaRPr lang="en-IN"/>
        </a:p>
      </dgm:t>
    </dgm:pt>
    <dgm:pt modelId="{467CD962-A374-4FBE-9B3B-F6CD57A6E15A}">
      <dgm:prSet/>
      <dgm:spPr/>
      <dgm:t>
        <a:bodyPr/>
        <a:lstStyle/>
        <a:p>
          <a:pPr>
            <a:buNone/>
          </a:pPr>
          <a:r>
            <a:rPr lang="en-IN" b="1"/>
            <a:t>2. Six Sigma (DMAIC)</a:t>
          </a:r>
          <a:endParaRPr lang="en-IN"/>
        </a:p>
      </dgm:t>
    </dgm:pt>
    <dgm:pt modelId="{B9E7515E-DD08-4E7B-A986-56531C13B2DE}" type="parTrans" cxnId="{CAB5C3AA-A041-45C0-B465-F4864E0C7DA5}">
      <dgm:prSet/>
      <dgm:spPr/>
      <dgm:t>
        <a:bodyPr/>
        <a:lstStyle/>
        <a:p>
          <a:endParaRPr lang="en-IN"/>
        </a:p>
      </dgm:t>
    </dgm:pt>
    <dgm:pt modelId="{5D65E886-D8C2-4073-B562-0C009BD1F3EF}" type="sibTrans" cxnId="{CAB5C3AA-A041-45C0-B465-F4864E0C7DA5}">
      <dgm:prSet/>
      <dgm:spPr/>
      <dgm:t>
        <a:bodyPr/>
        <a:lstStyle/>
        <a:p>
          <a:endParaRPr lang="en-IN"/>
        </a:p>
      </dgm:t>
    </dgm:pt>
    <dgm:pt modelId="{AE234975-77A1-4340-803A-1A9F52912B01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Data‑driven problem solving to reduce defects</a:t>
          </a:r>
          <a:endParaRPr lang="en-IN"/>
        </a:p>
      </dgm:t>
    </dgm:pt>
    <dgm:pt modelId="{DE2C28B1-281B-4FF2-9076-078947503ABC}" type="parTrans" cxnId="{1309B3E1-516C-45D5-8158-6298ED1056F2}">
      <dgm:prSet/>
      <dgm:spPr/>
      <dgm:t>
        <a:bodyPr/>
        <a:lstStyle/>
        <a:p>
          <a:endParaRPr lang="en-IN"/>
        </a:p>
      </dgm:t>
    </dgm:pt>
    <dgm:pt modelId="{A135DB01-1209-43BB-A358-9562E2186B8C}" type="sibTrans" cxnId="{1309B3E1-516C-45D5-8158-6298ED1056F2}">
      <dgm:prSet/>
      <dgm:spPr/>
      <dgm:t>
        <a:bodyPr/>
        <a:lstStyle/>
        <a:p>
          <a:endParaRPr lang="en-IN"/>
        </a:p>
      </dgm:t>
    </dgm:pt>
    <dgm:pt modelId="{8F91B705-22CE-40A7-9F3E-5534D5483D26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Manufacturing, quality, planning, service</a:t>
          </a:r>
          <a:endParaRPr lang="en-IN"/>
        </a:p>
      </dgm:t>
    </dgm:pt>
    <dgm:pt modelId="{DEB90C56-AA35-416D-9BBE-01D88A5C0BFA}" type="parTrans" cxnId="{0D296419-B820-423C-A164-5A22ABD20A03}">
      <dgm:prSet/>
      <dgm:spPr/>
      <dgm:t>
        <a:bodyPr/>
        <a:lstStyle/>
        <a:p>
          <a:endParaRPr lang="en-IN"/>
        </a:p>
      </dgm:t>
    </dgm:pt>
    <dgm:pt modelId="{3D510CBB-2714-430C-9E81-70F8D6F6CC67}" type="sibTrans" cxnId="{0D296419-B820-423C-A164-5A22ABD20A03}">
      <dgm:prSet/>
      <dgm:spPr/>
      <dgm:t>
        <a:bodyPr/>
        <a:lstStyle/>
        <a:p>
          <a:endParaRPr lang="en-IN"/>
        </a:p>
      </dgm:t>
    </dgm:pt>
    <dgm:pt modelId="{A3A0C44C-5605-406A-8E7F-2737D64B0AAE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Application Examples: </a:t>
          </a:r>
          <a:endParaRPr lang="en-IN"/>
        </a:p>
      </dgm:t>
    </dgm:pt>
    <dgm:pt modelId="{75C3FA93-793D-46F8-AA84-8345B6E694DE}" type="parTrans" cxnId="{77558CE1-76AB-46E6-94A7-C358D5534341}">
      <dgm:prSet/>
      <dgm:spPr/>
      <dgm:t>
        <a:bodyPr/>
        <a:lstStyle/>
        <a:p>
          <a:endParaRPr lang="en-IN"/>
        </a:p>
      </dgm:t>
    </dgm:pt>
    <dgm:pt modelId="{296BEA51-6BD2-4195-92FB-8F1CEC46F23D}" type="sibTrans" cxnId="{77558CE1-76AB-46E6-94A7-C358D5534341}">
      <dgm:prSet/>
      <dgm:spPr/>
      <dgm:t>
        <a:bodyPr/>
        <a:lstStyle/>
        <a:p>
          <a:endParaRPr lang="en-IN"/>
        </a:p>
      </dgm:t>
    </dgm:pt>
    <dgm:pt modelId="{BE82848C-BD20-4322-A93A-E9986C93FA61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Reduce customer complaints</a:t>
          </a:r>
          <a:endParaRPr lang="en-IN"/>
        </a:p>
      </dgm:t>
    </dgm:pt>
    <dgm:pt modelId="{6B15DC8C-B841-44EB-B545-8D5E5BAF1536}" type="parTrans" cxnId="{0630DD66-2E4E-4145-9884-E37A2A8EE71C}">
      <dgm:prSet/>
      <dgm:spPr/>
      <dgm:t>
        <a:bodyPr/>
        <a:lstStyle/>
        <a:p>
          <a:endParaRPr lang="en-IN"/>
        </a:p>
      </dgm:t>
    </dgm:pt>
    <dgm:pt modelId="{54ECF28E-FEF8-4E41-90F9-8E55D4770E12}" type="sibTrans" cxnId="{0630DD66-2E4E-4145-9884-E37A2A8EE71C}">
      <dgm:prSet/>
      <dgm:spPr/>
      <dgm:t>
        <a:bodyPr/>
        <a:lstStyle/>
        <a:p>
          <a:endParaRPr lang="en-IN"/>
        </a:p>
      </dgm:t>
    </dgm:pt>
    <dgm:pt modelId="{D6BE6574-990E-4F0E-9AED-2429F415C6D0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Improve yield in production</a:t>
          </a:r>
          <a:endParaRPr lang="en-IN"/>
        </a:p>
      </dgm:t>
    </dgm:pt>
    <dgm:pt modelId="{D5351765-A28D-4980-A14A-0AD1E06C3EFD}" type="parTrans" cxnId="{3C76A909-FADB-4472-88EF-A031C4DA7197}">
      <dgm:prSet/>
      <dgm:spPr/>
      <dgm:t>
        <a:bodyPr/>
        <a:lstStyle/>
        <a:p>
          <a:endParaRPr lang="en-IN"/>
        </a:p>
      </dgm:t>
    </dgm:pt>
    <dgm:pt modelId="{B49FAF83-9A2A-449A-BE75-6E0F9B236CB1}" type="sibTrans" cxnId="{3C76A909-FADB-4472-88EF-A031C4DA7197}">
      <dgm:prSet/>
      <dgm:spPr/>
      <dgm:t>
        <a:bodyPr/>
        <a:lstStyle/>
        <a:p>
          <a:endParaRPr lang="en-IN"/>
        </a:p>
      </dgm:t>
    </dgm:pt>
    <dgm:pt modelId="{87335124-BC45-4883-926B-F614F43B7E1A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Reduce forecast error</a:t>
          </a:r>
          <a:endParaRPr lang="en-IN"/>
        </a:p>
      </dgm:t>
    </dgm:pt>
    <dgm:pt modelId="{DE08F0E7-FC42-4978-B020-10888F3A6D18}" type="parTrans" cxnId="{04ACB00A-7A5D-4931-BBEB-F7C519B6EACA}">
      <dgm:prSet/>
      <dgm:spPr/>
      <dgm:t>
        <a:bodyPr/>
        <a:lstStyle/>
        <a:p>
          <a:endParaRPr lang="en-IN"/>
        </a:p>
      </dgm:t>
    </dgm:pt>
    <dgm:pt modelId="{5FF913AE-EDB3-463B-97A4-45C401B1C5E9}" type="sibTrans" cxnId="{04ACB00A-7A5D-4931-BBEB-F7C519B6EACA}">
      <dgm:prSet/>
      <dgm:spPr/>
      <dgm:t>
        <a:bodyPr/>
        <a:lstStyle/>
        <a:p>
          <a:endParaRPr lang="en-IN"/>
        </a:p>
      </dgm:t>
    </dgm:pt>
    <dgm:pt modelId="{B86A228F-7131-4023-86C4-2700501B17EC}">
      <dgm:prSet/>
      <dgm:spPr/>
      <dgm:t>
        <a:bodyPr/>
        <a:lstStyle/>
        <a:p>
          <a:pPr>
            <a:buNone/>
          </a:pPr>
          <a:r>
            <a:rPr lang="en-IN" b="1"/>
            <a:t>3. Total Productive Maintenance (TPM)</a:t>
          </a:r>
          <a:endParaRPr lang="en-IN"/>
        </a:p>
      </dgm:t>
    </dgm:pt>
    <dgm:pt modelId="{548F88E5-3A2C-4442-B081-B5DE260DAB8B}" type="parTrans" cxnId="{9326E3E1-30EC-426F-A5A3-912F03967C7B}">
      <dgm:prSet/>
      <dgm:spPr/>
      <dgm:t>
        <a:bodyPr/>
        <a:lstStyle/>
        <a:p>
          <a:endParaRPr lang="en-IN"/>
        </a:p>
      </dgm:t>
    </dgm:pt>
    <dgm:pt modelId="{99791E79-42DC-4B20-9328-C1BFD0C23621}" type="sibTrans" cxnId="{9326E3E1-30EC-426F-A5A3-912F03967C7B}">
      <dgm:prSet/>
      <dgm:spPr/>
      <dgm:t>
        <a:bodyPr/>
        <a:lstStyle/>
        <a:p>
          <a:endParaRPr lang="en-IN"/>
        </a:p>
      </dgm:t>
    </dgm:pt>
    <dgm:pt modelId="{7F2E4737-4CB6-457D-9B62-57C369AF5C77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World‑class manufacturing practices for equipment reliability</a:t>
          </a:r>
          <a:endParaRPr lang="en-IN"/>
        </a:p>
      </dgm:t>
    </dgm:pt>
    <dgm:pt modelId="{EDD8D2C2-3F65-420C-AF6C-BC9ACCCF1940}" type="parTrans" cxnId="{8ECBC8F7-BFD1-4A62-882C-7AE7ACC2AFFD}">
      <dgm:prSet/>
      <dgm:spPr/>
      <dgm:t>
        <a:bodyPr/>
        <a:lstStyle/>
        <a:p>
          <a:endParaRPr lang="en-IN"/>
        </a:p>
      </dgm:t>
    </dgm:pt>
    <dgm:pt modelId="{17124EE5-6EC4-46EC-93D9-A9BC15DE0360}" type="sibTrans" cxnId="{8ECBC8F7-BFD1-4A62-882C-7AE7ACC2AFFD}">
      <dgm:prSet/>
      <dgm:spPr/>
      <dgm:t>
        <a:bodyPr/>
        <a:lstStyle/>
        <a:p>
          <a:endParaRPr lang="en-IN"/>
        </a:p>
      </dgm:t>
    </dgm:pt>
    <dgm:pt modelId="{D4C189C3-410B-4355-8997-07E2058AD66A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Factories, utilities, maintenance systems</a:t>
          </a:r>
          <a:endParaRPr lang="en-IN"/>
        </a:p>
      </dgm:t>
    </dgm:pt>
    <dgm:pt modelId="{6B020349-B9A2-4694-B688-21257F498A6E}" type="parTrans" cxnId="{D751D13E-38C4-4149-BB7D-EA25C0A8A162}">
      <dgm:prSet/>
      <dgm:spPr/>
      <dgm:t>
        <a:bodyPr/>
        <a:lstStyle/>
        <a:p>
          <a:endParaRPr lang="en-IN"/>
        </a:p>
      </dgm:t>
    </dgm:pt>
    <dgm:pt modelId="{9AB53A84-410A-4977-9E0B-428F0B6ACF1B}" type="sibTrans" cxnId="{D751D13E-38C4-4149-BB7D-EA25C0A8A162}">
      <dgm:prSet/>
      <dgm:spPr/>
      <dgm:t>
        <a:bodyPr/>
        <a:lstStyle/>
        <a:p>
          <a:endParaRPr lang="en-IN"/>
        </a:p>
      </dgm:t>
    </dgm:pt>
    <dgm:pt modelId="{B06E09FB-FC91-496D-8F02-38053842394A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Application Examples: </a:t>
          </a:r>
          <a:endParaRPr lang="en-IN"/>
        </a:p>
      </dgm:t>
    </dgm:pt>
    <dgm:pt modelId="{70D66903-5763-43E1-B820-04601E414D30}" type="parTrans" cxnId="{83ECD15D-2D10-44F2-91EC-FE2902A594B7}">
      <dgm:prSet/>
      <dgm:spPr/>
      <dgm:t>
        <a:bodyPr/>
        <a:lstStyle/>
        <a:p>
          <a:endParaRPr lang="en-IN"/>
        </a:p>
      </dgm:t>
    </dgm:pt>
    <dgm:pt modelId="{6B8200D5-1921-4B55-B62F-88D05437547C}" type="sibTrans" cxnId="{83ECD15D-2D10-44F2-91EC-FE2902A594B7}">
      <dgm:prSet/>
      <dgm:spPr/>
      <dgm:t>
        <a:bodyPr/>
        <a:lstStyle/>
        <a:p>
          <a:endParaRPr lang="en-IN"/>
        </a:p>
      </dgm:t>
    </dgm:pt>
    <dgm:pt modelId="{2BC28F8B-1660-451C-A78E-90B9D5A35427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Increase OEE (Overall Equipment Effectiveness)</a:t>
          </a:r>
          <a:endParaRPr lang="en-IN"/>
        </a:p>
      </dgm:t>
    </dgm:pt>
    <dgm:pt modelId="{014DEDA0-C960-4309-9761-298AE212DDA7}" type="parTrans" cxnId="{CE12AB30-0E4E-4019-832C-5ABE80435C0B}">
      <dgm:prSet/>
      <dgm:spPr/>
      <dgm:t>
        <a:bodyPr/>
        <a:lstStyle/>
        <a:p>
          <a:endParaRPr lang="en-IN"/>
        </a:p>
      </dgm:t>
    </dgm:pt>
    <dgm:pt modelId="{8C07C137-D4D3-49D8-8325-B2B527956DBF}" type="sibTrans" cxnId="{CE12AB30-0E4E-4019-832C-5ABE80435C0B}">
      <dgm:prSet/>
      <dgm:spPr/>
      <dgm:t>
        <a:bodyPr/>
        <a:lstStyle/>
        <a:p>
          <a:endParaRPr lang="en-IN"/>
        </a:p>
      </dgm:t>
    </dgm:pt>
    <dgm:pt modelId="{A3C13F7F-F26F-4CCF-95B0-37F8A14BED27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Reduce breakdowns</a:t>
          </a:r>
          <a:endParaRPr lang="en-IN"/>
        </a:p>
      </dgm:t>
    </dgm:pt>
    <dgm:pt modelId="{570EC0DB-DD9F-4C77-84FC-427B347B8D6E}" type="parTrans" cxnId="{2AA139D4-44AC-4ED3-B0A8-F15AEEDEBF77}">
      <dgm:prSet/>
      <dgm:spPr/>
      <dgm:t>
        <a:bodyPr/>
        <a:lstStyle/>
        <a:p>
          <a:endParaRPr lang="en-IN"/>
        </a:p>
      </dgm:t>
    </dgm:pt>
    <dgm:pt modelId="{19D62260-1582-48F9-9166-BF20F21A3D69}" type="sibTrans" cxnId="{2AA139D4-44AC-4ED3-B0A8-F15AEEDEBF77}">
      <dgm:prSet/>
      <dgm:spPr/>
      <dgm:t>
        <a:bodyPr/>
        <a:lstStyle/>
        <a:p>
          <a:endParaRPr lang="en-IN"/>
        </a:p>
      </dgm:t>
    </dgm:pt>
    <dgm:pt modelId="{A9FDC015-750F-459C-A4A9-D85DDF63906E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Improve line speed &amp; uptime</a:t>
          </a:r>
          <a:endParaRPr lang="en-IN"/>
        </a:p>
      </dgm:t>
    </dgm:pt>
    <dgm:pt modelId="{8E60CC39-292E-443B-A356-8CD80A53AACB}" type="parTrans" cxnId="{AF61B56D-BA1B-4492-9FF0-6185A412D3A9}">
      <dgm:prSet/>
      <dgm:spPr/>
      <dgm:t>
        <a:bodyPr/>
        <a:lstStyle/>
        <a:p>
          <a:endParaRPr lang="en-IN"/>
        </a:p>
      </dgm:t>
    </dgm:pt>
    <dgm:pt modelId="{213DECD8-BE1B-4481-A821-9B61A4438EA7}" type="sibTrans" cxnId="{AF61B56D-BA1B-4492-9FF0-6185A412D3A9}">
      <dgm:prSet/>
      <dgm:spPr/>
      <dgm:t>
        <a:bodyPr/>
        <a:lstStyle/>
        <a:p>
          <a:endParaRPr lang="en-IN"/>
        </a:p>
      </dgm:t>
    </dgm:pt>
    <dgm:pt modelId="{6A79295D-C99E-437E-BD1D-8166045FF892}">
      <dgm:prSet/>
      <dgm:spPr/>
      <dgm:t>
        <a:bodyPr/>
        <a:lstStyle/>
        <a:p>
          <a:pPr>
            <a:buNone/>
          </a:pPr>
          <a:r>
            <a:rPr lang="en-IN" b="1"/>
            <a:t>4. Integrated Business Planning (IBP)</a:t>
          </a:r>
          <a:endParaRPr lang="en-IN"/>
        </a:p>
      </dgm:t>
    </dgm:pt>
    <dgm:pt modelId="{EAE6F4F2-9277-4C78-A7F6-DBEFD8147E77}" type="parTrans" cxnId="{7EAB23A9-714F-44E0-8804-67CF12939C98}">
      <dgm:prSet/>
      <dgm:spPr/>
      <dgm:t>
        <a:bodyPr/>
        <a:lstStyle/>
        <a:p>
          <a:endParaRPr lang="en-IN"/>
        </a:p>
      </dgm:t>
    </dgm:pt>
    <dgm:pt modelId="{D5DF2BB5-94CD-48BE-8191-691756BC4F64}" type="sibTrans" cxnId="{7EAB23A9-714F-44E0-8804-67CF12939C98}">
      <dgm:prSet/>
      <dgm:spPr/>
      <dgm:t>
        <a:bodyPr/>
        <a:lstStyle/>
        <a:p>
          <a:endParaRPr lang="en-IN"/>
        </a:p>
      </dgm:t>
    </dgm:pt>
    <dgm:pt modelId="{BC454067-DAE1-4C00-91C0-7BF32957D73E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End‑to‑end integration of demand, supply, and financial plans</a:t>
          </a:r>
          <a:endParaRPr lang="en-IN"/>
        </a:p>
      </dgm:t>
    </dgm:pt>
    <dgm:pt modelId="{905DC7C7-2A99-417F-B970-C9DF4BE333FD}" type="parTrans" cxnId="{C7A8728F-B2B3-40D7-9520-926EA09CAB50}">
      <dgm:prSet/>
      <dgm:spPr/>
      <dgm:t>
        <a:bodyPr/>
        <a:lstStyle/>
        <a:p>
          <a:endParaRPr lang="en-IN"/>
        </a:p>
      </dgm:t>
    </dgm:pt>
    <dgm:pt modelId="{91D03728-66D6-4C9B-B5F8-BF57372E60D5}" type="sibTrans" cxnId="{C7A8728F-B2B3-40D7-9520-926EA09CAB50}">
      <dgm:prSet/>
      <dgm:spPr/>
      <dgm:t>
        <a:bodyPr/>
        <a:lstStyle/>
        <a:p>
          <a:endParaRPr lang="en-IN"/>
        </a:p>
      </dgm:t>
    </dgm:pt>
    <dgm:pt modelId="{D688977C-C635-4884-A863-5E548EA7FA2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S&amp;OP, finance, supply chain</a:t>
          </a:r>
          <a:endParaRPr lang="en-IN"/>
        </a:p>
      </dgm:t>
    </dgm:pt>
    <dgm:pt modelId="{A1C551C1-36CD-428E-8110-3B01E9B8A8DF}" type="parTrans" cxnId="{602F41F6-4113-432F-B2D7-6FDA582979D4}">
      <dgm:prSet/>
      <dgm:spPr/>
      <dgm:t>
        <a:bodyPr/>
        <a:lstStyle/>
        <a:p>
          <a:endParaRPr lang="en-IN"/>
        </a:p>
      </dgm:t>
    </dgm:pt>
    <dgm:pt modelId="{E6152497-60A5-4DF9-BE3E-3755077681CE}" type="sibTrans" cxnId="{602F41F6-4113-432F-B2D7-6FDA582979D4}">
      <dgm:prSet/>
      <dgm:spPr/>
      <dgm:t>
        <a:bodyPr/>
        <a:lstStyle/>
        <a:p>
          <a:endParaRPr lang="en-IN"/>
        </a:p>
      </dgm:t>
    </dgm:pt>
    <dgm:pt modelId="{2ADE6892-BC3A-40D3-9BDD-678693A0967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Application Examples: </a:t>
          </a:r>
          <a:endParaRPr lang="en-IN"/>
        </a:p>
      </dgm:t>
    </dgm:pt>
    <dgm:pt modelId="{B2861BF2-495E-40B7-AC62-1B279058861D}" type="parTrans" cxnId="{A43E0A9B-646A-4939-BAAD-4DB651CDA8C9}">
      <dgm:prSet/>
      <dgm:spPr/>
      <dgm:t>
        <a:bodyPr/>
        <a:lstStyle/>
        <a:p>
          <a:endParaRPr lang="en-IN"/>
        </a:p>
      </dgm:t>
    </dgm:pt>
    <dgm:pt modelId="{B20DECD1-F3CE-4719-BC39-5460BCB8456E}" type="sibTrans" cxnId="{A43E0A9B-646A-4939-BAAD-4DB651CDA8C9}">
      <dgm:prSet/>
      <dgm:spPr/>
      <dgm:t>
        <a:bodyPr/>
        <a:lstStyle/>
        <a:p>
          <a:endParaRPr lang="en-IN"/>
        </a:p>
      </dgm:t>
    </dgm:pt>
    <dgm:pt modelId="{50A458F2-603A-418E-B37E-4A865CB0C90D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Align sales forecast with production</a:t>
          </a:r>
          <a:endParaRPr lang="en-IN"/>
        </a:p>
      </dgm:t>
    </dgm:pt>
    <dgm:pt modelId="{23E82902-81CF-4796-A96F-7D4F801E0748}" type="parTrans" cxnId="{CEE4CD9D-8C39-474C-A296-A25CB90E573B}">
      <dgm:prSet/>
      <dgm:spPr/>
      <dgm:t>
        <a:bodyPr/>
        <a:lstStyle/>
        <a:p>
          <a:endParaRPr lang="en-IN"/>
        </a:p>
      </dgm:t>
    </dgm:pt>
    <dgm:pt modelId="{ECA780E4-C172-4F44-AB86-8D4F72AED785}" type="sibTrans" cxnId="{CEE4CD9D-8C39-474C-A296-A25CB90E573B}">
      <dgm:prSet/>
      <dgm:spPr/>
      <dgm:t>
        <a:bodyPr/>
        <a:lstStyle/>
        <a:p>
          <a:endParaRPr lang="en-IN"/>
        </a:p>
      </dgm:t>
    </dgm:pt>
    <dgm:pt modelId="{12EBB672-215F-4E9E-8D93-AEBBB2F2F1F5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Improve customer service levels</a:t>
          </a:r>
          <a:endParaRPr lang="en-IN"/>
        </a:p>
      </dgm:t>
    </dgm:pt>
    <dgm:pt modelId="{9C91C66C-C7D7-461D-828B-B1BE4BB502AF}" type="parTrans" cxnId="{45F16B33-B1EE-4E2C-A026-DA929532DB47}">
      <dgm:prSet/>
      <dgm:spPr/>
      <dgm:t>
        <a:bodyPr/>
        <a:lstStyle/>
        <a:p>
          <a:endParaRPr lang="en-IN"/>
        </a:p>
      </dgm:t>
    </dgm:pt>
    <dgm:pt modelId="{63B68B75-471F-45AC-BAFE-2379697E201A}" type="sibTrans" cxnId="{45F16B33-B1EE-4E2C-A026-DA929532DB47}">
      <dgm:prSet/>
      <dgm:spPr/>
      <dgm:t>
        <a:bodyPr/>
        <a:lstStyle/>
        <a:p>
          <a:endParaRPr lang="en-IN"/>
        </a:p>
      </dgm:t>
    </dgm:pt>
    <dgm:pt modelId="{11D6DA89-0177-41E4-BE71-5F2E66CC58BF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Balance inventory &amp; cost</a:t>
          </a:r>
          <a:endParaRPr lang="en-IN"/>
        </a:p>
      </dgm:t>
    </dgm:pt>
    <dgm:pt modelId="{0A0370A9-305F-4EC7-8DFF-6AFBB264D9C6}" type="parTrans" cxnId="{F8033C32-CDDC-480A-B52A-C65DE6192049}">
      <dgm:prSet/>
      <dgm:spPr/>
      <dgm:t>
        <a:bodyPr/>
        <a:lstStyle/>
        <a:p>
          <a:endParaRPr lang="en-IN"/>
        </a:p>
      </dgm:t>
    </dgm:pt>
    <dgm:pt modelId="{C87C4EEA-FE98-4BFB-827F-A3DC747DCF09}" type="sibTrans" cxnId="{F8033C32-CDDC-480A-B52A-C65DE6192049}">
      <dgm:prSet/>
      <dgm:spPr/>
      <dgm:t>
        <a:bodyPr/>
        <a:lstStyle/>
        <a:p>
          <a:endParaRPr lang="en-IN"/>
        </a:p>
      </dgm:t>
    </dgm:pt>
    <dgm:pt modelId="{3B479448-45B7-4939-9B44-4AED0BE0AA8C}">
      <dgm:prSet/>
      <dgm:spPr/>
      <dgm:t>
        <a:bodyPr/>
        <a:lstStyle/>
        <a:p>
          <a:pPr>
            <a:buNone/>
          </a:pPr>
          <a:r>
            <a:rPr lang="en-IN" b="1"/>
            <a:t>5. Business Process Management (BPM + Digital Workflows)</a:t>
          </a:r>
          <a:endParaRPr lang="en-IN" dirty="0"/>
        </a:p>
      </dgm:t>
    </dgm:pt>
    <dgm:pt modelId="{5E1811E6-731A-4035-BF8B-241E694A378A}" type="parTrans" cxnId="{2F7784C3-22D9-49B8-9E04-5D7BB8D80509}">
      <dgm:prSet/>
      <dgm:spPr/>
      <dgm:t>
        <a:bodyPr/>
        <a:lstStyle/>
        <a:p>
          <a:endParaRPr lang="en-IN"/>
        </a:p>
      </dgm:t>
    </dgm:pt>
    <dgm:pt modelId="{21FF0884-6369-4341-9FA2-38B6FA834EE7}" type="sibTrans" cxnId="{2F7784C3-22D9-49B8-9E04-5D7BB8D80509}">
      <dgm:prSet/>
      <dgm:spPr/>
      <dgm:t>
        <a:bodyPr/>
        <a:lstStyle/>
        <a:p>
          <a:endParaRPr lang="en-IN"/>
        </a:p>
      </dgm:t>
    </dgm:pt>
    <dgm:pt modelId="{35A9D468-13EB-4831-9C65-129B2D89E52B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Standardisation and automation of enterprise &amp; GBS processes</a:t>
          </a:r>
          <a:endParaRPr lang="en-IN"/>
        </a:p>
      </dgm:t>
    </dgm:pt>
    <dgm:pt modelId="{B0772B92-7C8C-4C0D-901D-3B88C1D20776}" type="parTrans" cxnId="{4C49068C-1902-4F48-A555-55E0B04B4A1D}">
      <dgm:prSet/>
      <dgm:spPr/>
      <dgm:t>
        <a:bodyPr/>
        <a:lstStyle/>
        <a:p>
          <a:endParaRPr lang="en-IN"/>
        </a:p>
      </dgm:t>
    </dgm:pt>
    <dgm:pt modelId="{6129CC0D-81F4-4B64-94CD-79B4336501CC}" type="sibTrans" cxnId="{4C49068C-1902-4F48-A555-55E0B04B4A1D}">
      <dgm:prSet/>
      <dgm:spPr/>
      <dgm:t>
        <a:bodyPr/>
        <a:lstStyle/>
        <a:p>
          <a:endParaRPr lang="en-IN"/>
        </a:p>
      </dgm:t>
    </dgm:pt>
    <dgm:pt modelId="{AF69E1C3-B135-4AEF-A700-4A78C1025327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P2P, O2C, R2R, HCM, GBS operations</a:t>
          </a:r>
          <a:endParaRPr lang="en-IN"/>
        </a:p>
      </dgm:t>
    </dgm:pt>
    <dgm:pt modelId="{BBC0C19B-7F20-4E20-97FE-A751B754E8D8}" type="parTrans" cxnId="{8CBEEE55-E071-4BFF-8488-8DA1A6D3EEEE}">
      <dgm:prSet/>
      <dgm:spPr/>
      <dgm:t>
        <a:bodyPr/>
        <a:lstStyle/>
        <a:p>
          <a:endParaRPr lang="en-IN"/>
        </a:p>
      </dgm:t>
    </dgm:pt>
    <dgm:pt modelId="{1BAFC049-D406-42A0-8D94-50DBB8F6347D}" type="sibTrans" cxnId="{8CBEEE55-E071-4BFF-8488-8DA1A6D3EEEE}">
      <dgm:prSet/>
      <dgm:spPr/>
      <dgm:t>
        <a:bodyPr/>
        <a:lstStyle/>
        <a:p>
          <a:endParaRPr lang="en-IN"/>
        </a:p>
      </dgm:t>
    </dgm:pt>
    <dgm:pt modelId="{6366A604-9632-40FE-875E-323530661E3D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Application Examples: </a:t>
          </a:r>
          <a:endParaRPr lang="en-IN"/>
        </a:p>
      </dgm:t>
    </dgm:pt>
    <dgm:pt modelId="{8818A5F6-AEDB-41EE-A768-48B512E81911}" type="parTrans" cxnId="{386BB547-F67C-4743-930E-35CF3F55129D}">
      <dgm:prSet/>
      <dgm:spPr/>
      <dgm:t>
        <a:bodyPr/>
        <a:lstStyle/>
        <a:p>
          <a:endParaRPr lang="en-IN"/>
        </a:p>
      </dgm:t>
    </dgm:pt>
    <dgm:pt modelId="{90A01A2C-02CD-4917-B1DA-CFF20C901A03}" type="sibTrans" cxnId="{386BB547-F67C-4743-930E-35CF3F55129D}">
      <dgm:prSet/>
      <dgm:spPr/>
      <dgm:t>
        <a:bodyPr/>
        <a:lstStyle/>
        <a:p>
          <a:endParaRPr lang="en-IN"/>
        </a:p>
      </dgm:t>
    </dgm:pt>
    <dgm:pt modelId="{01FA0353-2408-4CE4-96C7-897CC575340B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Standardise Procure‑to‑Pay (P2P)</a:t>
          </a:r>
          <a:endParaRPr lang="en-IN"/>
        </a:p>
      </dgm:t>
    </dgm:pt>
    <dgm:pt modelId="{CD35E2AD-C9C3-4192-ADA6-4C1C66E3EF57}" type="parTrans" cxnId="{A10EE180-8897-4587-B4FD-0179EC8D9322}">
      <dgm:prSet/>
      <dgm:spPr/>
      <dgm:t>
        <a:bodyPr/>
        <a:lstStyle/>
        <a:p>
          <a:endParaRPr lang="en-IN"/>
        </a:p>
      </dgm:t>
    </dgm:pt>
    <dgm:pt modelId="{0A35F9D7-5BE3-4389-AF1A-49F7A3BE6C18}" type="sibTrans" cxnId="{A10EE180-8897-4587-B4FD-0179EC8D9322}">
      <dgm:prSet/>
      <dgm:spPr/>
      <dgm:t>
        <a:bodyPr/>
        <a:lstStyle/>
        <a:p>
          <a:endParaRPr lang="en-IN"/>
        </a:p>
      </dgm:t>
    </dgm:pt>
    <dgm:pt modelId="{1674775F-2BED-41FD-9521-B7B9E9763C35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Automate Order‑to‑Cash (O2C)</a:t>
          </a:r>
          <a:endParaRPr lang="en-IN"/>
        </a:p>
      </dgm:t>
    </dgm:pt>
    <dgm:pt modelId="{A29F9C42-BB22-408C-BBF8-13940B9D50EB}" type="parTrans" cxnId="{F0586CD8-BFC3-432C-8341-0532E6351CAA}">
      <dgm:prSet/>
      <dgm:spPr/>
      <dgm:t>
        <a:bodyPr/>
        <a:lstStyle/>
        <a:p>
          <a:endParaRPr lang="en-IN"/>
        </a:p>
      </dgm:t>
    </dgm:pt>
    <dgm:pt modelId="{3A3F74EF-90BA-48B8-AB6F-36F642CA2DFC}" type="sibTrans" cxnId="{F0586CD8-BFC3-432C-8341-0532E6351CAA}">
      <dgm:prSet/>
      <dgm:spPr/>
      <dgm:t>
        <a:bodyPr/>
        <a:lstStyle/>
        <a:p>
          <a:endParaRPr lang="en-IN"/>
        </a:p>
      </dgm:t>
    </dgm:pt>
    <dgm:pt modelId="{D033872C-39C5-45F3-A405-CF9E68822411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Digital workflows for escalations &amp; approvals</a:t>
          </a:r>
          <a:endParaRPr lang="en-IN"/>
        </a:p>
      </dgm:t>
    </dgm:pt>
    <dgm:pt modelId="{293F8F20-42D9-4955-9B3F-CD0ED25AD3CF}" type="parTrans" cxnId="{B405FF13-96E4-4E67-815E-2D6B1C28B01C}">
      <dgm:prSet/>
      <dgm:spPr/>
      <dgm:t>
        <a:bodyPr/>
        <a:lstStyle/>
        <a:p>
          <a:endParaRPr lang="en-IN"/>
        </a:p>
      </dgm:t>
    </dgm:pt>
    <dgm:pt modelId="{BD241A13-941B-477B-9906-2825EFFCB838}" type="sibTrans" cxnId="{B405FF13-96E4-4E67-815E-2D6B1C28B01C}">
      <dgm:prSet/>
      <dgm:spPr/>
      <dgm:t>
        <a:bodyPr/>
        <a:lstStyle/>
        <a:p>
          <a:endParaRPr lang="en-IN"/>
        </a:p>
      </dgm:t>
    </dgm:pt>
    <dgm:pt modelId="{59EFE168-5A27-4ADB-A727-15D972FE7FBC}">
      <dgm:prSet/>
      <dgm:spPr/>
      <dgm:t>
        <a:bodyPr/>
        <a:lstStyle/>
        <a:p>
          <a:pPr>
            <a:buNone/>
          </a:pPr>
          <a:r>
            <a:rPr lang="en-IN" b="1"/>
            <a:t>6. Hoshin Kanri (Strategy Deployment)</a:t>
          </a:r>
          <a:endParaRPr lang="en-IN"/>
        </a:p>
      </dgm:t>
    </dgm:pt>
    <dgm:pt modelId="{B74A813E-BF0A-41F9-AE8B-49BF270701C5}" type="parTrans" cxnId="{72FFBAB7-EA12-4EAA-A3CD-D61EFB59ECAB}">
      <dgm:prSet/>
      <dgm:spPr/>
      <dgm:t>
        <a:bodyPr/>
        <a:lstStyle/>
        <a:p>
          <a:endParaRPr lang="en-IN"/>
        </a:p>
      </dgm:t>
    </dgm:pt>
    <dgm:pt modelId="{F05972A3-D329-4120-907C-B0205D65AB3C}" type="sibTrans" cxnId="{72FFBAB7-EA12-4EAA-A3CD-D61EFB59ECAB}">
      <dgm:prSet/>
      <dgm:spPr/>
      <dgm:t>
        <a:bodyPr/>
        <a:lstStyle/>
        <a:p>
          <a:endParaRPr lang="en-IN"/>
        </a:p>
      </dgm:t>
    </dgm:pt>
    <dgm:pt modelId="{7C26ED95-ECB0-4665-B90C-0D7AFC52C807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Top‑down and bottom‑up alignment of goals</a:t>
          </a:r>
          <a:endParaRPr lang="en-IN"/>
        </a:p>
      </dgm:t>
    </dgm:pt>
    <dgm:pt modelId="{BB1723E8-4F32-4ADC-9C1B-6E64EA573763}" type="parTrans" cxnId="{47D0B8A9-91B7-4EA4-B628-9C3784A68BFE}">
      <dgm:prSet/>
      <dgm:spPr/>
      <dgm:t>
        <a:bodyPr/>
        <a:lstStyle/>
        <a:p>
          <a:endParaRPr lang="en-IN"/>
        </a:p>
      </dgm:t>
    </dgm:pt>
    <dgm:pt modelId="{DCA7CA21-63B3-4847-87F4-D27588C13E61}" type="sibTrans" cxnId="{47D0B8A9-91B7-4EA4-B628-9C3784A68BFE}">
      <dgm:prSet/>
      <dgm:spPr/>
      <dgm:t>
        <a:bodyPr/>
        <a:lstStyle/>
        <a:p>
          <a:endParaRPr lang="en-IN"/>
        </a:p>
      </dgm:t>
    </dgm:pt>
    <dgm:pt modelId="{6B2100B4-DAD3-4BFE-BF7D-6F18EE51BB40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Corporate strategy, OpEx, leadership planning</a:t>
          </a:r>
          <a:endParaRPr lang="en-IN"/>
        </a:p>
      </dgm:t>
    </dgm:pt>
    <dgm:pt modelId="{733DFA15-A1EC-4014-92FD-A447C0303F1C}" type="parTrans" cxnId="{6F106283-F8A7-47D7-9249-56E423C3D9DD}">
      <dgm:prSet/>
      <dgm:spPr/>
      <dgm:t>
        <a:bodyPr/>
        <a:lstStyle/>
        <a:p>
          <a:endParaRPr lang="en-IN"/>
        </a:p>
      </dgm:t>
    </dgm:pt>
    <dgm:pt modelId="{D9961314-2EB3-4568-97D5-AD8DAB858748}" type="sibTrans" cxnId="{6F106283-F8A7-47D7-9249-56E423C3D9DD}">
      <dgm:prSet/>
      <dgm:spPr/>
      <dgm:t>
        <a:bodyPr/>
        <a:lstStyle/>
        <a:p>
          <a:endParaRPr lang="en-IN"/>
        </a:p>
      </dgm:t>
    </dgm:pt>
    <dgm:pt modelId="{D76FBD60-2F3E-495B-9B56-C7548CBBAFD4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Application Examples: </a:t>
          </a:r>
          <a:endParaRPr lang="en-IN"/>
        </a:p>
      </dgm:t>
    </dgm:pt>
    <dgm:pt modelId="{AD9C8D12-FE2D-4EDD-AE6A-C6FBD1F22ED6}" type="parTrans" cxnId="{F3A7FFC9-FDEF-4215-9706-B3B47937758A}">
      <dgm:prSet/>
      <dgm:spPr/>
      <dgm:t>
        <a:bodyPr/>
        <a:lstStyle/>
        <a:p>
          <a:endParaRPr lang="en-IN"/>
        </a:p>
      </dgm:t>
    </dgm:pt>
    <dgm:pt modelId="{9F275DCF-03D8-4CCD-A404-EC16705FB30C}" type="sibTrans" cxnId="{F3A7FFC9-FDEF-4215-9706-B3B47937758A}">
      <dgm:prSet/>
      <dgm:spPr/>
      <dgm:t>
        <a:bodyPr/>
        <a:lstStyle/>
        <a:p>
          <a:endParaRPr lang="en-IN"/>
        </a:p>
      </dgm:t>
    </dgm:pt>
    <dgm:pt modelId="{3276AE3C-0178-4DBA-8E4C-801CA1113E97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Annual strategic goals for cost</a:t>
          </a:r>
          <a:endParaRPr lang="en-IN"/>
        </a:p>
      </dgm:t>
    </dgm:pt>
    <dgm:pt modelId="{72190517-6660-4EAD-9CB3-C2F4F4BAA260}" type="parTrans" cxnId="{7A95D1EB-EB5F-48E1-A895-028E08576AF7}">
      <dgm:prSet/>
      <dgm:spPr/>
      <dgm:t>
        <a:bodyPr/>
        <a:lstStyle/>
        <a:p>
          <a:endParaRPr lang="en-IN"/>
        </a:p>
      </dgm:t>
    </dgm:pt>
    <dgm:pt modelId="{F9952A07-44D9-4A15-ABF9-FC48B6B75E1F}" type="sibTrans" cxnId="{7A95D1EB-EB5F-48E1-A895-028E08576AF7}">
      <dgm:prSet/>
      <dgm:spPr/>
      <dgm:t>
        <a:bodyPr/>
        <a:lstStyle/>
        <a:p>
          <a:endParaRPr lang="en-IN"/>
        </a:p>
      </dgm:t>
    </dgm:pt>
    <dgm:pt modelId="{41ED48C1-F971-4427-9645-58B60C4B090A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Annual goals for quality</a:t>
          </a:r>
          <a:endParaRPr lang="en-IN"/>
        </a:p>
      </dgm:t>
    </dgm:pt>
    <dgm:pt modelId="{DDEE29AE-DBE2-4FD6-940B-CCF2D612C4F2}" type="parTrans" cxnId="{CEA13FAE-BBEC-4CD2-B2A0-FC7C5B5A259A}">
      <dgm:prSet/>
      <dgm:spPr/>
      <dgm:t>
        <a:bodyPr/>
        <a:lstStyle/>
        <a:p>
          <a:endParaRPr lang="en-IN"/>
        </a:p>
      </dgm:t>
    </dgm:pt>
    <dgm:pt modelId="{B1D58238-0BD5-4C17-AA1F-031F702F4123}" type="sibTrans" cxnId="{CEA13FAE-BBEC-4CD2-B2A0-FC7C5B5A259A}">
      <dgm:prSet/>
      <dgm:spPr/>
      <dgm:t>
        <a:bodyPr/>
        <a:lstStyle/>
        <a:p>
          <a:endParaRPr lang="en-IN"/>
        </a:p>
      </dgm:t>
    </dgm:pt>
    <dgm:pt modelId="{8434A0D2-2386-48BB-9503-74EB37773507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Annual goals for service</a:t>
          </a:r>
          <a:endParaRPr lang="en-IN"/>
        </a:p>
      </dgm:t>
    </dgm:pt>
    <dgm:pt modelId="{2F10427F-61EF-46FF-BF00-FF17FC7F0088}" type="parTrans" cxnId="{7234CA8D-F864-4BB2-9810-FA5B48B5FAA3}">
      <dgm:prSet/>
      <dgm:spPr/>
      <dgm:t>
        <a:bodyPr/>
        <a:lstStyle/>
        <a:p>
          <a:endParaRPr lang="en-IN"/>
        </a:p>
      </dgm:t>
    </dgm:pt>
    <dgm:pt modelId="{41874A9E-1B52-44DB-989D-819A455D7B54}" type="sibTrans" cxnId="{7234CA8D-F864-4BB2-9810-FA5B48B5FAA3}">
      <dgm:prSet/>
      <dgm:spPr/>
      <dgm:t>
        <a:bodyPr/>
        <a:lstStyle/>
        <a:p>
          <a:endParaRPr lang="en-IN"/>
        </a:p>
      </dgm:t>
    </dgm:pt>
    <dgm:pt modelId="{115B1150-0E1A-4653-A8C0-D9AC1B84B59B}">
      <dgm:prSet/>
      <dgm:spPr/>
      <dgm:t>
        <a:bodyPr/>
        <a:lstStyle/>
        <a:p>
          <a:pPr>
            <a:buNone/>
          </a:pPr>
          <a:r>
            <a:rPr lang="en-IN" b="1"/>
            <a:t>7. Agile + DevOps</a:t>
          </a:r>
          <a:endParaRPr lang="en-IN"/>
        </a:p>
      </dgm:t>
    </dgm:pt>
    <dgm:pt modelId="{858FAE40-6112-42A5-BB5F-C553BEE4D19D}" type="parTrans" cxnId="{0EC71233-D091-459F-90FD-CE6AD986A269}">
      <dgm:prSet/>
      <dgm:spPr/>
      <dgm:t>
        <a:bodyPr/>
        <a:lstStyle/>
        <a:p>
          <a:endParaRPr lang="en-IN"/>
        </a:p>
      </dgm:t>
    </dgm:pt>
    <dgm:pt modelId="{3DB63417-B38A-4FCB-A089-263776D3714C}" type="sibTrans" cxnId="{0EC71233-D091-459F-90FD-CE6AD986A269}">
      <dgm:prSet/>
      <dgm:spPr/>
      <dgm:t>
        <a:bodyPr/>
        <a:lstStyle/>
        <a:p>
          <a:endParaRPr lang="en-IN"/>
        </a:p>
      </dgm:t>
    </dgm:pt>
    <dgm:pt modelId="{A4709236-2923-43B0-803C-F2A67166859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Rapid, iterative delivery with automated deployment</a:t>
          </a:r>
          <a:endParaRPr lang="en-IN"/>
        </a:p>
      </dgm:t>
    </dgm:pt>
    <dgm:pt modelId="{1ACF3C08-02C6-4E7D-865E-0D93E5E402F1}" type="parTrans" cxnId="{38A63562-5DA4-4EFF-9829-A1EB7D8465B8}">
      <dgm:prSet/>
      <dgm:spPr/>
      <dgm:t>
        <a:bodyPr/>
        <a:lstStyle/>
        <a:p>
          <a:endParaRPr lang="en-IN"/>
        </a:p>
      </dgm:t>
    </dgm:pt>
    <dgm:pt modelId="{C3ECD29D-76F8-4071-A5C7-ADC6202A0539}" type="sibTrans" cxnId="{38A63562-5DA4-4EFF-9829-A1EB7D8465B8}">
      <dgm:prSet/>
      <dgm:spPr/>
      <dgm:t>
        <a:bodyPr/>
        <a:lstStyle/>
        <a:p>
          <a:endParaRPr lang="en-IN"/>
        </a:p>
      </dgm:t>
    </dgm:pt>
    <dgm:pt modelId="{D125E948-0036-40EA-AA7D-E423CFE4CBCD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Digital factories, analytics teams, GBS automation</a:t>
          </a:r>
          <a:endParaRPr lang="en-IN"/>
        </a:p>
      </dgm:t>
    </dgm:pt>
    <dgm:pt modelId="{E1685EFC-0D22-40F3-874E-2CA727926DD7}" type="parTrans" cxnId="{73F12F65-8F7F-4F2E-9B3E-28A3C0B509BA}">
      <dgm:prSet/>
      <dgm:spPr/>
      <dgm:t>
        <a:bodyPr/>
        <a:lstStyle/>
        <a:p>
          <a:endParaRPr lang="en-IN"/>
        </a:p>
      </dgm:t>
    </dgm:pt>
    <dgm:pt modelId="{F50B1159-3763-4321-84E2-E2EA5CD988A7}" type="sibTrans" cxnId="{73F12F65-8F7F-4F2E-9B3E-28A3C0B509BA}">
      <dgm:prSet/>
      <dgm:spPr/>
      <dgm:t>
        <a:bodyPr/>
        <a:lstStyle/>
        <a:p>
          <a:endParaRPr lang="en-IN"/>
        </a:p>
      </dgm:t>
    </dgm:pt>
    <dgm:pt modelId="{2E1B2903-A16B-44DF-A6E0-39C3C0FB3828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Use Cases: </a:t>
          </a:r>
          <a:endParaRPr lang="en-IN"/>
        </a:p>
      </dgm:t>
    </dgm:pt>
    <dgm:pt modelId="{9B2ACD1C-3C54-4756-82DA-D7F0BBEBE7F0}" type="parTrans" cxnId="{120E21FA-0020-4E6F-9F1C-F81A8FCECB26}">
      <dgm:prSet/>
      <dgm:spPr/>
      <dgm:t>
        <a:bodyPr/>
        <a:lstStyle/>
        <a:p>
          <a:endParaRPr lang="en-IN"/>
        </a:p>
      </dgm:t>
    </dgm:pt>
    <dgm:pt modelId="{62BFC581-A332-49CF-913D-06F52FCA6DAE}" type="sibTrans" cxnId="{120E21FA-0020-4E6F-9F1C-F81A8FCECB26}">
      <dgm:prSet/>
      <dgm:spPr/>
      <dgm:t>
        <a:bodyPr/>
        <a:lstStyle/>
        <a:p>
          <a:endParaRPr lang="en-IN"/>
        </a:p>
      </dgm:t>
    </dgm:pt>
    <dgm:pt modelId="{F5059D77-45E8-43FE-8450-A32F943ABEAF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Data product development</a:t>
          </a:r>
          <a:endParaRPr lang="en-IN"/>
        </a:p>
      </dgm:t>
    </dgm:pt>
    <dgm:pt modelId="{4DD885D1-C937-4B20-BEA0-BE7510171AFA}" type="parTrans" cxnId="{F3AAC004-0B36-4AAA-AAD6-CFDC4CE86B8E}">
      <dgm:prSet/>
      <dgm:spPr/>
      <dgm:t>
        <a:bodyPr/>
        <a:lstStyle/>
        <a:p>
          <a:endParaRPr lang="en-IN"/>
        </a:p>
      </dgm:t>
    </dgm:pt>
    <dgm:pt modelId="{AE9B481E-29E1-4A1A-8FDC-8FF118397D39}" type="sibTrans" cxnId="{F3AAC004-0B36-4AAA-AAD6-CFDC4CE86B8E}">
      <dgm:prSet/>
      <dgm:spPr/>
      <dgm:t>
        <a:bodyPr/>
        <a:lstStyle/>
        <a:p>
          <a:endParaRPr lang="en-IN"/>
        </a:p>
      </dgm:t>
    </dgm:pt>
    <dgm:pt modelId="{213F804A-7AFE-4E33-91E6-3602210595F3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Automation platforms</a:t>
          </a:r>
          <a:endParaRPr lang="en-IN"/>
        </a:p>
      </dgm:t>
    </dgm:pt>
    <dgm:pt modelId="{D8A75664-82B4-41AF-AA90-D49E91A8867D}" type="parTrans" cxnId="{134B95E8-21E7-4676-A36A-71907EC2F84D}">
      <dgm:prSet/>
      <dgm:spPr/>
      <dgm:t>
        <a:bodyPr/>
        <a:lstStyle/>
        <a:p>
          <a:endParaRPr lang="en-IN"/>
        </a:p>
      </dgm:t>
    </dgm:pt>
    <dgm:pt modelId="{868271D1-D937-4372-9801-582E552B111C}" type="sibTrans" cxnId="{134B95E8-21E7-4676-A36A-71907EC2F84D}">
      <dgm:prSet/>
      <dgm:spPr/>
      <dgm:t>
        <a:bodyPr/>
        <a:lstStyle/>
        <a:p>
          <a:endParaRPr lang="en-IN"/>
        </a:p>
      </dgm:t>
    </dgm:pt>
    <dgm:pt modelId="{FB5ED429-CD99-467E-B68B-0A4812C48116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Digital tool rollouts</a:t>
          </a:r>
          <a:endParaRPr lang="en-IN"/>
        </a:p>
      </dgm:t>
    </dgm:pt>
    <dgm:pt modelId="{DAAB8394-8849-41A1-8677-F30F1585FD07}" type="parTrans" cxnId="{BC6F81AE-87FC-4AE4-B2F5-11EA2A8BF319}">
      <dgm:prSet/>
      <dgm:spPr/>
      <dgm:t>
        <a:bodyPr/>
        <a:lstStyle/>
        <a:p>
          <a:endParaRPr lang="en-IN"/>
        </a:p>
      </dgm:t>
    </dgm:pt>
    <dgm:pt modelId="{AF84D3F4-63D8-4DA9-8345-7385926E79EB}" type="sibTrans" cxnId="{BC6F81AE-87FC-4AE4-B2F5-11EA2A8BF319}">
      <dgm:prSet/>
      <dgm:spPr/>
      <dgm:t>
        <a:bodyPr/>
        <a:lstStyle/>
        <a:p>
          <a:endParaRPr lang="en-IN"/>
        </a:p>
      </dgm:t>
    </dgm:pt>
    <dgm:pt modelId="{D4A87381-D4DE-4357-ADD5-6B3D9B760768}">
      <dgm:prSet/>
      <dgm:spPr/>
      <dgm:t>
        <a:bodyPr/>
        <a:lstStyle/>
        <a:p>
          <a:pPr>
            <a:buNone/>
          </a:pPr>
          <a:r>
            <a:rPr lang="en-IN" b="1"/>
            <a:t>8. ISO Standards (9001, 45001, 14001)</a:t>
          </a:r>
          <a:endParaRPr lang="en-IN"/>
        </a:p>
      </dgm:t>
    </dgm:pt>
    <dgm:pt modelId="{72D7637D-A8E3-4D9A-98F3-9D6919F4A979}" type="parTrans" cxnId="{609A89D7-C0B4-4E1E-AD2B-36F57F32C3AB}">
      <dgm:prSet/>
      <dgm:spPr/>
      <dgm:t>
        <a:bodyPr/>
        <a:lstStyle/>
        <a:p>
          <a:endParaRPr lang="en-IN"/>
        </a:p>
      </dgm:t>
    </dgm:pt>
    <dgm:pt modelId="{5A9F99D1-2CC2-4765-8277-ED94AE9BED3D}" type="sibTrans" cxnId="{609A89D7-C0B4-4E1E-AD2B-36F57F32C3AB}">
      <dgm:prSet/>
      <dgm:spPr/>
      <dgm:t>
        <a:bodyPr/>
        <a:lstStyle/>
        <a:p>
          <a:endParaRPr lang="en-IN"/>
        </a:p>
      </dgm:t>
    </dgm:pt>
    <dgm:pt modelId="{4EF95CD1-4025-48F8-B399-0AF602B27CF2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Focus: Compliance, safety, quality, environment</a:t>
          </a:r>
          <a:endParaRPr lang="en-IN"/>
        </a:p>
      </dgm:t>
    </dgm:pt>
    <dgm:pt modelId="{A52A5B3A-D55D-44F3-A309-C630D1424960}" type="parTrans" cxnId="{3A7B1851-725D-4991-9EBC-DE87A804F9FC}">
      <dgm:prSet/>
      <dgm:spPr/>
      <dgm:t>
        <a:bodyPr/>
        <a:lstStyle/>
        <a:p>
          <a:endParaRPr lang="en-IN"/>
        </a:p>
      </dgm:t>
    </dgm:pt>
    <dgm:pt modelId="{9B140DBC-A6FA-485A-A84B-656B2CF351D1}" type="sibTrans" cxnId="{3A7B1851-725D-4991-9EBC-DE87A804F9FC}">
      <dgm:prSet/>
      <dgm:spPr/>
      <dgm:t>
        <a:bodyPr/>
        <a:lstStyle/>
        <a:p>
          <a:endParaRPr lang="en-IN"/>
        </a:p>
      </dgm:t>
    </dgm:pt>
    <dgm:pt modelId="{634901BF-3426-4769-8E20-A00969339FEE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Applied in: All CPG sites globally</a:t>
          </a:r>
          <a:endParaRPr lang="en-IN"/>
        </a:p>
      </dgm:t>
    </dgm:pt>
    <dgm:pt modelId="{218CED4C-B4FA-4253-9AFA-02735D910430}" type="parTrans" cxnId="{AF7E4487-7434-4D94-AB08-B68E2B68527E}">
      <dgm:prSet/>
      <dgm:spPr/>
      <dgm:t>
        <a:bodyPr/>
        <a:lstStyle/>
        <a:p>
          <a:endParaRPr lang="en-IN"/>
        </a:p>
      </dgm:t>
    </dgm:pt>
    <dgm:pt modelId="{DEF10A18-141C-483D-B1A0-45D45621E54A}" type="sibTrans" cxnId="{AF7E4487-7434-4D94-AB08-B68E2B68527E}">
      <dgm:prSet/>
      <dgm:spPr/>
      <dgm:t>
        <a:bodyPr/>
        <a:lstStyle/>
        <a:p>
          <a:endParaRPr lang="en-IN"/>
        </a:p>
      </dgm:t>
    </dgm:pt>
    <dgm:pt modelId="{E4D3FF65-3BB0-43A9-AA22-02100F37CA93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b="1"/>
            <a:t>CPG Relevance: </a:t>
          </a:r>
          <a:endParaRPr lang="en-IN"/>
        </a:p>
      </dgm:t>
    </dgm:pt>
    <dgm:pt modelId="{2EDE0312-4EF3-4824-A0E1-6B39F97F8ED1}" type="parTrans" cxnId="{17D8E262-7E02-44A7-BBA6-21E3EFFCB1AC}">
      <dgm:prSet/>
      <dgm:spPr/>
      <dgm:t>
        <a:bodyPr/>
        <a:lstStyle/>
        <a:p>
          <a:endParaRPr lang="en-IN"/>
        </a:p>
      </dgm:t>
    </dgm:pt>
    <dgm:pt modelId="{410CCA7C-1675-457D-B374-0AE46643579B}" type="sibTrans" cxnId="{17D8E262-7E02-44A7-BBA6-21E3EFFCB1AC}">
      <dgm:prSet/>
      <dgm:spPr/>
      <dgm:t>
        <a:bodyPr/>
        <a:lstStyle/>
        <a:p>
          <a:endParaRPr lang="en-IN"/>
        </a:p>
      </dgm:t>
    </dgm:pt>
    <dgm:pt modelId="{1EFCADA6-8B61-45DA-89D8-B9B260140B37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Quality management (ISO 9001)</a:t>
          </a:r>
          <a:endParaRPr lang="en-IN"/>
        </a:p>
      </dgm:t>
    </dgm:pt>
    <dgm:pt modelId="{C786A855-7192-4AF6-BD06-536407A497CB}" type="parTrans" cxnId="{4EF67B63-5A09-4260-8302-0CA7B2072BC6}">
      <dgm:prSet/>
      <dgm:spPr/>
      <dgm:t>
        <a:bodyPr/>
        <a:lstStyle/>
        <a:p>
          <a:endParaRPr lang="en-IN"/>
        </a:p>
      </dgm:t>
    </dgm:pt>
    <dgm:pt modelId="{1D47247C-BAC4-431B-A451-BC5745CA2B0F}" type="sibTrans" cxnId="{4EF67B63-5A09-4260-8302-0CA7B2072BC6}">
      <dgm:prSet/>
      <dgm:spPr/>
      <dgm:t>
        <a:bodyPr/>
        <a:lstStyle/>
        <a:p>
          <a:endParaRPr lang="en-IN"/>
        </a:p>
      </dgm:t>
    </dgm:pt>
    <dgm:pt modelId="{D4C5C18F-3E5D-4BA2-81E3-DFBAD830D13F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Occupational safety (ISO 45001)</a:t>
          </a:r>
          <a:endParaRPr lang="en-IN"/>
        </a:p>
      </dgm:t>
    </dgm:pt>
    <dgm:pt modelId="{40548F0A-E08B-4C7B-8596-B612A003AC56}" type="parTrans" cxnId="{7663B55F-FD8F-4A0B-8CD4-D89820D2C22B}">
      <dgm:prSet/>
      <dgm:spPr/>
      <dgm:t>
        <a:bodyPr/>
        <a:lstStyle/>
        <a:p>
          <a:endParaRPr lang="en-IN"/>
        </a:p>
      </dgm:t>
    </dgm:pt>
    <dgm:pt modelId="{C21372A8-0A86-44EE-8530-29B73D5B8FB6}" type="sibTrans" cxnId="{7663B55F-FD8F-4A0B-8CD4-D89820D2C22B}">
      <dgm:prSet/>
      <dgm:spPr/>
      <dgm:t>
        <a:bodyPr/>
        <a:lstStyle/>
        <a:p>
          <a:endParaRPr lang="en-IN"/>
        </a:p>
      </dgm:t>
    </dgm:pt>
    <dgm:pt modelId="{10CB5767-F17A-424B-8D00-620B0BCB9973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b="1"/>
            <a:t>Environmental standards (ISO 14001)</a:t>
          </a:r>
          <a:endParaRPr lang="en-IN"/>
        </a:p>
      </dgm:t>
    </dgm:pt>
    <dgm:pt modelId="{CABFCE02-BA29-48C1-B7A3-E01720594EC6}" type="parTrans" cxnId="{AB962C8E-3AC3-4A3A-9067-5B4D54733482}">
      <dgm:prSet/>
      <dgm:spPr/>
      <dgm:t>
        <a:bodyPr/>
        <a:lstStyle/>
        <a:p>
          <a:endParaRPr lang="en-IN"/>
        </a:p>
      </dgm:t>
    </dgm:pt>
    <dgm:pt modelId="{34AD794F-E084-471E-96E3-80CE3A06278A}" type="sibTrans" cxnId="{AB962C8E-3AC3-4A3A-9067-5B4D54733482}">
      <dgm:prSet/>
      <dgm:spPr/>
      <dgm:t>
        <a:bodyPr/>
        <a:lstStyle/>
        <a:p>
          <a:endParaRPr lang="en-IN"/>
        </a:p>
      </dgm:t>
    </dgm:pt>
    <dgm:pt modelId="{0457E3A6-B4BE-4391-961E-BF0E8B9C5CA6}" type="pres">
      <dgm:prSet presAssocID="{CC6221B3-4739-414D-BBD6-07C567DBD4E7}" presName="Name0" presStyleCnt="0">
        <dgm:presLayoutVars>
          <dgm:dir/>
          <dgm:animLvl val="lvl"/>
          <dgm:resizeHandles val="exact"/>
        </dgm:presLayoutVars>
      </dgm:prSet>
      <dgm:spPr/>
    </dgm:pt>
    <dgm:pt modelId="{040F5EF7-99E9-44DC-A9DF-F07EE72332A4}" type="pres">
      <dgm:prSet presAssocID="{41D67A9F-533A-40E2-891C-996977E70E37}" presName="composite" presStyleCnt="0"/>
      <dgm:spPr/>
    </dgm:pt>
    <dgm:pt modelId="{4B494318-F9E4-481A-AEB2-4F13A148391E}" type="pres">
      <dgm:prSet presAssocID="{41D67A9F-533A-40E2-891C-996977E70E37}" presName="parTx" presStyleLbl="alignNode1" presStyleIdx="0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8CBE9EAC-42ED-4151-B1E5-18DE409F10E5}" type="pres">
      <dgm:prSet presAssocID="{41D67A9F-533A-40E2-891C-996977E70E37}" presName="desTx" presStyleLbl="alignAccFollowNode1" presStyleIdx="0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ABC9C421-E401-4FE0-99E4-C496C4FFDC7B}" type="pres">
      <dgm:prSet presAssocID="{D222C9C1-6E77-4ED4-9231-C434072EA872}" presName="space" presStyleCnt="0"/>
      <dgm:spPr/>
    </dgm:pt>
    <dgm:pt modelId="{F30BC676-28FF-428A-944C-10DC1EFE7633}" type="pres">
      <dgm:prSet presAssocID="{467CD962-A374-4FBE-9B3B-F6CD57A6E15A}" presName="composite" presStyleCnt="0"/>
      <dgm:spPr/>
    </dgm:pt>
    <dgm:pt modelId="{F327BFE2-EE24-4752-B9AC-42033765FA9F}" type="pres">
      <dgm:prSet presAssocID="{467CD962-A374-4FBE-9B3B-F6CD57A6E15A}" presName="parTx" presStyleLbl="alignNode1" presStyleIdx="1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978E44CE-8297-4C22-900E-BB6D0E3F013D}" type="pres">
      <dgm:prSet presAssocID="{467CD962-A374-4FBE-9B3B-F6CD57A6E15A}" presName="desTx" presStyleLbl="alignAccFollowNode1" presStyleIdx="1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152EEBFC-84C1-4637-813C-FB1BFC2F3151}" type="pres">
      <dgm:prSet presAssocID="{5D65E886-D8C2-4073-B562-0C009BD1F3EF}" presName="space" presStyleCnt="0"/>
      <dgm:spPr/>
    </dgm:pt>
    <dgm:pt modelId="{14A52388-43E6-47DC-9407-B9F0272189FD}" type="pres">
      <dgm:prSet presAssocID="{B86A228F-7131-4023-86C4-2700501B17EC}" presName="composite" presStyleCnt="0"/>
      <dgm:spPr/>
    </dgm:pt>
    <dgm:pt modelId="{1044D768-BB4B-4D40-89B2-D9ADAE1F1B36}" type="pres">
      <dgm:prSet presAssocID="{B86A228F-7131-4023-86C4-2700501B17EC}" presName="parTx" presStyleLbl="alignNode1" presStyleIdx="2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BF84D289-42EC-483E-A52B-D21F8835D713}" type="pres">
      <dgm:prSet presAssocID="{B86A228F-7131-4023-86C4-2700501B17EC}" presName="desTx" presStyleLbl="alignAccFollowNode1" presStyleIdx="2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1C5D10C0-D3A0-4323-8280-0F29B080A869}" type="pres">
      <dgm:prSet presAssocID="{99791E79-42DC-4B20-9328-C1BFD0C23621}" presName="space" presStyleCnt="0"/>
      <dgm:spPr/>
    </dgm:pt>
    <dgm:pt modelId="{9FDA63C3-1AF8-49DE-B4B3-F74BB939AB48}" type="pres">
      <dgm:prSet presAssocID="{6A79295D-C99E-437E-BD1D-8166045FF892}" presName="composite" presStyleCnt="0"/>
      <dgm:spPr/>
    </dgm:pt>
    <dgm:pt modelId="{BA2551B7-15AD-4BAB-8593-CB1DF16FCA4E}" type="pres">
      <dgm:prSet presAssocID="{6A79295D-C99E-437E-BD1D-8166045FF892}" presName="parTx" presStyleLbl="alignNode1" presStyleIdx="3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6058D280-3C81-4CCD-AE51-0E104AE21961}" type="pres">
      <dgm:prSet presAssocID="{6A79295D-C99E-437E-BD1D-8166045FF892}" presName="desTx" presStyleLbl="alignAccFollowNode1" presStyleIdx="3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F61A85FE-1A81-4AAF-B856-8B660A66D552}" type="pres">
      <dgm:prSet presAssocID="{D5DF2BB5-94CD-48BE-8191-691756BC4F64}" presName="space" presStyleCnt="0"/>
      <dgm:spPr/>
    </dgm:pt>
    <dgm:pt modelId="{7457F859-6FC2-4C6F-A470-5478FD5B4771}" type="pres">
      <dgm:prSet presAssocID="{3B479448-45B7-4939-9B44-4AED0BE0AA8C}" presName="composite" presStyleCnt="0"/>
      <dgm:spPr/>
    </dgm:pt>
    <dgm:pt modelId="{7A5CB013-CA32-4A9E-BFAF-FEADBDDBFD5A}" type="pres">
      <dgm:prSet presAssocID="{3B479448-45B7-4939-9B44-4AED0BE0AA8C}" presName="parTx" presStyleLbl="alignNode1" presStyleIdx="4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556A560D-2330-47B6-8E0E-D00DA7D49978}" type="pres">
      <dgm:prSet presAssocID="{3B479448-45B7-4939-9B44-4AED0BE0AA8C}" presName="desTx" presStyleLbl="alignAccFollowNode1" presStyleIdx="4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65F8B4D1-B239-4E4C-AD08-8E1257E7D33A}" type="pres">
      <dgm:prSet presAssocID="{21FF0884-6369-4341-9FA2-38B6FA834EE7}" presName="space" presStyleCnt="0"/>
      <dgm:spPr/>
    </dgm:pt>
    <dgm:pt modelId="{1ADDD267-609C-4461-9167-D1E0282700E9}" type="pres">
      <dgm:prSet presAssocID="{59EFE168-5A27-4ADB-A727-15D972FE7FBC}" presName="composite" presStyleCnt="0"/>
      <dgm:spPr/>
    </dgm:pt>
    <dgm:pt modelId="{FC4C5E71-B64B-4785-8A9D-B03B6BAE507A}" type="pres">
      <dgm:prSet presAssocID="{59EFE168-5A27-4ADB-A727-15D972FE7FBC}" presName="parTx" presStyleLbl="alignNode1" presStyleIdx="5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CE0CD7EE-1734-4FDB-934C-81CFB27FA528}" type="pres">
      <dgm:prSet presAssocID="{59EFE168-5A27-4ADB-A727-15D972FE7FBC}" presName="desTx" presStyleLbl="alignAccFollowNode1" presStyleIdx="5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E0EFE80C-A689-4C07-830C-221BC1AB959E}" type="pres">
      <dgm:prSet presAssocID="{F05972A3-D329-4120-907C-B0205D65AB3C}" presName="space" presStyleCnt="0"/>
      <dgm:spPr/>
    </dgm:pt>
    <dgm:pt modelId="{878EE3BB-EE14-4CA4-809F-A9DE1FE2B214}" type="pres">
      <dgm:prSet presAssocID="{115B1150-0E1A-4653-A8C0-D9AC1B84B59B}" presName="composite" presStyleCnt="0"/>
      <dgm:spPr/>
    </dgm:pt>
    <dgm:pt modelId="{F14A6268-E1B1-4834-9982-1C37BC4F8930}" type="pres">
      <dgm:prSet presAssocID="{115B1150-0E1A-4653-A8C0-D9AC1B84B59B}" presName="parTx" presStyleLbl="alignNode1" presStyleIdx="6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13642C5B-608C-43C1-A3AD-229DE2F94D70}" type="pres">
      <dgm:prSet presAssocID="{115B1150-0E1A-4653-A8C0-D9AC1B84B59B}" presName="desTx" presStyleLbl="alignAccFollowNode1" presStyleIdx="6" presStyleCnt="8">
        <dgm:presLayoutVars>
          <dgm:bulletEnabled val="1"/>
        </dgm:presLayoutVars>
      </dgm:prSet>
      <dgm:spPr>
        <a:prstGeom prst="flowChartProcess">
          <a:avLst/>
        </a:prstGeom>
      </dgm:spPr>
    </dgm:pt>
    <dgm:pt modelId="{89D5EF6B-732D-413B-B6EA-B3E7A5EE0739}" type="pres">
      <dgm:prSet presAssocID="{3DB63417-B38A-4FCB-A089-263776D3714C}" presName="space" presStyleCnt="0"/>
      <dgm:spPr/>
    </dgm:pt>
    <dgm:pt modelId="{2D6CCB0A-AC5B-4DFD-8E87-5340B3F3B8AF}" type="pres">
      <dgm:prSet presAssocID="{D4A87381-D4DE-4357-ADD5-6B3D9B760768}" presName="composite" presStyleCnt="0"/>
      <dgm:spPr/>
    </dgm:pt>
    <dgm:pt modelId="{FEE9DFEF-5071-4C37-9EE6-D757B1A3172D}" type="pres">
      <dgm:prSet presAssocID="{D4A87381-D4DE-4357-ADD5-6B3D9B760768}" presName="parTx" presStyleLbl="alignNode1" presStyleIdx="7" presStyleCnt="8">
        <dgm:presLayoutVars>
          <dgm:chMax val="0"/>
          <dgm:chPref val="0"/>
          <dgm:bulletEnabled val="1"/>
        </dgm:presLayoutVars>
      </dgm:prSet>
      <dgm:spPr>
        <a:prstGeom prst="flowChartProcess">
          <a:avLst/>
        </a:prstGeom>
      </dgm:spPr>
    </dgm:pt>
    <dgm:pt modelId="{58A1719A-048E-4079-84BC-9E226C30FA7B}" type="pres">
      <dgm:prSet presAssocID="{D4A87381-D4DE-4357-ADD5-6B3D9B760768}" presName="desTx" presStyleLbl="alignAccFollowNode1" presStyleIdx="7" presStyleCnt="8">
        <dgm:presLayoutVars>
          <dgm:bulletEnabled val="1"/>
        </dgm:presLayoutVars>
      </dgm:prSet>
      <dgm:spPr>
        <a:prstGeom prst="flowChartProcess">
          <a:avLst/>
        </a:prstGeom>
      </dgm:spPr>
    </dgm:pt>
  </dgm:ptLst>
  <dgm:cxnLst>
    <dgm:cxn modelId="{038D7702-9B5E-47A3-9C8E-B8AA97DBE99D}" type="presOf" srcId="{6366A604-9632-40FE-875E-323530661E3D}" destId="{556A560D-2330-47B6-8E0E-D00DA7D49978}" srcOrd="0" destOrd="2" presId="urn:microsoft.com/office/officeart/2005/8/layout/hList1"/>
    <dgm:cxn modelId="{21EFC902-CD4C-47E7-B2DC-789D2F63B107}" type="presOf" srcId="{10CB5767-F17A-424B-8D00-620B0BCB9973}" destId="{58A1719A-048E-4079-84BC-9E226C30FA7B}" srcOrd="0" destOrd="5" presId="urn:microsoft.com/office/officeart/2005/8/layout/hList1"/>
    <dgm:cxn modelId="{F3AAC004-0B36-4AAA-AAD6-CFDC4CE86B8E}" srcId="{2E1B2903-A16B-44DF-A6E0-39C3C0FB3828}" destId="{F5059D77-45E8-43FE-8450-A32F943ABEAF}" srcOrd="0" destOrd="0" parTransId="{4DD885D1-C937-4B20-BEA0-BE7510171AFA}" sibTransId="{AE9B481E-29E1-4A1A-8FDC-8FF118397D39}"/>
    <dgm:cxn modelId="{95EAC607-F0E7-471A-8887-8ED2707F2E03}" type="presOf" srcId="{D6BE6574-990E-4F0E-9AED-2429F415C6D0}" destId="{978E44CE-8297-4C22-900E-BB6D0E3F013D}" srcOrd="0" destOrd="4" presId="urn:microsoft.com/office/officeart/2005/8/layout/hList1"/>
    <dgm:cxn modelId="{3C76A909-FADB-4472-88EF-A031C4DA7197}" srcId="{A3A0C44C-5605-406A-8E7F-2737D64B0AAE}" destId="{D6BE6574-990E-4F0E-9AED-2429F415C6D0}" srcOrd="1" destOrd="0" parTransId="{D5351765-A28D-4980-A14A-0AD1E06C3EFD}" sibTransId="{B49FAF83-9A2A-449A-BE75-6E0F9B236CB1}"/>
    <dgm:cxn modelId="{04ACB00A-7A5D-4931-BBEB-F7C519B6EACA}" srcId="{A3A0C44C-5605-406A-8E7F-2737D64B0AAE}" destId="{87335124-BC45-4883-926B-F614F43B7E1A}" srcOrd="2" destOrd="0" parTransId="{DE08F0E7-FC42-4978-B020-10888F3A6D18}" sibTransId="{5FF913AE-EDB3-463B-97A4-45C401B1C5E9}"/>
    <dgm:cxn modelId="{7113D60A-F8AE-429C-9CC2-1361FF35F76F}" type="presOf" srcId="{3B479448-45B7-4939-9B44-4AED0BE0AA8C}" destId="{7A5CB013-CA32-4A9E-BFAF-FEADBDDBFD5A}" srcOrd="0" destOrd="0" presId="urn:microsoft.com/office/officeart/2005/8/layout/hList1"/>
    <dgm:cxn modelId="{AFA1440E-EA99-404F-83AA-CB5E99FBCBE1}" type="presOf" srcId="{0EFD3EFC-EE68-4F10-8731-2FBADCFDC15B}" destId="{8CBE9EAC-42ED-4151-B1E5-18DE409F10E5}" srcOrd="0" destOrd="0" presId="urn:microsoft.com/office/officeart/2005/8/layout/hList1"/>
    <dgm:cxn modelId="{15316F10-37DF-40F5-B673-12BB19B24F36}" type="presOf" srcId="{1EFCADA6-8B61-45DA-89D8-B9B260140B37}" destId="{58A1719A-048E-4079-84BC-9E226C30FA7B}" srcOrd="0" destOrd="3" presId="urn:microsoft.com/office/officeart/2005/8/layout/hList1"/>
    <dgm:cxn modelId="{1583FF12-D3FF-4C8A-A71C-78F8450DFD2D}" type="presOf" srcId="{87335124-BC45-4883-926B-F614F43B7E1A}" destId="{978E44CE-8297-4C22-900E-BB6D0E3F013D}" srcOrd="0" destOrd="5" presId="urn:microsoft.com/office/officeart/2005/8/layout/hList1"/>
    <dgm:cxn modelId="{B405FF13-96E4-4E67-815E-2D6B1C28B01C}" srcId="{6366A604-9632-40FE-875E-323530661E3D}" destId="{D033872C-39C5-45F3-A405-CF9E68822411}" srcOrd="2" destOrd="0" parTransId="{293F8F20-42D9-4955-9B3F-CD0ED25AD3CF}" sibTransId="{BD241A13-941B-477B-9906-2825EFFCB838}"/>
    <dgm:cxn modelId="{0D296419-B820-423C-A164-5A22ABD20A03}" srcId="{467CD962-A374-4FBE-9B3B-F6CD57A6E15A}" destId="{8F91B705-22CE-40A7-9F3E-5534D5483D26}" srcOrd="1" destOrd="0" parTransId="{DEB90C56-AA35-416D-9BBE-01D88A5C0BFA}" sibTransId="{3D510CBB-2714-430C-9E81-70F8D6F6CC67}"/>
    <dgm:cxn modelId="{6477811C-4AB8-4B28-96E2-6E833258011F}" type="presOf" srcId="{BC454067-DAE1-4C00-91C0-7BF32957D73E}" destId="{6058D280-3C81-4CCD-AE51-0E104AE21961}" srcOrd="0" destOrd="0" presId="urn:microsoft.com/office/officeart/2005/8/layout/hList1"/>
    <dgm:cxn modelId="{4365E922-F546-47E7-BAC2-19E2333976CC}" type="presOf" srcId="{B06E09FB-FC91-496D-8F02-38053842394A}" destId="{BF84D289-42EC-483E-A52B-D21F8835D713}" srcOrd="0" destOrd="2" presId="urn:microsoft.com/office/officeart/2005/8/layout/hList1"/>
    <dgm:cxn modelId="{FF9B9E23-9E46-4E9B-A7A3-B0EB53EF3BFC}" type="presOf" srcId="{9D9E700F-75E0-4C03-87A9-CC4CE704CBD3}" destId="{8CBE9EAC-42ED-4151-B1E5-18DE409F10E5}" srcOrd="0" destOrd="3" presId="urn:microsoft.com/office/officeart/2005/8/layout/hList1"/>
    <dgm:cxn modelId="{9BEA7926-50DA-4AD3-A337-44398312BD0B}" type="presOf" srcId="{41D67A9F-533A-40E2-891C-996977E70E37}" destId="{4B494318-F9E4-481A-AEB2-4F13A148391E}" srcOrd="0" destOrd="0" presId="urn:microsoft.com/office/officeart/2005/8/layout/hList1"/>
    <dgm:cxn modelId="{2AC2DA29-3CD8-47D2-B2F2-3D80BA72604A}" type="presOf" srcId="{D4C189C3-410B-4355-8997-07E2058AD66A}" destId="{BF84D289-42EC-483E-A52B-D21F8835D713}" srcOrd="0" destOrd="1" presId="urn:microsoft.com/office/officeart/2005/8/layout/hList1"/>
    <dgm:cxn modelId="{2ECBCA2C-17F7-440C-B837-311AFFED79C3}" type="presOf" srcId="{2BC28F8B-1660-451C-A78E-90B9D5A35427}" destId="{BF84D289-42EC-483E-A52B-D21F8835D713}" srcOrd="0" destOrd="3" presId="urn:microsoft.com/office/officeart/2005/8/layout/hList1"/>
    <dgm:cxn modelId="{CE12AB30-0E4E-4019-832C-5ABE80435C0B}" srcId="{B06E09FB-FC91-496D-8F02-38053842394A}" destId="{2BC28F8B-1660-451C-A78E-90B9D5A35427}" srcOrd="0" destOrd="0" parTransId="{014DEDA0-C960-4309-9761-298AE212DDA7}" sibTransId="{8C07C137-D4D3-49D8-8325-B2B527956DBF}"/>
    <dgm:cxn modelId="{F8033C32-CDDC-480A-B52A-C65DE6192049}" srcId="{2ADE6892-BC3A-40D3-9BDD-678693A09673}" destId="{11D6DA89-0177-41E4-BE71-5F2E66CC58BF}" srcOrd="2" destOrd="0" parTransId="{0A0370A9-305F-4EC7-8DFF-6AFBB264D9C6}" sibTransId="{C87C4EEA-FE98-4BFB-827F-A3DC747DCF09}"/>
    <dgm:cxn modelId="{0EC71233-D091-459F-90FD-CE6AD986A269}" srcId="{CC6221B3-4739-414D-BBD6-07C567DBD4E7}" destId="{115B1150-0E1A-4653-A8C0-D9AC1B84B59B}" srcOrd="6" destOrd="0" parTransId="{858FAE40-6112-42A5-BB5F-C553BEE4D19D}" sibTransId="{3DB63417-B38A-4FCB-A089-263776D3714C}"/>
    <dgm:cxn modelId="{45F16B33-B1EE-4E2C-A026-DA929532DB47}" srcId="{2ADE6892-BC3A-40D3-9BDD-678693A09673}" destId="{12EBB672-215F-4E9E-8D93-AEBBB2F2F1F5}" srcOrd="1" destOrd="0" parTransId="{9C91C66C-C7D7-461D-828B-B1BE4BB502AF}" sibTransId="{63B68B75-471F-45AC-BAFE-2379697E201A}"/>
    <dgm:cxn modelId="{D751D13E-38C4-4149-BB7D-EA25C0A8A162}" srcId="{B86A228F-7131-4023-86C4-2700501B17EC}" destId="{D4C189C3-410B-4355-8997-07E2058AD66A}" srcOrd="1" destOrd="0" parTransId="{6B020349-B9A2-4694-B688-21257F498A6E}" sibTransId="{9AB53A84-410A-4977-9E0B-428F0B6ACF1B}"/>
    <dgm:cxn modelId="{6E85FF5B-66F1-46C0-B5FD-0296243974C6}" type="presOf" srcId="{A9FDC015-750F-459C-A4A9-D85DDF63906E}" destId="{BF84D289-42EC-483E-A52B-D21F8835D713}" srcOrd="0" destOrd="5" presId="urn:microsoft.com/office/officeart/2005/8/layout/hList1"/>
    <dgm:cxn modelId="{15F76A5C-E298-4335-856D-3EE3A614A148}" type="presOf" srcId="{D76FBD60-2F3E-495B-9B56-C7548CBBAFD4}" destId="{CE0CD7EE-1734-4FDB-934C-81CFB27FA528}" srcOrd="0" destOrd="2" presId="urn:microsoft.com/office/officeart/2005/8/layout/hList1"/>
    <dgm:cxn modelId="{83ECD15D-2D10-44F2-91EC-FE2902A594B7}" srcId="{B86A228F-7131-4023-86C4-2700501B17EC}" destId="{B06E09FB-FC91-496D-8F02-38053842394A}" srcOrd="2" destOrd="0" parTransId="{70D66903-5763-43E1-B820-04601E414D30}" sibTransId="{6B8200D5-1921-4B55-B62F-88D05437547C}"/>
    <dgm:cxn modelId="{7663B55F-FD8F-4A0B-8CD4-D89820D2C22B}" srcId="{E4D3FF65-3BB0-43A9-AA22-02100F37CA93}" destId="{D4C5C18F-3E5D-4BA2-81E3-DFBAD830D13F}" srcOrd="1" destOrd="0" parTransId="{40548F0A-E08B-4C7B-8596-B612A003AC56}" sibTransId="{C21372A8-0A86-44EE-8530-29B73D5B8FB6}"/>
    <dgm:cxn modelId="{57834061-15A5-4A6D-9D79-BF5E21F55A66}" type="presOf" srcId="{976C6936-06E0-45FF-B1C6-FBDF763F545E}" destId="{8CBE9EAC-42ED-4151-B1E5-18DE409F10E5}" srcOrd="0" destOrd="4" presId="urn:microsoft.com/office/officeart/2005/8/layout/hList1"/>
    <dgm:cxn modelId="{38A63562-5DA4-4EFF-9829-A1EB7D8465B8}" srcId="{115B1150-0E1A-4653-A8C0-D9AC1B84B59B}" destId="{A4709236-2923-43B0-803C-F2A671668593}" srcOrd="0" destOrd="0" parTransId="{1ACF3C08-02C6-4E7D-865E-0D93E5E402F1}" sibTransId="{C3ECD29D-76F8-4071-A5C7-ADC6202A0539}"/>
    <dgm:cxn modelId="{17D8E262-7E02-44A7-BBA6-21E3EFFCB1AC}" srcId="{D4A87381-D4DE-4357-ADD5-6B3D9B760768}" destId="{E4D3FF65-3BB0-43A9-AA22-02100F37CA93}" srcOrd="2" destOrd="0" parTransId="{2EDE0312-4EF3-4824-A0E1-6B39F97F8ED1}" sibTransId="{410CCA7C-1675-457D-B374-0AE46643579B}"/>
    <dgm:cxn modelId="{4EF67B63-5A09-4260-8302-0CA7B2072BC6}" srcId="{E4D3FF65-3BB0-43A9-AA22-02100F37CA93}" destId="{1EFCADA6-8B61-45DA-89D8-B9B260140B37}" srcOrd="0" destOrd="0" parTransId="{C786A855-7192-4AF6-BD06-536407A497CB}" sibTransId="{1D47247C-BAC4-431B-A451-BC5745CA2B0F}"/>
    <dgm:cxn modelId="{61F82D64-314A-4CB9-A163-0B4ABEF3AAAD}" type="presOf" srcId="{634901BF-3426-4769-8E20-A00969339FEE}" destId="{58A1719A-048E-4079-84BC-9E226C30FA7B}" srcOrd="0" destOrd="1" presId="urn:microsoft.com/office/officeart/2005/8/layout/hList1"/>
    <dgm:cxn modelId="{73F12F65-8F7F-4F2E-9B3E-28A3C0B509BA}" srcId="{115B1150-0E1A-4653-A8C0-D9AC1B84B59B}" destId="{D125E948-0036-40EA-AA7D-E423CFE4CBCD}" srcOrd="1" destOrd="0" parTransId="{E1685EFC-0D22-40F3-874E-2CA727926DD7}" sibTransId="{F50B1159-3763-4321-84E2-E2EA5CD988A7}"/>
    <dgm:cxn modelId="{26752D66-B3F5-48D1-A62E-5EB0E82215AC}" type="presOf" srcId="{01FA0353-2408-4CE4-96C7-897CC575340B}" destId="{556A560D-2330-47B6-8E0E-D00DA7D49978}" srcOrd="0" destOrd="3" presId="urn:microsoft.com/office/officeart/2005/8/layout/hList1"/>
    <dgm:cxn modelId="{9C00BC46-4C5B-402A-8FD1-4A80FEC6D91B}" type="presOf" srcId="{BE82848C-BD20-4322-A93A-E9986C93FA61}" destId="{978E44CE-8297-4C22-900E-BB6D0E3F013D}" srcOrd="0" destOrd="3" presId="urn:microsoft.com/office/officeart/2005/8/layout/hList1"/>
    <dgm:cxn modelId="{0630DD66-2E4E-4145-9884-E37A2A8EE71C}" srcId="{A3A0C44C-5605-406A-8E7F-2737D64B0AAE}" destId="{BE82848C-BD20-4322-A93A-E9986C93FA61}" srcOrd="0" destOrd="0" parTransId="{6B15DC8C-B841-44EB-B545-8D5E5BAF1536}" sibTransId="{54ECF28E-FEF8-4E41-90F9-8E55D4770E12}"/>
    <dgm:cxn modelId="{386BB547-F67C-4743-930E-35CF3F55129D}" srcId="{3B479448-45B7-4939-9B44-4AED0BE0AA8C}" destId="{6366A604-9632-40FE-875E-323530661E3D}" srcOrd="2" destOrd="0" parTransId="{8818A5F6-AEDB-41EE-A768-48B512E81911}" sibTransId="{90A01A2C-02CD-4917-B1DA-CFF20C901A03}"/>
    <dgm:cxn modelId="{560D0968-3759-4DDC-AF55-491750DA76CD}" srcId="{6FE44EC4-C41E-4162-93CF-A2CFBBC87DC3}" destId="{9D9E700F-75E0-4C03-87A9-CC4CE704CBD3}" srcOrd="0" destOrd="0" parTransId="{9C6DA277-F103-41E1-9F37-949617F7C33E}" sibTransId="{23F111F0-C929-4AD7-99F8-0FD7EF54CA33}"/>
    <dgm:cxn modelId="{5D23416C-1CFB-4F9F-8E69-5ED3098BF624}" srcId="{41D67A9F-533A-40E2-891C-996977E70E37}" destId="{6FE44EC4-C41E-4162-93CF-A2CFBBC87DC3}" srcOrd="2" destOrd="0" parTransId="{153F50BE-EF73-4002-9A3F-35ED30DF1F26}" sibTransId="{FB122DAC-FA98-48F7-ACDD-3EFBF9242706}"/>
    <dgm:cxn modelId="{CD75946C-CC8B-4323-BE87-EFE8832E03B3}" type="presOf" srcId="{3276AE3C-0178-4DBA-8E4C-801CA1113E97}" destId="{CE0CD7EE-1734-4FDB-934C-81CFB27FA528}" srcOrd="0" destOrd="3" presId="urn:microsoft.com/office/officeart/2005/8/layout/hList1"/>
    <dgm:cxn modelId="{0561144D-A050-4BE2-9D94-13B6A78CCD24}" type="presOf" srcId="{2212BF00-D1BB-4B9A-8ECB-EBF57D94399F}" destId="{8CBE9EAC-42ED-4151-B1E5-18DE409F10E5}" srcOrd="0" destOrd="5" presId="urn:microsoft.com/office/officeart/2005/8/layout/hList1"/>
    <dgm:cxn modelId="{F16C406D-95F1-493D-B2BB-2B495EFAFF37}" type="presOf" srcId="{11D6DA89-0177-41E4-BE71-5F2E66CC58BF}" destId="{6058D280-3C81-4CCD-AE51-0E104AE21961}" srcOrd="0" destOrd="5" presId="urn:microsoft.com/office/officeart/2005/8/layout/hList1"/>
    <dgm:cxn modelId="{AF61B56D-BA1B-4492-9FF0-6185A412D3A9}" srcId="{B06E09FB-FC91-496D-8F02-38053842394A}" destId="{A9FDC015-750F-459C-A4A9-D85DDF63906E}" srcOrd="2" destOrd="0" parTransId="{8E60CC39-292E-443B-A356-8CD80A53AACB}" sibTransId="{213DECD8-BE1B-4481-A821-9B61A4438EA7}"/>
    <dgm:cxn modelId="{B5CF316E-565F-425D-9F8D-432EE8E7A762}" type="presOf" srcId="{D4C5C18F-3E5D-4BA2-81E3-DFBAD830D13F}" destId="{58A1719A-048E-4079-84BC-9E226C30FA7B}" srcOrd="0" destOrd="4" presId="urn:microsoft.com/office/officeart/2005/8/layout/hList1"/>
    <dgm:cxn modelId="{3702AC4F-E140-44A7-A1DF-A0498FEFAB21}" type="presOf" srcId="{1674775F-2BED-41FD-9521-B7B9E9763C35}" destId="{556A560D-2330-47B6-8E0E-D00DA7D49978}" srcOrd="0" destOrd="4" presId="urn:microsoft.com/office/officeart/2005/8/layout/hList1"/>
    <dgm:cxn modelId="{3A7B1851-725D-4991-9EBC-DE87A804F9FC}" srcId="{D4A87381-D4DE-4357-ADD5-6B3D9B760768}" destId="{4EF95CD1-4025-48F8-B399-0AF602B27CF2}" srcOrd="0" destOrd="0" parTransId="{A52A5B3A-D55D-44F3-A309-C630D1424960}" sibTransId="{9B140DBC-A6FA-485A-A84B-656B2CF351D1}"/>
    <dgm:cxn modelId="{0B226E74-32A3-4C2D-89F4-9636F7020ABA}" type="presOf" srcId="{D033872C-39C5-45F3-A405-CF9E68822411}" destId="{556A560D-2330-47B6-8E0E-D00DA7D49978}" srcOrd="0" destOrd="5" presId="urn:microsoft.com/office/officeart/2005/8/layout/hList1"/>
    <dgm:cxn modelId="{85507755-DCA8-4F48-B579-0BDF05C2FBE1}" type="presOf" srcId="{FB5ED429-CD99-467E-B68B-0A4812C48116}" destId="{13642C5B-608C-43C1-A3AD-229DE2F94D70}" srcOrd="0" destOrd="5" presId="urn:microsoft.com/office/officeart/2005/8/layout/hList1"/>
    <dgm:cxn modelId="{8CBEEE55-E071-4BFF-8488-8DA1A6D3EEEE}" srcId="{3B479448-45B7-4939-9B44-4AED0BE0AA8C}" destId="{AF69E1C3-B135-4AEF-A700-4A78C1025327}" srcOrd="1" destOrd="0" parTransId="{BBC0C19B-7F20-4E20-97FE-A751B754E8D8}" sibTransId="{1BAFC049-D406-42A0-8D94-50DBB8F6347D}"/>
    <dgm:cxn modelId="{5EA40D76-ACBE-4C5A-A5B8-04AD2E7587BB}" type="presOf" srcId="{115B1150-0E1A-4653-A8C0-D9AC1B84B59B}" destId="{F14A6268-E1B1-4834-9982-1C37BC4F8930}" srcOrd="0" destOrd="0" presId="urn:microsoft.com/office/officeart/2005/8/layout/hList1"/>
    <dgm:cxn modelId="{5ACC6878-C3DC-4086-B3F6-6C08893AA33E}" type="presOf" srcId="{12EBB672-215F-4E9E-8D93-AEBBB2F2F1F5}" destId="{6058D280-3C81-4CCD-AE51-0E104AE21961}" srcOrd="0" destOrd="4" presId="urn:microsoft.com/office/officeart/2005/8/layout/hList1"/>
    <dgm:cxn modelId="{F851D45A-B88E-4559-9248-EB0FA56BF98A}" type="presOf" srcId="{5FCC4902-D515-4EFC-A39D-38CE3015B247}" destId="{8CBE9EAC-42ED-4151-B1E5-18DE409F10E5}" srcOrd="0" destOrd="1" presId="urn:microsoft.com/office/officeart/2005/8/layout/hList1"/>
    <dgm:cxn modelId="{D9164E7B-9ACB-4F86-8A47-081749CE7755}" type="presOf" srcId="{35A9D468-13EB-4831-9C65-129B2D89E52B}" destId="{556A560D-2330-47B6-8E0E-D00DA7D49978}" srcOrd="0" destOrd="0" presId="urn:microsoft.com/office/officeart/2005/8/layout/hList1"/>
    <dgm:cxn modelId="{D8520E7D-D002-4522-87DC-8C3117605FFB}" type="presOf" srcId="{213F804A-7AFE-4E33-91E6-3602210595F3}" destId="{13642C5B-608C-43C1-A3AD-229DE2F94D70}" srcOrd="0" destOrd="4" presId="urn:microsoft.com/office/officeart/2005/8/layout/hList1"/>
    <dgm:cxn modelId="{9402A57F-86CD-447D-BA61-078D1EDBE804}" type="presOf" srcId="{AE234975-77A1-4340-803A-1A9F52912B01}" destId="{978E44CE-8297-4C22-900E-BB6D0E3F013D}" srcOrd="0" destOrd="0" presId="urn:microsoft.com/office/officeart/2005/8/layout/hList1"/>
    <dgm:cxn modelId="{A10EE180-8897-4587-B4FD-0179EC8D9322}" srcId="{6366A604-9632-40FE-875E-323530661E3D}" destId="{01FA0353-2408-4CE4-96C7-897CC575340B}" srcOrd="0" destOrd="0" parTransId="{CD35E2AD-C9C3-4192-ADA6-4C1C66E3EF57}" sibTransId="{0A35F9D7-5BE3-4389-AF1A-49F7A3BE6C18}"/>
    <dgm:cxn modelId="{6F106283-F8A7-47D7-9249-56E423C3D9DD}" srcId="{59EFE168-5A27-4ADB-A727-15D972FE7FBC}" destId="{6B2100B4-DAD3-4BFE-BF7D-6F18EE51BB40}" srcOrd="1" destOrd="0" parTransId="{733DFA15-A1EC-4014-92FD-A447C0303F1C}" sibTransId="{D9961314-2EB3-4568-97D5-AD8DAB858748}"/>
    <dgm:cxn modelId="{45167D84-8CC3-47D8-8C67-ADC2F2F95215}" srcId="{41D67A9F-533A-40E2-891C-996977E70E37}" destId="{5FCC4902-D515-4EFC-A39D-38CE3015B247}" srcOrd="1" destOrd="0" parTransId="{63B1A990-4B3D-4E38-9306-1BD14842F346}" sibTransId="{A7C4DD2C-545D-4184-8311-295AF01D4818}"/>
    <dgm:cxn modelId="{8B09AA85-F5ED-4ED7-94D9-284C289A32F0}" srcId="{CC6221B3-4739-414D-BBD6-07C567DBD4E7}" destId="{41D67A9F-533A-40E2-891C-996977E70E37}" srcOrd="0" destOrd="0" parTransId="{B1DCFE1B-DB63-46B8-AA09-F31A42E9FF05}" sibTransId="{D222C9C1-6E77-4ED4-9231-C434072EA872}"/>
    <dgm:cxn modelId="{79345E87-FD54-47FE-8BD6-38F31481AC90}" type="presOf" srcId="{D125E948-0036-40EA-AA7D-E423CFE4CBCD}" destId="{13642C5B-608C-43C1-A3AD-229DE2F94D70}" srcOrd="0" destOrd="1" presId="urn:microsoft.com/office/officeart/2005/8/layout/hList1"/>
    <dgm:cxn modelId="{AF7E4487-7434-4D94-AB08-B68E2B68527E}" srcId="{D4A87381-D4DE-4357-ADD5-6B3D9B760768}" destId="{634901BF-3426-4769-8E20-A00969339FEE}" srcOrd="1" destOrd="0" parTransId="{218CED4C-B4FA-4253-9AFA-02735D910430}" sibTransId="{DEF10A18-141C-483D-B1A0-45D45621E54A}"/>
    <dgm:cxn modelId="{3AD93C88-6E0D-421F-9BD8-859C2E29A458}" type="presOf" srcId="{8F91B705-22CE-40A7-9F3E-5534D5483D26}" destId="{978E44CE-8297-4C22-900E-BB6D0E3F013D}" srcOrd="0" destOrd="1" presId="urn:microsoft.com/office/officeart/2005/8/layout/hList1"/>
    <dgm:cxn modelId="{84928188-AFF3-48A1-B2D1-2DA96A41019E}" type="presOf" srcId="{7C26ED95-ECB0-4665-B90C-0D7AFC52C807}" destId="{CE0CD7EE-1734-4FDB-934C-81CFB27FA528}" srcOrd="0" destOrd="0" presId="urn:microsoft.com/office/officeart/2005/8/layout/hList1"/>
    <dgm:cxn modelId="{4C49068C-1902-4F48-A555-55E0B04B4A1D}" srcId="{3B479448-45B7-4939-9B44-4AED0BE0AA8C}" destId="{35A9D468-13EB-4831-9C65-129B2D89E52B}" srcOrd="0" destOrd="0" parTransId="{B0772B92-7C8C-4C0D-901D-3B88C1D20776}" sibTransId="{6129CC0D-81F4-4B64-94CD-79B4336501CC}"/>
    <dgm:cxn modelId="{7234CA8D-F864-4BB2-9810-FA5B48B5FAA3}" srcId="{D76FBD60-2F3E-495B-9B56-C7548CBBAFD4}" destId="{8434A0D2-2386-48BB-9503-74EB37773507}" srcOrd="2" destOrd="0" parTransId="{2F10427F-61EF-46FF-BF00-FF17FC7F0088}" sibTransId="{41874A9E-1B52-44DB-989D-819A455D7B54}"/>
    <dgm:cxn modelId="{AB962C8E-3AC3-4A3A-9067-5B4D54733482}" srcId="{E4D3FF65-3BB0-43A9-AA22-02100F37CA93}" destId="{10CB5767-F17A-424B-8D00-620B0BCB9973}" srcOrd="2" destOrd="0" parTransId="{CABFCE02-BA29-48C1-B7A3-E01720594EC6}" sibTransId="{34AD794F-E084-471E-96E3-80CE3A06278A}"/>
    <dgm:cxn modelId="{C7A8728F-B2B3-40D7-9520-926EA09CAB50}" srcId="{6A79295D-C99E-437E-BD1D-8166045FF892}" destId="{BC454067-DAE1-4C00-91C0-7BF32957D73E}" srcOrd="0" destOrd="0" parTransId="{905DC7C7-2A99-417F-B970-C9DF4BE333FD}" sibTransId="{91D03728-66D6-4C9B-B5F8-BF57372E60D5}"/>
    <dgm:cxn modelId="{FD658D8F-B969-460C-9AB4-3965CEE1D81C}" type="presOf" srcId="{2E1B2903-A16B-44DF-A6E0-39C3C0FB3828}" destId="{13642C5B-608C-43C1-A3AD-229DE2F94D70}" srcOrd="0" destOrd="2" presId="urn:microsoft.com/office/officeart/2005/8/layout/hList1"/>
    <dgm:cxn modelId="{7338E794-4B61-4C1A-91ED-E9BDE0067A89}" type="presOf" srcId="{A4709236-2923-43B0-803C-F2A671668593}" destId="{13642C5B-608C-43C1-A3AD-229DE2F94D70}" srcOrd="0" destOrd="0" presId="urn:microsoft.com/office/officeart/2005/8/layout/hList1"/>
    <dgm:cxn modelId="{39AF1B97-8E70-42C1-8C08-BA3207292503}" srcId="{41D67A9F-533A-40E2-891C-996977E70E37}" destId="{0EFD3EFC-EE68-4F10-8731-2FBADCFDC15B}" srcOrd="0" destOrd="0" parTransId="{D5642D4A-7A11-4202-9F31-BF50B3ECDA75}" sibTransId="{86B8B68E-D271-4CE1-B1AD-AFDF01D2D23D}"/>
    <dgm:cxn modelId="{A43E0A9B-646A-4939-BAAD-4DB651CDA8C9}" srcId="{6A79295D-C99E-437E-BD1D-8166045FF892}" destId="{2ADE6892-BC3A-40D3-9BDD-678693A09673}" srcOrd="2" destOrd="0" parTransId="{B2861BF2-495E-40B7-AC62-1B279058861D}" sibTransId="{B20DECD1-F3CE-4719-BC39-5460BCB8456E}"/>
    <dgm:cxn modelId="{CEE4CD9D-8C39-474C-A296-A25CB90E573B}" srcId="{2ADE6892-BC3A-40D3-9BDD-678693A09673}" destId="{50A458F2-603A-418E-B37E-4A865CB0C90D}" srcOrd="0" destOrd="0" parTransId="{23E82902-81CF-4796-A96F-7D4F801E0748}" sibTransId="{ECA780E4-C172-4F44-AB86-8D4F72AED785}"/>
    <dgm:cxn modelId="{6955C5A0-63CB-49E0-86EF-671A364FB421}" type="presOf" srcId="{6B2100B4-DAD3-4BFE-BF7D-6F18EE51BB40}" destId="{CE0CD7EE-1734-4FDB-934C-81CFB27FA528}" srcOrd="0" destOrd="1" presId="urn:microsoft.com/office/officeart/2005/8/layout/hList1"/>
    <dgm:cxn modelId="{1AB150A6-6F61-4F61-9600-1694C0DAE0E3}" type="presOf" srcId="{6FE44EC4-C41E-4162-93CF-A2CFBBC87DC3}" destId="{8CBE9EAC-42ED-4151-B1E5-18DE409F10E5}" srcOrd="0" destOrd="2" presId="urn:microsoft.com/office/officeart/2005/8/layout/hList1"/>
    <dgm:cxn modelId="{7EAB23A9-714F-44E0-8804-67CF12939C98}" srcId="{CC6221B3-4739-414D-BBD6-07C567DBD4E7}" destId="{6A79295D-C99E-437E-BD1D-8166045FF892}" srcOrd="3" destOrd="0" parTransId="{EAE6F4F2-9277-4C78-A7F6-DBEFD8147E77}" sibTransId="{D5DF2BB5-94CD-48BE-8191-691756BC4F64}"/>
    <dgm:cxn modelId="{47D0B8A9-91B7-4EA4-B628-9C3784A68BFE}" srcId="{59EFE168-5A27-4ADB-A727-15D972FE7FBC}" destId="{7C26ED95-ECB0-4665-B90C-0D7AFC52C807}" srcOrd="0" destOrd="0" parTransId="{BB1723E8-4F32-4ADC-9C1B-6E64EA573763}" sibTransId="{DCA7CA21-63B3-4847-87F4-D27588C13E61}"/>
    <dgm:cxn modelId="{A02837AA-0F91-464E-A946-24D46DEB3421}" type="presOf" srcId="{E4D3FF65-3BB0-43A9-AA22-02100F37CA93}" destId="{58A1719A-048E-4079-84BC-9E226C30FA7B}" srcOrd="0" destOrd="2" presId="urn:microsoft.com/office/officeart/2005/8/layout/hList1"/>
    <dgm:cxn modelId="{EFE797AA-F1F9-4697-880C-0D994DA4E891}" type="presOf" srcId="{59EFE168-5A27-4ADB-A727-15D972FE7FBC}" destId="{FC4C5E71-B64B-4785-8A9D-B03B6BAE507A}" srcOrd="0" destOrd="0" presId="urn:microsoft.com/office/officeart/2005/8/layout/hList1"/>
    <dgm:cxn modelId="{CAB5C3AA-A041-45C0-B465-F4864E0C7DA5}" srcId="{CC6221B3-4739-414D-BBD6-07C567DBD4E7}" destId="{467CD962-A374-4FBE-9B3B-F6CD57A6E15A}" srcOrd="1" destOrd="0" parTransId="{B9E7515E-DD08-4E7B-A986-56531C13B2DE}" sibTransId="{5D65E886-D8C2-4073-B562-0C009BD1F3EF}"/>
    <dgm:cxn modelId="{CEA13FAE-BBEC-4CD2-B2A0-FC7C5B5A259A}" srcId="{D76FBD60-2F3E-495B-9B56-C7548CBBAFD4}" destId="{41ED48C1-F971-4427-9645-58B60C4B090A}" srcOrd="1" destOrd="0" parTransId="{DDEE29AE-DBE2-4FD6-940B-CCF2D612C4F2}" sibTransId="{B1D58238-0BD5-4C17-AA1F-031F702F4123}"/>
    <dgm:cxn modelId="{07E543AE-123D-460B-BBCA-7B1E9A9426AB}" type="presOf" srcId="{AF69E1C3-B135-4AEF-A700-4A78C1025327}" destId="{556A560D-2330-47B6-8E0E-D00DA7D49978}" srcOrd="0" destOrd="1" presId="urn:microsoft.com/office/officeart/2005/8/layout/hList1"/>
    <dgm:cxn modelId="{BC6F81AE-87FC-4AE4-B2F5-11EA2A8BF319}" srcId="{2E1B2903-A16B-44DF-A6E0-39C3C0FB3828}" destId="{FB5ED429-CD99-467E-B68B-0A4812C48116}" srcOrd="2" destOrd="0" parTransId="{DAAB8394-8849-41A1-8677-F30F1585FD07}" sibTransId="{AF84D3F4-63D8-4DA9-8345-7385926E79EB}"/>
    <dgm:cxn modelId="{92BCBBB5-01F9-4BCA-8238-CD0450FD7B5F}" type="presOf" srcId="{D4A87381-D4DE-4357-ADD5-6B3D9B760768}" destId="{FEE9DFEF-5071-4C37-9EE6-D757B1A3172D}" srcOrd="0" destOrd="0" presId="urn:microsoft.com/office/officeart/2005/8/layout/hList1"/>
    <dgm:cxn modelId="{02ED0CB6-74B4-405B-8BAC-7EEEF359C259}" srcId="{6FE44EC4-C41E-4162-93CF-A2CFBBC87DC3}" destId="{976C6936-06E0-45FF-B1C6-FBDF763F545E}" srcOrd="1" destOrd="0" parTransId="{EBC5AFF5-AB5D-4F47-BF85-ABF64715732A}" sibTransId="{87D115DB-F549-4343-9397-515024307649}"/>
    <dgm:cxn modelId="{72FFBAB7-EA12-4EAA-A3CD-D61EFB59ECAB}" srcId="{CC6221B3-4739-414D-BBD6-07C567DBD4E7}" destId="{59EFE168-5A27-4ADB-A727-15D972FE7FBC}" srcOrd="5" destOrd="0" parTransId="{B74A813E-BF0A-41F9-AE8B-49BF270701C5}" sibTransId="{F05972A3-D329-4120-907C-B0205D65AB3C}"/>
    <dgm:cxn modelId="{734D23B9-71DF-4553-9C7F-B84BD451C8AE}" type="presOf" srcId="{F5059D77-45E8-43FE-8450-A32F943ABEAF}" destId="{13642C5B-608C-43C1-A3AD-229DE2F94D70}" srcOrd="0" destOrd="3" presId="urn:microsoft.com/office/officeart/2005/8/layout/hList1"/>
    <dgm:cxn modelId="{E5DA97B9-A1A4-4577-BC95-272085D232DC}" type="presOf" srcId="{7F2E4737-4CB6-457D-9B62-57C369AF5C77}" destId="{BF84D289-42EC-483E-A52B-D21F8835D713}" srcOrd="0" destOrd="0" presId="urn:microsoft.com/office/officeart/2005/8/layout/hList1"/>
    <dgm:cxn modelId="{2F7784C3-22D9-49B8-9E04-5D7BB8D80509}" srcId="{CC6221B3-4739-414D-BBD6-07C567DBD4E7}" destId="{3B479448-45B7-4939-9B44-4AED0BE0AA8C}" srcOrd="4" destOrd="0" parTransId="{5E1811E6-731A-4035-BF8B-241E694A378A}" sibTransId="{21FF0884-6369-4341-9FA2-38B6FA834EE7}"/>
    <dgm:cxn modelId="{EC53BBC4-5E9A-4BE8-A6FE-5B96B2370366}" type="presOf" srcId="{4EF95CD1-4025-48F8-B399-0AF602B27CF2}" destId="{58A1719A-048E-4079-84BC-9E226C30FA7B}" srcOrd="0" destOrd="0" presId="urn:microsoft.com/office/officeart/2005/8/layout/hList1"/>
    <dgm:cxn modelId="{7E20F8C5-9CA0-4144-8C17-FF76A2E5169E}" type="presOf" srcId="{A3A0C44C-5605-406A-8E7F-2737D64B0AAE}" destId="{978E44CE-8297-4C22-900E-BB6D0E3F013D}" srcOrd="0" destOrd="2" presId="urn:microsoft.com/office/officeart/2005/8/layout/hList1"/>
    <dgm:cxn modelId="{F3A7FFC9-FDEF-4215-9706-B3B47937758A}" srcId="{59EFE168-5A27-4ADB-A727-15D972FE7FBC}" destId="{D76FBD60-2F3E-495B-9B56-C7548CBBAFD4}" srcOrd="2" destOrd="0" parTransId="{AD9C8D12-FE2D-4EDD-AE6A-C6FBD1F22ED6}" sibTransId="{9F275DCF-03D8-4CCD-A404-EC16705FB30C}"/>
    <dgm:cxn modelId="{7FF1E4CA-2CA0-48DD-A2D5-FD85D16A7CCF}" srcId="{6FE44EC4-C41E-4162-93CF-A2CFBBC87DC3}" destId="{2212BF00-D1BB-4B9A-8ECB-EBF57D94399F}" srcOrd="2" destOrd="0" parTransId="{FD31D065-FA71-4381-8D68-134528804801}" sibTransId="{58798AB0-2CC0-4923-B18B-AB9AD149CDCE}"/>
    <dgm:cxn modelId="{C4FCD4CF-E9AB-44B6-9B74-1F552F6FBF58}" type="presOf" srcId="{CC6221B3-4739-414D-BBD6-07C567DBD4E7}" destId="{0457E3A6-B4BE-4391-961E-BF0E8B9C5CA6}" srcOrd="0" destOrd="0" presId="urn:microsoft.com/office/officeart/2005/8/layout/hList1"/>
    <dgm:cxn modelId="{392357D0-BB63-4B58-B925-DDBF7EFC1E41}" type="presOf" srcId="{467CD962-A374-4FBE-9B3B-F6CD57A6E15A}" destId="{F327BFE2-EE24-4752-B9AC-42033765FA9F}" srcOrd="0" destOrd="0" presId="urn:microsoft.com/office/officeart/2005/8/layout/hList1"/>
    <dgm:cxn modelId="{D8EB15D4-ADDF-4A8E-A479-CB335432FD61}" type="presOf" srcId="{41ED48C1-F971-4427-9645-58B60C4B090A}" destId="{CE0CD7EE-1734-4FDB-934C-81CFB27FA528}" srcOrd="0" destOrd="4" presId="urn:microsoft.com/office/officeart/2005/8/layout/hList1"/>
    <dgm:cxn modelId="{2AA139D4-44AC-4ED3-B0A8-F15AEEDEBF77}" srcId="{B06E09FB-FC91-496D-8F02-38053842394A}" destId="{A3C13F7F-F26F-4CCF-95B0-37F8A14BED27}" srcOrd="1" destOrd="0" parTransId="{570EC0DB-DD9F-4C77-84FC-427B347B8D6E}" sibTransId="{19D62260-1582-48F9-9166-BF20F21A3D69}"/>
    <dgm:cxn modelId="{609A89D7-C0B4-4E1E-AD2B-36F57F32C3AB}" srcId="{CC6221B3-4739-414D-BBD6-07C567DBD4E7}" destId="{D4A87381-D4DE-4357-ADD5-6B3D9B760768}" srcOrd="7" destOrd="0" parTransId="{72D7637D-A8E3-4D9A-98F3-9D6919F4A979}" sibTransId="{5A9F99D1-2CC2-4765-8277-ED94AE9BED3D}"/>
    <dgm:cxn modelId="{F0586CD8-BFC3-432C-8341-0532E6351CAA}" srcId="{6366A604-9632-40FE-875E-323530661E3D}" destId="{1674775F-2BED-41FD-9521-B7B9E9763C35}" srcOrd="1" destOrd="0" parTransId="{A29F9C42-BB22-408C-BBF8-13940B9D50EB}" sibTransId="{3A3F74EF-90BA-48B8-AB6F-36F642CA2DFC}"/>
    <dgm:cxn modelId="{FE5307DF-7A7E-4115-8E61-1502FB73EC02}" type="presOf" srcId="{D688977C-C635-4884-A863-5E548EA7FA23}" destId="{6058D280-3C81-4CCD-AE51-0E104AE21961}" srcOrd="0" destOrd="1" presId="urn:microsoft.com/office/officeart/2005/8/layout/hList1"/>
    <dgm:cxn modelId="{77558CE1-76AB-46E6-94A7-C358D5534341}" srcId="{467CD962-A374-4FBE-9B3B-F6CD57A6E15A}" destId="{A3A0C44C-5605-406A-8E7F-2737D64B0AAE}" srcOrd="2" destOrd="0" parTransId="{75C3FA93-793D-46F8-AA84-8345B6E694DE}" sibTransId="{296BEA51-6BD2-4195-92FB-8F1CEC46F23D}"/>
    <dgm:cxn modelId="{1309B3E1-516C-45D5-8158-6298ED1056F2}" srcId="{467CD962-A374-4FBE-9B3B-F6CD57A6E15A}" destId="{AE234975-77A1-4340-803A-1A9F52912B01}" srcOrd="0" destOrd="0" parTransId="{DE2C28B1-281B-4FF2-9076-078947503ABC}" sibTransId="{A135DB01-1209-43BB-A358-9562E2186B8C}"/>
    <dgm:cxn modelId="{9326E3E1-30EC-426F-A5A3-912F03967C7B}" srcId="{CC6221B3-4739-414D-BBD6-07C567DBD4E7}" destId="{B86A228F-7131-4023-86C4-2700501B17EC}" srcOrd="2" destOrd="0" parTransId="{548F88E5-3A2C-4442-B081-B5DE260DAB8B}" sibTransId="{99791E79-42DC-4B20-9328-C1BFD0C23621}"/>
    <dgm:cxn modelId="{27D200E7-5833-4A04-B239-85984391AC4D}" type="presOf" srcId="{B86A228F-7131-4023-86C4-2700501B17EC}" destId="{1044D768-BB4B-4D40-89B2-D9ADAE1F1B36}" srcOrd="0" destOrd="0" presId="urn:microsoft.com/office/officeart/2005/8/layout/hList1"/>
    <dgm:cxn modelId="{134B95E8-21E7-4676-A36A-71907EC2F84D}" srcId="{2E1B2903-A16B-44DF-A6E0-39C3C0FB3828}" destId="{213F804A-7AFE-4E33-91E6-3602210595F3}" srcOrd="1" destOrd="0" parTransId="{D8A75664-82B4-41AF-AA90-D49E91A8867D}" sibTransId="{868271D1-D937-4372-9801-582E552B111C}"/>
    <dgm:cxn modelId="{7A95D1EB-EB5F-48E1-A895-028E08576AF7}" srcId="{D76FBD60-2F3E-495B-9B56-C7548CBBAFD4}" destId="{3276AE3C-0178-4DBA-8E4C-801CA1113E97}" srcOrd="0" destOrd="0" parTransId="{72190517-6660-4EAD-9CB3-C2F4F4BAA260}" sibTransId="{F9952A07-44D9-4A15-ABF9-FC48B6B75E1F}"/>
    <dgm:cxn modelId="{0F24BCF3-B26C-4284-86A6-F585A3F09318}" type="presOf" srcId="{50A458F2-603A-418E-B37E-4A865CB0C90D}" destId="{6058D280-3C81-4CCD-AE51-0E104AE21961}" srcOrd="0" destOrd="3" presId="urn:microsoft.com/office/officeart/2005/8/layout/hList1"/>
    <dgm:cxn modelId="{602F41F6-4113-432F-B2D7-6FDA582979D4}" srcId="{6A79295D-C99E-437E-BD1D-8166045FF892}" destId="{D688977C-C635-4884-A863-5E548EA7FA23}" srcOrd="1" destOrd="0" parTransId="{A1C551C1-36CD-428E-8110-3B01E9B8A8DF}" sibTransId="{E6152497-60A5-4DF9-BE3E-3755077681CE}"/>
    <dgm:cxn modelId="{4ED6BDF6-FCCB-485E-81A6-D47E1751476F}" type="presOf" srcId="{6A79295D-C99E-437E-BD1D-8166045FF892}" destId="{BA2551B7-15AD-4BAB-8593-CB1DF16FCA4E}" srcOrd="0" destOrd="0" presId="urn:microsoft.com/office/officeart/2005/8/layout/hList1"/>
    <dgm:cxn modelId="{9CC12CF7-9D8C-48AA-A086-B925D46D8430}" type="presOf" srcId="{2ADE6892-BC3A-40D3-9BDD-678693A09673}" destId="{6058D280-3C81-4CCD-AE51-0E104AE21961}" srcOrd="0" destOrd="2" presId="urn:microsoft.com/office/officeart/2005/8/layout/hList1"/>
    <dgm:cxn modelId="{8ECBC8F7-BFD1-4A62-882C-7AE7ACC2AFFD}" srcId="{B86A228F-7131-4023-86C4-2700501B17EC}" destId="{7F2E4737-4CB6-457D-9B62-57C369AF5C77}" srcOrd="0" destOrd="0" parTransId="{EDD8D2C2-3F65-420C-AF6C-BC9ACCCF1940}" sibTransId="{17124EE5-6EC4-46EC-93D9-A9BC15DE0360}"/>
    <dgm:cxn modelId="{120E21FA-0020-4E6F-9F1C-F81A8FCECB26}" srcId="{115B1150-0E1A-4653-A8C0-D9AC1B84B59B}" destId="{2E1B2903-A16B-44DF-A6E0-39C3C0FB3828}" srcOrd="2" destOrd="0" parTransId="{9B2ACD1C-3C54-4756-82DA-D7F0BBEBE7F0}" sibTransId="{62BFC581-A332-49CF-913D-06F52FCA6DAE}"/>
    <dgm:cxn modelId="{558E88FA-1EFE-4493-99A7-A6F0564A4FBA}" type="presOf" srcId="{8434A0D2-2386-48BB-9503-74EB37773507}" destId="{CE0CD7EE-1734-4FDB-934C-81CFB27FA528}" srcOrd="0" destOrd="5" presId="urn:microsoft.com/office/officeart/2005/8/layout/hList1"/>
    <dgm:cxn modelId="{DE81FFFB-19A4-4F27-9910-619DE36FC632}" type="presOf" srcId="{A3C13F7F-F26F-4CCF-95B0-37F8A14BED27}" destId="{BF84D289-42EC-483E-A52B-D21F8835D713}" srcOrd="0" destOrd="4" presId="urn:microsoft.com/office/officeart/2005/8/layout/hList1"/>
    <dgm:cxn modelId="{1CF8717C-3970-44A4-A5F3-A8C671EF67BE}" type="presParOf" srcId="{0457E3A6-B4BE-4391-961E-BF0E8B9C5CA6}" destId="{040F5EF7-99E9-44DC-A9DF-F07EE72332A4}" srcOrd="0" destOrd="0" presId="urn:microsoft.com/office/officeart/2005/8/layout/hList1"/>
    <dgm:cxn modelId="{276C6554-5A7E-42F9-8C10-6988AE7BAD1C}" type="presParOf" srcId="{040F5EF7-99E9-44DC-A9DF-F07EE72332A4}" destId="{4B494318-F9E4-481A-AEB2-4F13A148391E}" srcOrd="0" destOrd="0" presId="urn:microsoft.com/office/officeart/2005/8/layout/hList1"/>
    <dgm:cxn modelId="{D373C1F1-9509-433D-BA6B-4D6CDC947B43}" type="presParOf" srcId="{040F5EF7-99E9-44DC-A9DF-F07EE72332A4}" destId="{8CBE9EAC-42ED-4151-B1E5-18DE409F10E5}" srcOrd="1" destOrd="0" presId="urn:microsoft.com/office/officeart/2005/8/layout/hList1"/>
    <dgm:cxn modelId="{A6EB794C-5359-45FA-931B-CE794C6F0A27}" type="presParOf" srcId="{0457E3A6-B4BE-4391-961E-BF0E8B9C5CA6}" destId="{ABC9C421-E401-4FE0-99E4-C496C4FFDC7B}" srcOrd="1" destOrd="0" presId="urn:microsoft.com/office/officeart/2005/8/layout/hList1"/>
    <dgm:cxn modelId="{B20A4E29-6FBB-47AD-A362-3A295ED420FF}" type="presParOf" srcId="{0457E3A6-B4BE-4391-961E-BF0E8B9C5CA6}" destId="{F30BC676-28FF-428A-944C-10DC1EFE7633}" srcOrd="2" destOrd="0" presId="urn:microsoft.com/office/officeart/2005/8/layout/hList1"/>
    <dgm:cxn modelId="{A684A3C3-BA85-41F9-9A7A-86C9D689AAC6}" type="presParOf" srcId="{F30BC676-28FF-428A-944C-10DC1EFE7633}" destId="{F327BFE2-EE24-4752-B9AC-42033765FA9F}" srcOrd="0" destOrd="0" presId="urn:microsoft.com/office/officeart/2005/8/layout/hList1"/>
    <dgm:cxn modelId="{631D87A6-F72A-4AE7-8C5F-3F36497BA50D}" type="presParOf" srcId="{F30BC676-28FF-428A-944C-10DC1EFE7633}" destId="{978E44CE-8297-4C22-900E-BB6D0E3F013D}" srcOrd="1" destOrd="0" presId="urn:microsoft.com/office/officeart/2005/8/layout/hList1"/>
    <dgm:cxn modelId="{8ED9AB37-24A6-4D42-BF27-A0CAFEB00BE5}" type="presParOf" srcId="{0457E3A6-B4BE-4391-961E-BF0E8B9C5CA6}" destId="{152EEBFC-84C1-4637-813C-FB1BFC2F3151}" srcOrd="3" destOrd="0" presId="urn:microsoft.com/office/officeart/2005/8/layout/hList1"/>
    <dgm:cxn modelId="{6182F789-278A-4FBB-8068-2CB09B832436}" type="presParOf" srcId="{0457E3A6-B4BE-4391-961E-BF0E8B9C5CA6}" destId="{14A52388-43E6-47DC-9407-B9F0272189FD}" srcOrd="4" destOrd="0" presId="urn:microsoft.com/office/officeart/2005/8/layout/hList1"/>
    <dgm:cxn modelId="{595D960E-D10D-44E9-B187-E24A77F1F429}" type="presParOf" srcId="{14A52388-43E6-47DC-9407-B9F0272189FD}" destId="{1044D768-BB4B-4D40-89B2-D9ADAE1F1B36}" srcOrd="0" destOrd="0" presId="urn:microsoft.com/office/officeart/2005/8/layout/hList1"/>
    <dgm:cxn modelId="{5AD93D68-28B5-438A-9FD8-11FBBA540309}" type="presParOf" srcId="{14A52388-43E6-47DC-9407-B9F0272189FD}" destId="{BF84D289-42EC-483E-A52B-D21F8835D713}" srcOrd="1" destOrd="0" presId="urn:microsoft.com/office/officeart/2005/8/layout/hList1"/>
    <dgm:cxn modelId="{0A547C86-30B7-431F-89A2-3DE8B7AC9571}" type="presParOf" srcId="{0457E3A6-B4BE-4391-961E-BF0E8B9C5CA6}" destId="{1C5D10C0-D3A0-4323-8280-0F29B080A869}" srcOrd="5" destOrd="0" presId="urn:microsoft.com/office/officeart/2005/8/layout/hList1"/>
    <dgm:cxn modelId="{89F25386-9000-45C3-A0EF-1C993B864A70}" type="presParOf" srcId="{0457E3A6-B4BE-4391-961E-BF0E8B9C5CA6}" destId="{9FDA63C3-1AF8-49DE-B4B3-F74BB939AB48}" srcOrd="6" destOrd="0" presId="urn:microsoft.com/office/officeart/2005/8/layout/hList1"/>
    <dgm:cxn modelId="{C42D35AD-9E8A-4664-B57D-2F5501D40E73}" type="presParOf" srcId="{9FDA63C3-1AF8-49DE-B4B3-F74BB939AB48}" destId="{BA2551B7-15AD-4BAB-8593-CB1DF16FCA4E}" srcOrd="0" destOrd="0" presId="urn:microsoft.com/office/officeart/2005/8/layout/hList1"/>
    <dgm:cxn modelId="{5952D657-604B-4E46-8ABF-7EF8FD1847E7}" type="presParOf" srcId="{9FDA63C3-1AF8-49DE-B4B3-F74BB939AB48}" destId="{6058D280-3C81-4CCD-AE51-0E104AE21961}" srcOrd="1" destOrd="0" presId="urn:microsoft.com/office/officeart/2005/8/layout/hList1"/>
    <dgm:cxn modelId="{33146AEE-C514-4A44-8C40-D5A6CCE0C8EE}" type="presParOf" srcId="{0457E3A6-B4BE-4391-961E-BF0E8B9C5CA6}" destId="{F61A85FE-1A81-4AAF-B856-8B660A66D552}" srcOrd="7" destOrd="0" presId="urn:microsoft.com/office/officeart/2005/8/layout/hList1"/>
    <dgm:cxn modelId="{38F598CC-765F-4D71-B171-318B828E8B09}" type="presParOf" srcId="{0457E3A6-B4BE-4391-961E-BF0E8B9C5CA6}" destId="{7457F859-6FC2-4C6F-A470-5478FD5B4771}" srcOrd="8" destOrd="0" presId="urn:microsoft.com/office/officeart/2005/8/layout/hList1"/>
    <dgm:cxn modelId="{AF4B4B6D-94DA-4BCA-846F-019FB47B4EF5}" type="presParOf" srcId="{7457F859-6FC2-4C6F-A470-5478FD5B4771}" destId="{7A5CB013-CA32-4A9E-BFAF-FEADBDDBFD5A}" srcOrd="0" destOrd="0" presId="urn:microsoft.com/office/officeart/2005/8/layout/hList1"/>
    <dgm:cxn modelId="{EB0D2F4B-3778-4F18-A434-7DFDFFBF1414}" type="presParOf" srcId="{7457F859-6FC2-4C6F-A470-5478FD5B4771}" destId="{556A560D-2330-47B6-8E0E-D00DA7D49978}" srcOrd="1" destOrd="0" presId="urn:microsoft.com/office/officeart/2005/8/layout/hList1"/>
    <dgm:cxn modelId="{552BB278-8780-43FB-8729-81BB8E2D5598}" type="presParOf" srcId="{0457E3A6-B4BE-4391-961E-BF0E8B9C5CA6}" destId="{65F8B4D1-B239-4E4C-AD08-8E1257E7D33A}" srcOrd="9" destOrd="0" presId="urn:microsoft.com/office/officeart/2005/8/layout/hList1"/>
    <dgm:cxn modelId="{8A6C7DCB-8EC6-4D7C-8967-AE08A16207A5}" type="presParOf" srcId="{0457E3A6-B4BE-4391-961E-BF0E8B9C5CA6}" destId="{1ADDD267-609C-4461-9167-D1E0282700E9}" srcOrd="10" destOrd="0" presId="urn:microsoft.com/office/officeart/2005/8/layout/hList1"/>
    <dgm:cxn modelId="{309326EC-10D9-4FF6-9060-46A1651C4C31}" type="presParOf" srcId="{1ADDD267-609C-4461-9167-D1E0282700E9}" destId="{FC4C5E71-B64B-4785-8A9D-B03B6BAE507A}" srcOrd="0" destOrd="0" presId="urn:microsoft.com/office/officeart/2005/8/layout/hList1"/>
    <dgm:cxn modelId="{E173C83C-9DF9-4032-AD35-F60E37FB230A}" type="presParOf" srcId="{1ADDD267-609C-4461-9167-D1E0282700E9}" destId="{CE0CD7EE-1734-4FDB-934C-81CFB27FA528}" srcOrd="1" destOrd="0" presId="urn:microsoft.com/office/officeart/2005/8/layout/hList1"/>
    <dgm:cxn modelId="{32C8232A-CDBF-4975-BC18-11A32D3979F3}" type="presParOf" srcId="{0457E3A6-B4BE-4391-961E-BF0E8B9C5CA6}" destId="{E0EFE80C-A689-4C07-830C-221BC1AB959E}" srcOrd="11" destOrd="0" presId="urn:microsoft.com/office/officeart/2005/8/layout/hList1"/>
    <dgm:cxn modelId="{FC32872F-01DD-4923-A4D6-5EA8AD6E881E}" type="presParOf" srcId="{0457E3A6-B4BE-4391-961E-BF0E8B9C5CA6}" destId="{878EE3BB-EE14-4CA4-809F-A9DE1FE2B214}" srcOrd="12" destOrd="0" presId="urn:microsoft.com/office/officeart/2005/8/layout/hList1"/>
    <dgm:cxn modelId="{1F9CC821-7365-41C8-9E76-69F51D791A97}" type="presParOf" srcId="{878EE3BB-EE14-4CA4-809F-A9DE1FE2B214}" destId="{F14A6268-E1B1-4834-9982-1C37BC4F8930}" srcOrd="0" destOrd="0" presId="urn:microsoft.com/office/officeart/2005/8/layout/hList1"/>
    <dgm:cxn modelId="{8AADD1C5-33E7-4642-AEBE-AD00D7C2764A}" type="presParOf" srcId="{878EE3BB-EE14-4CA4-809F-A9DE1FE2B214}" destId="{13642C5B-608C-43C1-A3AD-229DE2F94D70}" srcOrd="1" destOrd="0" presId="urn:microsoft.com/office/officeart/2005/8/layout/hList1"/>
    <dgm:cxn modelId="{6B087743-DF75-4AFC-9D82-1D1CB10AADBD}" type="presParOf" srcId="{0457E3A6-B4BE-4391-961E-BF0E8B9C5CA6}" destId="{89D5EF6B-732D-413B-B6EA-B3E7A5EE0739}" srcOrd="13" destOrd="0" presId="urn:microsoft.com/office/officeart/2005/8/layout/hList1"/>
    <dgm:cxn modelId="{694925A8-DA0A-44C5-8B56-FD09B748F5D6}" type="presParOf" srcId="{0457E3A6-B4BE-4391-961E-BF0E8B9C5CA6}" destId="{2D6CCB0A-AC5B-4DFD-8E87-5340B3F3B8AF}" srcOrd="14" destOrd="0" presId="urn:microsoft.com/office/officeart/2005/8/layout/hList1"/>
    <dgm:cxn modelId="{765161B5-6D3F-49F9-9954-9F77F80ED566}" type="presParOf" srcId="{2D6CCB0A-AC5B-4DFD-8E87-5340B3F3B8AF}" destId="{FEE9DFEF-5071-4C37-9EE6-D757B1A3172D}" srcOrd="0" destOrd="0" presId="urn:microsoft.com/office/officeart/2005/8/layout/hList1"/>
    <dgm:cxn modelId="{78EE63F7-4E83-41E4-922F-33D35B01BD7C}" type="presParOf" srcId="{2D6CCB0A-AC5B-4DFD-8E87-5340B3F3B8AF}" destId="{58A1719A-048E-4079-84BC-9E226C30FA7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13F66A-DDFD-4097-B930-00B474C9F1A9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8D5D14-D131-430A-910C-96DFE1A78EC6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1. Consumer &amp; Market Insights</a:t>
          </a:r>
        </a:p>
      </dgm:t>
    </dgm:pt>
    <dgm:pt modelId="{AF717860-9F70-4280-89D9-80153CCB0C65}" type="parTrans" cxnId="{BF53CDC2-2ED0-49F4-9EA3-7227A2C27FE9}">
      <dgm:prSet/>
      <dgm:spPr/>
      <dgm:t>
        <a:bodyPr/>
        <a:lstStyle/>
        <a:p>
          <a:endParaRPr lang="en-IN"/>
        </a:p>
      </dgm:t>
    </dgm:pt>
    <dgm:pt modelId="{DB886578-7FF4-467B-9301-81B24C8E78E2}" type="sibTrans" cxnId="{BF53CDC2-2ED0-49F4-9EA3-7227A2C27FE9}">
      <dgm:prSet/>
      <dgm:spPr/>
      <dgm:t>
        <a:bodyPr/>
        <a:lstStyle/>
        <a:p>
          <a:endParaRPr lang="en-IN"/>
        </a:p>
      </dgm:t>
    </dgm:pt>
    <dgm:pt modelId="{2EE31B36-088C-4BE0-BA48-0A4435E32015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Who buys? Why? Where?</a:t>
          </a:r>
        </a:p>
      </dgm:t>
    </dgm:pt>
    <dgm:pt modelId="{B68BF1A1-4502-4149-AD25-A0F03536422A}" type="parTrans" cxnId="{703EEB6B-868B-4755-9AB0-38415C9EC91D}">
      <dgm:prSet/>
      <dgm:spPr/>
      <dgm:t>
        <a:bodyPr/>
        <a:lstStyle/>
        <a:p>
          <a:endParaRPr lang="en-IN" sz="1200"/>
        </a:p>
      </dgm:t>
    </dgm:pt>
    <dgm:pt modelId="{329CFCD4-6E5F-4561-8574-C78E5A373AD3}" type="sibTrans" cxnId="{703EEB6B-868B-4755-9AB0-38415C9EC91D}">
      <dgm:prSet/>
      <dgm:spPr/>
      <dgm:t>
        <a:bodyPr/>
        <a:lstStyle/>
        <a:p>
          <a:endParaRPr lang="en-IN"/>
        </a:p>
      </dgm:t>
    </dgm:pt>
    <dgm:pt modelId="{A4F1B28B-1678-442D-8F5B-97070B0166E4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Used for innovation pipeline.</a:t>
          </a:r>
        </a:p>
      </dgm:t>
    </dgm:pt>
    <dgm:pt modelId="{489E120C-828C-46CF-95CD-70FE7A0D7D9C}" type="parTrans" cxnId="{3905101C-84C6-4BAF-B233-5570BD2F7D75}">
      <dgm:prSet/>
      <dgm:spPr/>
      <dgm:t>
        <a:bodyPr/>
        <a:lstStyle/>
        <a:p>
          <a:endParaRPr lang="en-IN" sz="1200"/>
        </a:p>
      </dgm:t>
    </dgm:pt>
    <dgm:pt modelId="{E46E5799-28EF-49E9-93E8-237FA13CF715}" type="sibTrans" cxnId="{3905101C-84C6-4BAF-B233-5570BD2F7D75}">
      <dgm:prSet/>
      <dgm:spPr/>
      <dgm:t>
        <a:bodyPr/>
        <a:lstStyle/>
        <a:p>
          <a:endParaRPr lang="en-IN"/>
        </a:p>
      </dgm:t>
    </dgm:pt>
    <dgm:pt modelId="{E5480AC1-D89D-4D10-9A3F-6309204D549E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2. R&amp;D / Innovation</a:t>
          </a:r>
        </a:p>
      </dgm:t>
    </dgm:pt>
    <dgm:pt modelId="{54F70EE4-D83B-4924-859C-61E91B66A01B}" type="parTrans" cxnId="{D3237970-303C-4DEF-B1A5-DB9C595969A3}">
      <dgm:prSet/>
      <dgm:spPr/>
      <dgm:t>
        <a:bodyPr/>
        <a:lstStyle/>
        <a:p>
          <a:endParaRPr lang="en-IN"/>
        </a:p>
      </dgm:t>
    </dgm:pt>
    <dgm:pt modelId="{D22CD310-7A00-468B-ABBC-870F1A54D74B}" type="sibTrans" cxnId="{D3237970-303C-4DEF-B1A5-DB9C595969A3}">
      <dgm:prSet/>
      <dgm:spPr/>
      <dgm:t>
        <a:bodyPr/>
        <a:lstStyle/>
        <a:p>
          <a:endParaRPr lang="en-IN"/>
        </a:p>
      </dgm:t>
    </dgm:pt>
    <dgm:pt modelId="{1CBDFB51-DEFC-42CF-962E-B22935A030DD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Formulations</a:t>
          </a:r>
        </a:p>
      </dgm:t>
    </dgm:pt>
    <dgm:pt modelId="{2C6424E3-DFA4-4367-BF70-E6F5705F0DC1}" type="parTrans" cxnId="{38A816F3-632F-4F1D-A12B-20FF4D7001DA}">
      <dgm:prSet/>
      <dgm:spPr/>
      <dgm:t>
        <a:bodyPr/>
        <a:lstStyle/>
        <a:p>
          <a:endParaRPr lang="en-IN" sz="1200"/>
        </a:p>
      </dgm:t>
    </dgm:pt>
    <dgm:pt modelId="{67A72AAD-4CFA-469F-8C90-5D816C38693C}" type="sibTrans" cxnId="{38A816F3-632F-4F1D-A12B-20FF4D7001DA}">
      <dgm:prSet/>
      <dgm:spPr/>
      <dgm:t>
        <a:bodyPr/>
        <a:lstStyle/>
        <a:p>
          <a:endParaRPr lang="en-IN"/>
        </a:p>
      </dgm:t>
    </dgm:pt>
    <dgm:pt modelId="{CF45E588-4394-49F0-9593-FFBD00C8C433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Packaging</a:t>
          </a:r>
        </a:p>
      </dgm:t>
    </dgm:pt>
    <dgm:pt modelId="{F0115F52-6167-4897-A680-89074C03752A}" type="parTrans" cxnId="{645ED9C7-3ACA-4108-9EC3-9B99DE9DE810}">
      <dgm:prSet/>
      <dgm:spPr/>
      <dgm:t>
        <a:bodyPr/>
        <a:lstStyle/>
        <a:p>
          <a:endParaRPr lang="en-IN" sz="1200"/>
        </a:p>
      </dgm:t>
    </dgm:pt>
    <dgm:pt modelId="{9D4C34DE-E07B-4BD8-BBB9-960F6B5EBEA5}" type="sibTrans" cxnId="{645ED9C7-3ACA-4108-9EC3-9B99DE9DE810}">
      <dgm:prSet/>
      <dgm:spPr/>
      <dgm:t>
        <a:bodyPr/>
        <a:lstStyle/>
        <a:p>
          <a:endParaRPr lang="en-IN"/>
        </a:p>
      </dgm:t>
    </dgm:pt>
    <dgm:pt modelId="{AFB05484-BBC4-4E20-A539-41C1E0BAC43A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Trials</a:t>
          </a:r>
        </a:p>
      </dgm:t>
    </dgm:pt>
    <dgm:pt modelId="{9AAF562B-666A-4DF3-B81F-B3296A930970}" type="parTrans" cxnId="{D52C1F34-9119-449B-B1F3-47421F02FE51}">
      <dgm:prSet/>
      <dgm:spPr/>
      <dgm:t>
        <a:bodyPr/>
        <a:lstStyle/>
        <a:p>
          <a:endParaRPr lang="en-IN" sz="1200"/>
        </a:p>
      </dgm:t>
    </dgm:pt>
    <dgm:pt modelId="{C40DAE1D-EA24-4DD9-B583-9FBC9FBE8B33}" type="sibTrans" cxnId="{D52C1F34-9119-449B-B1F3-47421F02FE51}">
      <dgm:prSet/>
      <dgm:spPr/>
      <dgm:t>
        <a:bodyPr/>
        <a:lstStyle/>
        <a:p>
          <a:endParaRPr lang="en-IN"/>
        </a:p>
      </dgm:t>
    </dgm:pt>
    <dgm:pt modelId="{3832D21A-C1BC-413E-BA92-6C8AB0746CA5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3. Procurement/Sourcing</a:t>
          </a:r>
        </a:p>
      </dgm:t>
    </dgm:pt>
    <dgm:pt modelId="{98627FA2-2347-408B-900F-EF34A97777DA}" type="parTrans" cxnId="{0E07DD98-97E8-4E19-8D58-AD83DFEBD2EA}">
      <dgm:prSet/>
      <dgm:spPr/>
      <dgm:t>
        <a:bodyPr/>
        <a:lstStyle/>
        <a:p>
          <a:endParaRPr lang="en-IN"/>
        </a:p>
      </dgm:t>
    </dgm:pt>
    <dgm:pt modelId="{416E4D06-D276-48EE-957C-EC33C7B61A34}" type="sibTrans" cxnId="{0E07DD98-97E8-4E19-8D58-AD83DFEBD2EA}">
      <dgm:prSet/>
      <dgm:spPr/>
      <dgm:t>
        <a:bodyPr/>
        <a:lstStyle/>
        <a:p>
          <a:endParaRPr lang="en-IN"/>
        </a:p>
      </dgm:t>
    </dgm:pt>
    <dgm:pt modelId="{73537482-8A41-4EE5-80A9-45BEEA5388DD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Ingredients &amp; materials</a:t>
          </a:r>
        </a:p>
      </dgm:t>
    </dgm:pt>
    <dgm:pt modelId="{A2F04475-CD53-4149-94E8-11E1A93A5DCA}" type="parTrans" cxnId="{D4110EBF-8B9A-46C1-A580-791327CC3F3A}">
      <dgm:prSet/>
      <dgm:spPr/>
      <dgm:t>
        <a:bodyPr/>
        <a:lstStyle/>
        <a:p>
          <a:endParaRPr lang="en-IN" sz="1200"/>
        </a:p>
      </dgm:t>
    </dgm:pt>
    <dgm:pt modelId="{4F1960D6-ADAD-4738-B998-EC22D0436D27}" type="sibTrans" cxnId="{D4110EBF-8B9A-46C1-A580-791327CC3F3A}">
      <dgm:prSet/>
      <dgm:spPr/>
      <dgm:t>
        <a:bodyPr/>
        <a:lstStyle/>
        <a:p>
          <a:endParaRPr lang="en-IN"/>
        </a:p>
      </dgm:t>
    </dgm:pt>
    <dgm:pt modelId="{7B13E335-216D-4D7E-98BF-840505704417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Supplier quality</a:t>
          </a:r>
        </a:p>
      </dgm:t>
    </dgm:pt>
    <dgm:pt modelId="{83547E08-0DD9-4F93-8EEC-27A3CD43B9E1}" type="parTrans" cxnId="{FBBD126E-3269-4791-8C41-67562131F1ED}">
      <dgm:prSet/>
      <dgm:spPr/>
      <dgm:t>
        <a:bodyPr/>
        <a:lstStyle/>
        <a:p>
          <a:endParaRPr lang="en-IN" sz="1200"/>
        </a:p>
      </dgm:t>
    </dgm:pt>
    <dgm:pt modelId="{F399E74A-3314-4165-B51D-AFC11E99A387}" type="sibTrans" cxnId="{FBBD126E-3269-4791-8C41-67562131F1ED}">
      <dgm:prSet/>
      <dgm:spPr/>
      <dgm:t>
        <a:bodyPr/>
        <a:lstStyle/>
        <a:p>
          <a:endParaRPr lang="en-IN"/>
        </a:p>
      </dgm:t>
    </dgm:pt>
    <dgm:pt modelId="{3AC9B997-7BC6-4630-8AD4-35ED14809C40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Contract manufacturing</a:t>
          </a:r>
        </a:p>
      </dgm:t>
    </dgm:pt>
    <dgm:pt modelId="{7BCE589C-E30D-401D-A24E-6AE2E93CF55E}" type="parTrans" cxnId="{B12CF007-A868-4FE9-9D08-230BC31124C5}">
      <dgm:prSet/>
      <dgm:spPr/>
      <dgm:t>
        <a:bodyPr/>
        <a:lstStyle/>
        <a:p>
          <a:endParaRPr lang="en-IN" sz="1200"/>
        </a:p>
      </dgm:t>
    </dgm:pt>
    <dgm:pt modelId="{24C0E694-8431-4122-95D0-4150721DD26E}" type="sibTrans" cxnId="{B12CF007-A868-4FE9-9D08-230BC31124C5}">
      <dgm:prSet/>
      <dgm:spPr/>
      <dgm:t>
        <a:bodyPr/>
        <a:lstStyle/>
        <a:p>
          <a:endParaRPr lang="en-IN"/>
        </a:p>
      </dgm:t>
    </dgm:pt>
    <dgm:pt modelId="{4CE83181-AB79-490F-9AD2-DCC3F21F3B75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4. Manufacturing</a:t>
          </a:r>
        </a:p>
      </dgm:t>
    </dgm:pt>
    <dgm:pt modelId="{F1B15E57-05EA-4A6D-A162-8E5A2B3D79AF}" type="parTrans" cxnId="{B9357285-D7CE-4821-BB15-74DE4C8711FC}">
      <dgm:prSet/>
      <dgm:spPr/>
      <dgm:t>
        <a:bodyPr/>
        <a:lstStyle/>
        <a:p>
          <a:endParaRPr lang="en-IN"/>
        </a:p>
      </dgm:t>
    </dgm:pt>
    <dgm:pt modelId="{1877C348-56FA-45A3-8797-4D089B4D1CB2}" type="sibTrans" cxnId="{B9357285-D7CE-4821-BB15-74DE4C8711FC}">
      <dgm:prSet/>
      <dgm:spPr/>
      <dgm:t>
        <a:bodyPr/>
        <a:lstStyle/>
        <a:p>
          <a:endParaRPr lang="en-IN"/>
        </a:p>
      </dgm:t>
    </dgm:pt>
    <dgm:pt modelId="{EC46B6D3-3258-48D8-B7CA-80F6EC8FB2DB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Lines, plants, TPM, safety, quality</a:t>
          </a:r>
        </a:p>
      </dgm:t>
    </dgm:pt>
    <dgm:pt modelId="{2A74EB90-E0AB-4666-A678-15698F6B18BD}" type="parTrans" cxnId="{0D5E5E9D-7FBD-4EC0-93ED-146956A822F1}">
      <dgm:prSet/>
      <dgm:spPr/>
      <dgm:t>
        <a:bodyPr/>
        <a:lstStyle/>
        <a:p>
          <a:endParaRPr lang="en-IN" sz="1200"/>
        </a:p>
      </dgm:t>
    </dgm:pt>
    <dgm:pt modelId="{0BACBF77-2608-4483-AA1E-07C8BC14374A}" type="sibTrans" cxnId="{0D5E5E9D-7FBD-4EC0-93ED-146956A822F1}">
      <dgm:prSet/>
      <dgm:spPr/>
      <dgm:t>
        <a:bodyPr/>
        <a:lstStyle/>
        <a:p>
          <a:endParaRPr lang="en-IN"/>
        </a:p>
      </dgm:t>
    </dgm:pt>
    <dgm:pt modelId="{6F19B978-EA49-47B0-93B6-92E08670A7A2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OEE, conversion cost, throughput</a:t>
          </a:r>
        </a:p>
      </dgm:t>
    </dgm:pt>
    <dgm:pt modelId="{44C900C6-1E29-4012-BFAE-BBAFC3A83ACB}" type="parTrans" cxnId="{2A2E754A-F1D0-4C0C-A21D-E8820CB6C2D7}">
      <dgm:prSet/>
      <dgm:spPr/>
      <dgm:t>
        <a:bodyPr/>
        <a:lstStyle/>
        <a:p>
          <a:endParaRPr lang="en-IN" sz="1200"/>
        </a:p>
      </dgm:t>
    </dgm:pt>
    <dgm:pt modelId="{F89B4CB2-AC5E-4993-8A97-D9E4E794D5B0}" type="sibTrans" cxnId="{2A2E754A-F1D0-4C0C-A21D-E8820CB6C2D7}">
      <dgm:prSet/>
      <dgm:spPr/>
      <dgm:t>
        <a:bodyPr/>
        <a:lstStyle/>
        <a:p>
          <a:endParaRPr lang="en-IN"/>
        </a:p>
      </dgm:t>
    </dgm:pt>
    <dgm:pt modelId="{F3C09069-BB71-4B64-B744-953966C4B9F4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5. Supply Chain Planning</a:t>
          </a:r>
        </a:p>
      </dgm:t>
    </dgm:pt>
    <dgm:pt modelId="{919268BE-15BC-4C15-9A01-24E5F2625B61}" type="parTrans" cxnId="{33814D43-801D-4F7E-BD37-188BB62351B0}">
      <dgm:prSet/>
      <dgm:spPr/>
      <dgm:t>
        <a:bodyPr/>
        <a:lstStyle/>
        <a:p>
          <a:endParaRPr lang="en-IN"/>
        </a:p>
      </dgm:t>
    </dgm:pt>
    <dgm:pt modelId="{F3CEC7BD-D9BF-4A69-846E-508F890C466D}" type="sibTrans" cxnId="{33814D43-801D-4F7E-BD37-188BB62351B0}">
      <dgm:prSet/>
      <dgm:spPr/>
      <dgm:t>
        <a:bodyPr/>
        <a:lstStyle/>
        <a:p>
          <a:endParaRPr lang="en-IN"/>
        </a:p>
      </dgm:t>
    </dgm:pt>
    <dgm:pt modelId="{6E0026DE-6B83-4845-87EE-F4C29B50E6FC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Demand planning</a:t>
          </a:r>
        </a:p>
      </dgm:t>
    </dgm:pt>
    <dgm:pt modelId="{EA52690B-C339-4BA2-AA4B-E7A75670BE14}" type="parTrans" cxnId="{06B0373C-2D69-4B80-9AC9-14785DF3F993}">
      <dgm:prSet/>
      <dgm:spPr/>
      <dgm:t>
        <a:bodyPr/>
        <a:lstStyle/>
        <a:p>
          <a:endParaRPr lang="en-IN" sz="1200"/>
        </a:p>
      </dgm:t>
    </dgm:pt>
    <dgm:pt modelId="{5657C644-82C8-4761-B060-E9BDD92B8F6C}" type="sibTrans" cxnId="{06B0373C-2D69-4B80-9AC9-14785DF3F993}">
      <dgm:prSet/>
      <dgm:spPr/>
      <dgm:t>
        <a:bodyPr/>
        <a:lstStyle/>
        <a:p>
          <a:endParaRPr lang="en-IN"/>
        </a:p>
      </dgm:t>
    </dgm:pt>
    <dgm:pt modelId="{256893D9-4C77-43C0-A643-49780E695A45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Supply planning</a:t>
          </a:r>
        </a:p>
      </dgm:t>
    </dgm:pt>
    <dgm:pt modelId="{0FD5058F-E93E-47E1-B57D-23598115C421}" type="parTrans" cxnId="{18046D56-C7AF-4DE8-A2D0-18C8872BD83E}">
      <dgm:prSet/>
      <dgm:spPr/>
      <dgm:t>
        <a:bodyPr/>
        <a:lstStyle/>
        <a:p>
          <a:endParaRPr lang="en-IN" sz="1200"/>
        </a:p>
      </dgm:t>
    </dgm:pt>
    <dgm:pt modelId="{E40BE868-16B1-4FED-8FB8-F869814FC3DD}" type="sibTrans" cxnId="{18046D56-C7AF-4DE8-A2D0-18C8872BD83E}">
      <dgm:prSet/>
      <dgm:spPr/>
      <dgm:t>
        <a:bodyPr/>
        <a:lstStyle/>
        <a:p>
          <a:endParaRPr lang="en-IN"/>
        </a:p>
      </dgm:t>
    </dgm:pt>
    <dgm:pt modelId="{BAB1601A-D1A2-4BCB-86F1-A84375D7D30A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Capacity planning</a:t>
          </a:r>
        </a:p>
      </dgm:t>
    </dgm:pt>
    <dgm:pt modelId="{3C2932D5-4735-4B07-8C43-570557B1C6EB}" type="parTrans" cxnId="{14B4F668-4DC2-43FE-9567-24A20A6D960E}">
      <dgm:prSet/>
      <dgm:spPr/>
      <dgm:t>
        <a:bodyPr/>
        <a:lstStyle/>
        <a:p>
          <a:endParaRPr lang="en-IN" sz="1200"/>
        </a:p>
      </dgm:t>
    </dgm:pt>
    <dgm:pt modelId="{25AAD751-5F54-46D2-9C81-E11ACAD6D552}" type="sibTrans" cxnId="{14B4F668-4DC2-43FE-9567-24A20A6D960E}">
      <dgm:prSet/>
      <dgm:spPr/>
      <dgm:t>
        <a:bodyPr/>
        <a:lstStyle/>
        <a:p>
          <a:endParaRPr lang="en-IN"/>
        </a:p>
      </dgm:t>
    </dgm:pt>
    <dgm:pt modelId="{E29D5D33-6BF2-4DB9-B463-923F0EE879F3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6. Logistics</a:t>
          </a:r>
        </a:p>
      </dgm:t>
    </dgm:pt>
    <dgm:pt modelId="{AEE8966B-1006-4181-9152-B406946C1B82}" type="parTrans" cxnId="{23A7A941-4E2F-4B3B-9A75-DCE59C6C3340}">
      <dgm:prSet/>
      <dgm:spPr/>
      <dgm:t>
        <a:bodyPr/>
        <a:lstStyle/>
        <a:p>
          <a:endParaRPr lang="en-IN"/>
        </a:p>
      </dgm:t>
    </dgm:pt>
    <dgm:pt modelId="{AF73AA16-2868-4A06-B2E3-66ACE1BB82EC}" type="sibTrans" cxnId="{23A7A941-4E2F-4B3B-9A75-DCE59C6C3340}">
      <dgm:prSet/>
      <dgm:spPr/>
      <dgm:t>
        <a:bodyPr/>
        <a:lstStyle/>
        <a:p>
          <a:endParaRPr lang="en-IN"/>
        </a:p>
      </dgm:t>
    </dgm:pt>
    <dgm:pt modelId="{6D0E6C5B-69A9-4DB7-B315-0F13D4F903FB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Warehousing</a:t>
          </a:r>
        </a:p>
      </dgm:t>
    </dgm:pt>
    <dgm:pt modelId="{EEE3B706-E2F5-4ADF-9821-6811ACF55E77}" type="parTrans" cxnId="{F91A131B-FCE1-47D2-8E7C-E3F1FA942168}">
      <dgm:prSet/>
      <dgm:spPr/>
      <dgm:t>
        <a:bodyPr/>
        <a:lstStyle/>
        <a:p>
          <a:endParaRPr lang="en-IN" sz="1200"/>
        </a:p>
      </dgm:t>
    </dgm:pt>
    <dgm:pt modelId="{B3E6EEE2-2FFE-4534-AE5D-183EEAFB4234}" type="sibTrans" cxnId="{F91A131B-FCE1-47D2-8E7C-E3F1FA942168}">
      <dgm:prSet/>
      <dgm:spPr/>
      <dgm:t>
        <a:bodyPr/>
        <a:lstStyle/>
        <a:p>
          <a:endParaRPr lang="en-IN"/>
        </a:p>
      </dgm:t>
    </dgm:pt>
    <dgm:pt modelId="{70742E9B-192C-4889-AB10-D64F5A0A9FCA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Transportation</a:t>
          </a:r>
        </a:p>
      </dgm:t>
    </dgm:pt>
    <dgm:pt modelId="{70EE8973-853E-4A1D-ADCF-288700C437A8}" type="parTrans" cxnId="{F552D5BE-B2DD-4406-9462-7C0098031795}">
      <dgm:prSet/>
      <dgm:spPr/>
      <dgm:t>
        <a:bodyPr/>
        <a:lstStyle/>
        <a:p>
          <a:endParaRPr lang="en-IN" sz="1200"/>
        </a:p>
      </dgm:t>
    </dgm:pt>
    <dgm:pt modelId="{3822DF9F-3E92-41CA-9C55-73D62FAB5F01}" type="sibTrans" cxnId="{F552D5BE-B2DD-4406-9462-7C0098031795}">
      <dgm:prSet/>
      <dgm:spPr/>
      <dgm:t>
        <a:bodyPr/>
        <a:lstStyle/>
        <a:p>
          <a:endParaRPr lang="en-IN"/>
        </a:p>
      </dgm:t>
    </dgm:pt>
    <dgm:pt modelId="{8C76253D-BC5D-4573-8D32-3BCCE3FE84F9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Route-to-market</a:t>
          </a:r>
        </a:p>
      </dgm:t>
    </dgm:pt>
    <dgm:pt modelId="{D5346E27-17C5-4851-8CC8-5965E49C8456}" type="parTrans" cxnId="{525ABE02-FB96-4D71-BCFB-39B59B7646A4}">
      <dgm:prSet/>
      <dgm:spPr/>
      <dgm:t>
        <a:bodyPr/>
        <a:lstStyle/>
        <a:p>
          <a:endParaRPr lang="en-IN" sz="1200"/>
        </a:p>
      </dgm:t>
    </dgm:pt>
    <dgm:pt modelId="{E64E4454-1DBD-4E88-9326-EAFA4E2A2614}" type="sibTrans" cxnId="{525ABE02-FB96-4D71-BCFB-39B59B7646A4}">
      <dgm:prSet/>
      <dgm:spPr/>
      <dgm:t>
        <a:bodyPr/>
        <a:lstStyle/>
        <a:p>
          <a:endParaRPr lang="en-IN"/>
        </a:p>
      </dgm:t>
    </dgm:pt>
    <dgm:pt modelId="{87F55023-87B8-41C7-8B30-59998FE1D188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7. Sales &amp; Customer Operations</a:t>
          </a:r>
        </a:p>
      </dgm:t>
    </dgm:pt>
    <dgm:pt modelId="{32AB5524-7B20-449F-8B21-8CF9AD8F381E}" type="parTrans" cxnId="{60C43A87-89A3-46FD-ABFD-F34FED4CECAF}">
      <dgm:prSet/>
      <dgm:spPr/>
      <dgm:t>
        <a:bodyPr/>
        <a:lstStyle/>
        <a:p>
          <a:endParaRPr lang="en-IN"/>
        </a:p>
      </dgm:t>
    </dgm:pt>
    <dgm:pt modelId="{11374C08-81A4-4E4F-A1E9-32C0C045C6C5}" type="sibTrans" cxnId="{60C43A87-89A3-46FD-ABFD-F34FED4CECAF}">
      <dgm:prSet/>
      <dgm:spPr/>
      <dgm:t>
        <a:bodyPr/>
        <a:lstStyle/>
        <a:p>
          <a:endParaRPr lang="en-IN"/>
        </a:p>
      </dgm:t>
    </dgm:pt>
    <dgm:pt modelId="{D6D33286-30CC-4C03-900D-D3BA287F27CB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Order management</a:t>
          </a:r>
        </a:p>
      </dgm:t>
    </dgm:pt>
    <dgm:pt modelId="{9C20BBAE-605E-4A39-8184-C5EA8812C0FD}" type="parTrans" cxnId="{B46BE59C-176D-4294-A2AB-A04E813D57D6}">
      <dgm:prSet/>
      <dgm:spPr/>
      <dgm:t>
        <a:bodyPr/>
        <a:lstStyle/>
        <a:p>
          <a:endParaRPr lang="en-IN" sz="1200"/>
        </a:p>
      </dgm:t>
    </dgm:pt>
    <dgm:pt modelId="{015E4A29-FDF3-4C52-96F7-193B13CF4053}" type="sibTrans" cxnId="{B46BE59C-176D-4294-A2AB-A04E813D57D6}">
      <dgm:prSet/>
      <dgm:spPr/>
      <dgm:t>
        <a:bodyPr/>
        <a:lstStyle/>
        <a:p>
          <a:endParaRPr lang="en-IN"/>
        </a:p>
      </dgm:t>
    </dgm:pt>
    <dgm:pt modelId="{C27B059C-58A2-46C8-BB4D-A3C205D24902}">
      <dgm:prSet custT="1"/>
      <dgm:spPr/>
      <dgm:t>
        <a:bodyPr/>
        <a:lstStyle/>
        <a:p>
          <a:r>
            <a:rPr lang="en-US" sz="1200" b="0" i="0">
              <a:effectLst/>
              <a:latin typeface="+mj-lt"/>
            </a:rPr>
            <a:t>Promotions</a:t>
          </a:r>
          <a:endParaRPr lang="en-US" sz="1200" b="0" i="0" dirty="0">
            <a:effectLst/>
            <a:latin typeface="+mj-lt"/>
          </a:endParaRPr>
        </a:p>
      </dgm:t>
    </dgm:pt>
    <dgm:pt modelId="{79DC94CC-FA3F-4277-B96E-1C0B25636AFC}" type="parTrans" cxnId="{7EADE638-523B-408B-88DC-1F2E0615075A}">
      <dgm:prSet/>
      <dgm:spPr/>
      <dgm:t>
        <a:bodyPr/>
        <a:lstStyle/>
        <a:p>
          <a:endParaRPr lang="en-IN" sz="1200"/>
        </a:p>
      </dgm:t>
    </dgm:pt>
    <dgm:pt modelId="{B505FB76-3579-4114-B2E0-BAC18FA39EB8}" type="sibTrans" cxnId="{7EADE638-523B-408B-88DC-1F2E0615075A}">
      <dgm:prSet/>
      <dgm:spPr/>
      <dgm:t>
        <a:bodyPr/>
        <a:lstStyle/>
        <a:p>
          <a:endParaRPr lang="en-IN"/>
        </a:p>
      </dgm:t>
    </dgm:pt>
    <dgm:pt modelId="{07AF380D-BA42-470A-9F5E-6130007BFA7E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Customer service</a:t>
          </a:r>
        </a:p>
      </dgm:t>
    </dgm:pt>
    <dgm:pt modelId="{7336F615-71A4-4247-A17A-A8C94F578D32}" type="parTrans" cxnId="{6D2AF65A-4375-4AE7-B3AA-3D7FCDC1C97C}">
      <dgm:prSet/>
      <dgm:spPr/>
      <dgm:t>
        <a:bodyPr/>
        <a:lstStyle/>
        <a:p>
          <a:endParaRPr lang="en-IN" sz="1200"/>
        </a:p>
      </dgm:t>
    </dgm:pt>
    <dgm:pt modelId="{9043FDB1-4090-4AFA-9162-A8AC99D56911}" type="sibTrans" cxnId="{6D2AF65A-4375-4AE7-B3AA-3D7FCDC1C97C}">
      <dgm:prSet/>
      <dgm:spPr/>
      <dgm:t>
        <a:bodyPr/>
        <a:lstStyle/>
        <a:p>
          <a:endParaRPr lang="en-IN"/>
        </a:p>
      </dgm:t>
    </dgm:pt>
    <dgm:pt modelId="{B21F5E45-75C8-4A4E-9050-D16D903A2FDE}">
      <dgm:prSet custT="1"/>
      <dgm:spPr/>
      <dgm:t>
        <a:bodyPr/>
        <a:lstStyle/>
        <a:p>
          <a:r>
            <a:rPr lang="en-US" sz="1200" b="1" i="0" dirty="0">
              <a:effectLst/>
              <a:latin typeface="+mj-lt"/>
            </a:rPr>
            <a:t>8. Finance / Reporting / GBS Services</a:t>
          </a:r>
        </a:p>
      </dgm:t>
    </dgm:pt>
    <dgm:pt modelId="{536C002E-90E0-4039-9E60-F1E689B49580}" type="parTrans" cxnId="{FE1EF4B6-3AA6-4BC5-B1D0-544D13EAF90B}">
      <dgm:prSet/>
      <dgm:spPr/>
      <dgm:t>
        <a:bodyPr/>
        <a:lstStyle/>
        <a:p>
          <a:endParaRPr lang="en-IN"/>
        </a:p>
      </dgm:t>
    </dgm:pt>
    <dgm:pt modelId="{88BAD897-257B-4ED9-80FF-4BD3F5B2141D}" type="sibTrans" cxnId="{FE1EF4B6-3AA6-4BC5-B1D0-544D13EAF90B}">
      <dgm:prSet/>
      <dgm:spPr/>
      <dgm:t>
        <a:bodyPr/>
        <a:lstStyle/>
        <a:p>
          <a:endParaRPr lang="en-IN"/>
        </a:p>
      </dgm:t>
    </dgm:pt>
    <dgm:pt modelId="{3BA77756-5F64-4DB6-A0D9-EB712C78B113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P2P</a:t>
          </a:r>
        </a:p>
      </dgm:t>
    </dgm:pt>
    <dgm:pt modelId="{E8CB3B43-E818-4BF4-8CFE-3D1B733D9216}" type="parTrans" cxnId="{0A5F1AB8-0FC9-482B-8DFB-1980B367973C}">
      <dgm:prSet/>
      <dgm:spPr/>
      <dgm:t>
        <a:bodyPr/>
        <a:lstStyle/>
        <a:p>
          <a:endParaRPr lang="en-IN" sz="1200"/>
        </a:p>
      </dgm:t>
    </dgm:pt>
    <dgm:pt modelId="{03BA6A22-9591-4285-AE1E-E2884BE40CA3}" type="sibTrans" cxnId="{0A5F1AB8-0FC9-482B-8DFB-1980B367973C}">
      <dgm:prSet/>
      <dgm:spPr/>
      <dgm:t>
        <a:bodyPr/>
        <a:lstStyle/>
        <a:p>
          <a:endParaRPr lang="en-IN"/>
        </a:p>
      </dgm:t>
    </dgm:pt>
    <dgm:pt modelId="{37663B64-131A-4888-9163-6B72C898A316}">
      <dgm:prSet custT="1"/>
      <dgm:spPr/>
      <dgm:t>
        <a:bodyPr/>
        <a:lstStyle/>
        <a:p>
          <a:r>
            <a:rPr lang="en-US" sz="1200" b="0" i="0">
              <a:effectLst/>
              <a:latin typeface="+mj-lt"/>
            </a:rPr>
            <a:t>O2C</a:t>
          </a:r>
          <a:endParaRPr lang="en-US" sz="1200" b="0" i="0" dirty="0">
            <a:effectLst/>
            <a:latin typeface="+mj-lt"/>
          </a:endParaRPr>
        </a:p>
      </dgm:t>
    </dgm:pt>
    <dgm:pt modelId="{8A559EB7-461F-4FDE-9515-8685793300D9}" type="parTrans" cxnId="{49624B49-F8D5-4FC5-9521-AA8DB308BB96}">
      <dgm:prSet/>
      <dgm:spPr/>
      <dgm:t>
        <a:bodyPr/>
        <a:lstStyle/>
        <a:p>
          <a:endParaRPr lang="en-IN" sz="1200"/>
        </a:p>
      </dgm:t>
    </dgm:pt>
    <dgm:pt modelId="{7663DFC9-A17F-4F2B-A0CD-B6C91956C00B}" type="sibTrans" cxnId="{49624B49-F8D5-4FC5-9521-AA8DB308BB96}">
      <dgm:prSet/>
      <dgm:spPr/>
      <dgm:t>
        <a:bodyPr/>
        <a:lstStyle/>
        <a:p>
          <a:endParaRPr lang="en-IN"/>
        </a:p>
      </dgm:t>
    </dgm:pt>
    <dgm:pt modelId="{6036F209-96BE-4B29-B726-FAD68AFFA0EC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R2R</a:t>
          </a:r>
        </a:p>
      </dgm:t>
    </dgm:pt>
    <dgm:pt modelId="{8C967D25-408F-4EF3-B9DD-B90802F7C7B2}" type="parTrans" cxnId="{32E317B0-E5BC-49A2-AB23-164D8B97D2FC}">
      <dgm:prSet/>
      <dgm:spPr/>
      <dgm:t>
        <a:bodyPr/>
        <a:lstStyle/>
        <a:p>
          <a:endParaRPr lang="en-IN" sz="1200"/>
        </a:p>
      </dgm:t>
    </dgm:pt>
    <dgm:pt modelId="{2EF5A8F7-AF32-48BB-B736-5D142B9FA2A2}" type="sibTrans" cxnId="{32E317B0-E5BC-49A2-AB23-164D8B97D2FC}">
      <dgm:prSet/>
      <dgm:spPr/>
      <dgm:t>
        <a:bodyPr/>
        <a:lstStyle/>
        <a:p>
          <a:endParaRPr lang="en-IN"/>
        </a:p>
      </dgm:t>
    </dgm:pt>
    <dgm:pt modelId="{D099F5F1-E9E4-4A1C-8E43-BE8FA7325FF6}">
      <dgm:prSet custT="1"/>
      <dgm:spPr/>
      <dgm:t>
        <a:bodyPr/>
        <a:lstStyle/>
        <a:p>
          <a:r>
            <a:rPr lang="en-US" sz="1200" b="0" i="0" dirty="0">
              <a:effectLst/>
              <a:latin typeface="+mj-lt"/>
            </a:rPr>
            <a:t>Master data</a:t>
          </a:r>
        </a:p>
      </dgm:t>
    </dgm:pt>
    <dgm:pt modelId="{247200B9-BAFC-4DE5-A8CB-AC10198B69BD}" type="parTrans" cxnId="{1E5D0A31-8BE0-46C7-AD1F-AFDC02EDD1CA}">
      <dgm:prSet/>
      <dgm:spPr/>
      <dgm:t>
        <a:bodyPr/>
        <a:lstStyle/>
        <a:p>
          <a:endParaRPr lang="en-IN" sz="1200"/>
        </a:p>
      </dgm:t>
    </dgm:pt>
    <dgm:pt modelId="{EA17BC82-5801-4DC7-B696-22D847FAEC03}" type="sibTrans" cxnId="{1E5D0A31-8BE0-46C7-AD1F-AFDC02EDD1CA}">
      <dgm:prSet/>
      <dgm:spPr/>
      <dgm:t>
        <a:bodyPr/>
        <a:lstStyle/>
        <a:p>
          <a:endParaRPr lang="en-IN"/>
        </a:p>
      </dgm:t>
    </dgm:pt>
    <dgm:pt modelId="{D25E9746-C958-4B69-AE52-37D04289F19E}" type="pres">
      <dgm:prSet presAssocID="{F413F66A-DDFD-4097-B930-00B474C9F1A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E405F4-56B8-4350-AC0B-8236C301B380}" type="pres">
      <dgm:prSet presAssocID="{BF8D5D14-D131-430A-910C-96DFE1A78EC6}" presName="root" presStyleCnt="0"/>
      <dgm:spPr/>
    </dgm:pt>
    <dgm:pt modelId="{61FDEC1A-E003-49C1-8BCB-0D5555160E32}" type="pres">
      <dgm:prSet presAssocID="{BF8D5D14-D131-430A-910C-96DFE1A78EC6}" presName="rootComposite" presStyleCnt="0"/>
      <dgm:spPr/>
    </dgm:pt>
    <dgm:pt modelId="{AAF00ACE-174C-43D0-9CCA-A98B1B40626C}" type="pres">
      <dgm:prSet presAssocID="{BF8D5D14-D131-430A-910C-96DFE1A78EC6}" presName="rootText" presStyleLbl="node1" presStyleIdx="0" presStyleCnt="8"/>
      <dgm:spPr/>
    </dgm:pt>
    <dgm:pt modelId="{E3E278C6-BEBE-405E-9312-44A5A354C93E}" type="pres">
      <dgm:prSet presAssocID="{BF8D5D14-D131-430A-910C-96DFE1A78EC6}" presName="rootConnector" presStyleLbl="node1" presStyleIdx="0" presStyleCnt="8"/>
      <dgm:spPr/>
    </dgm:pt>
    <dgm:pt modelId="{CC73BAB4-B6A9-402C-8F54-9C4B69E398F2}" type="pres">
      <dgm:prSet presAssocID="{BF8D5D14-D131-430A-910C-96DFE1A78EC6}" presName="childShape" presStyleCnt="0"/>
      <dgm:spPr/>
    </dgm:pt>
    <dgm:pt modelId="{92F0083E-B124-471F-A021-3B7EC1020CF0}" type="pres">
      <dgm:prSet presAssocID="{B68BF1A1-4502-4149-AD25-A0F03536422A}" presName="Name13" presStyleLbl="parChTrans1D2" presStyleIdx="0" presStyleCnt="23"/>
      <dgm:spPr/>
    </dgm:pt>
    <dgm:pt modelId="{E11776ED-D746-48CA-B22F-E6BFA4522E8F}" type="pres">
      <dgm:prSet presAssocID="{2EE31B36-088C-4BE0-BA48-0A4435E32015}" presName="childText" presStyleLbl="bgAcc1" presStyleIdx="0" presStyleCnt="23">
        <dgm:presLayoutVars>
          <dgm:bulletEnabled val="1"/>
        </dgm:presLayoutVars>
      </dgm:prSet>
      <dgm:spPr/>
    </dgm:pt>
    <dgm:pt modelId="{8CA1F4AD-6E62-4EAA-B998-F75F695282B5}" type="pres">
      <dgm:prSet presAssocID="{489E120C-828C-46CF-95CD-70FE7A0D7D9C}" presName="Name13" presStyleLbl="parChTrans1D2" presStyleIdx="1" presStyleCnt="23"/>
      <dgm:spPr/>
    </dgm:pt>
    <dgm:pt modelId="{BFBE8180-4292-41AE-A87A-E9CD0CC6157A}" type="pres">
      <dgm:prSet presAssocID="{A4F1B28B-1678-442D-8F5B-97070B0166E4}" presName="childText" presStyleLbl="bgAcc1" presStyleIdx="1" presStyleCnt="23">
        <dgm:presLayoutVars>
          <dgm:bulletEnabled val="1"/>
        </dgm:presLayoutVars>
      </dgm:prSet>
      <dgm:spPr/>
    </dgm:pt>
    <dgm:pt modelId="{0FBEA8BD-95C3-40A0-A52F-8ED55CB06998}" type="pres">
      <dgm:prSet presAssocID="{E5480AC1-D89D-4D10-9A3F-6309204D549E}" presName="root" presStyleCnt="0"/>
      <dgm:spPr/>
    </dgm:pt>
    <dgm:pt modelId="{83073695-1AE6-452A-BCAF-4074295903C3}" type="pres">
      <dgm:prSet presAssocID="{E5480AC1-D89D-4D10-9A3F-6309204D549E}" presName="rootComposite" presStyleCnt="0"/>
      <dgm:spPr/>
    </dgm:pt>
    <dgm:pt modelId="{4C3E42F2-7BF4-44B4-AD94-F749FF3B1220}" type="pres">
      <dgm:prSet presAssocID="{E5480AC1-D89D-4D10-9A3F-6309204D549E}" presName="rootText" presStyleLbl="node1" presStyleIdx="1" presStyleCnt="8"/>
      <dgm:spPr/>
    </dgm:pt>
    <dgm:pt modelId="{CEBF03D8-26B3-4A61-8BBC-1F8E6A933BA5}" type="pres">
      <dgm:prSet presAssocID="{E5480AC1-D89D-4D10-9A3F-6309204D549E}" presName="rootConnector" presStyleLbl="node1" presStyleIdx="1" presStyleCnt="8"/>
      <dgm:spPr/>
    </dgm:pt>
    <dgm:pt modelId="{1A638D49-EA19-4FFC-A486-17C7AE476ECF}" type="pres">
      <dgm:prSet presAssocID="{E5480AC1-D89D-4D10-9A3F-6309204D549E}" presName="childShape" presStyleCnt="0"/>
      <dgm:spPr/>
    </dgm:pt>
    <dgm:pt modelId="{15BB5BEF-A989-482E-8871-39E455CEF761}" type="pres">
      <dgm:prSet presAssocID="{2C6424E3-DFA4-4367-BF70-E6F5705F0DC1}" presName="Name13" presStyleLbl="parChTrans1D2" presStyleIdx="2" presStyleCnt="23"/>
      <dgm:spPr/>
    </dgm:pt>
    <dgm:pt modelId="{A5DE570E-D3EE-4305-9801-E13B79600357}" type="pres">
      <dgm:prSet presAssocID="{1CBDFB51-DEFC-42CF-962E-B22935A030DD}" presName="childText" presStyleLbl="bgAcc1" presStyleIdx="2" presStyleCnt="23">
        <dgm:presLayoutVars>
          <dgm:bulletEnabled val="1"/>
        </dgm:presLayoutVars>
      </dgm:prSet>
      <dgm:spPr/>
    </dgm:pt>
    <dgm:pt modelId="{B4F5D955-867B-4A11-9B4F-ED9D6EBA6240}" type="pres">
      <dgm:prSet presAssocID="{F0115F52-6167-4897-A680-89074C03752A}" presName="Name13" presStyleLbl="parChTrans1D2" presStyleIdx="3" presStyleCnt="23"/>
      <dgm:spPr/>
    </dgm:pt>
    <dgm:pt modelId="{53EC230A-D04D-467F-9278-CA74DE5346F9}" type="pres">
      <dgm:prSet presAssocID="{CF45E588-4394-49F0-9593-FFBD00C8C433}" presName="childText" presStyleLbl="bgAcc1" presStyleIdx="3" presStyleCnt="23">
        <dgm:presLayoutVars>
          <dgm:bulletEnabled val="1"/>
        </dgm:presLayoutVars>
      </dgm:prSet>
      <dgm:spPr/>
    </dgm:pt>
    <dgm:pt modelId="{691429CC-A317-4AA0-B4B9-D791EA11B85E}" type="pres">
      <dgm:prSet presAssocID="{9AAF562B-666A-4DF3-B81F-B3296A930970}" presName="Name13" presStyleLbl="parChTrans1D2" presStyleIdx="4" presStyleCnt="23"/>
      <dgm:spPr/>
    </dgm:pt>
    <dgm:pt modelId="{0CF7F491-7332-4B17-BF29-2BD6498960E7}" type="pres">
      <dgm:prSet presAssocID="{AFB05484-BBC4-4E20-A539-41C1E0BAC43A}" presName="childText" presStyleLbl="bgAcc1" presStyleIdx="4" presStyleCnt="23">
        <dgm:presLayoutVars>
          <dgm:bulletEnabled val="1"/>
        </dgm:presLayoutVars>
      </dgm:prSet>
      <dgm:spPr/>
    </dgm:pt>
    <dgm:pt modelId="{891800CB-C628-473B-931A-385FC349E623}" type="pres">
      <dgm:prSet presAssocID="{3832D21A-C1BC-413E-BA92-6C8AB0746CA5}" presName="root" presStyleCnt="0"/>
      <dgm:spPr/>
    </dgm:pt>
    <dgm:pt modelId="{8C0FE733-4290-4700-8B4F-3934853EEFC7}" type="pres">
      <dgm:prSet presAssocID="{3832D21A-C1BC-413E-BA92-6C8AB0746CA5}" presName="rootComposite" presStyleCnt="0"/>
      <dgm:spPr/>
    </dgm:pt>
    <dgm:pt modelId="{21202121-53F7-4FA0-8DB9-AB9FE116CDD6}" type="pres">
      <dgm:prSet presAssocID="{3832D21A-C1BC-413E-BA92-6C8AB0746CA5}" presName="rootText" presStyleLbl="node1" presStyleIdx="2" presStyleCnt="8"/>
      <dgm:spPr/>
    </dgm:pt>
    <dgm:pt modelId="{A9AF8646-47F4-4DDE-8423-AADCF9473CAA}" type="pres">
      <dgm:prSet presAssocID="{3832D21A-C1BC-413E-BA92-6C8AB0746CA5}" presName="rootConnector" presStyleLbl="node1" presStyleIdx="2" presStyleCnt="8"/>
      <dgm:spPr/>
    </dgm:pt>
    <dgm:pt modelId="{BE26A222-0B47-43FB-8BD0-C25361710296}" type="pres">
      <dgm:prSet presAssocID="{3832D21A-C1BC-413E-BA92-6C8AB0746CA5}" presName="childShape" presStyleCnt="0"/>
      <dgm:spPr/>
    </dgm:pt>
    <dgm:pt modelId="{9D31B1B4-9D5E-44BF-AC4C-B1B78656265D}" type="pres">
      <dgm:prSet presAssocID="{A2F04475-CD53-4149-94E8-11E1A93A5DCA}" presName="Name13" presStyleLbl="parChTrans1D2" presStyleIdx="5" presStyleCnt="23"/>
      <dgm:spPr/>
    </dgm:pt>
    <dgm:pt modelId="{9283C7E2-91B5-4821-8C89-DD16A58E74AA}" type="pres">
      <dgm:prSet presAssocID="{73537482-8A41-4EE5-80A9-45BEEA5388DD}" presName="childText" presStyleLbl="bgAcc1" presStyleIdx="5" presStyleCnt="23">
        <dgm:presLayoutVars>
          <dgm:bulletEnabled val="1"/>
        </dgm:presLayoutVars>
      </dgm:prSet>
      <dgm:spPr/>
    </dgm:pt>
    <dgm:pt modelId="{E8A497B1-BD7B-4960-9302-C55CC5EDAF2C}" type="pres">
      <dgm:prSet presAssocID="{83547E08-0DD9-4F93-8EEC-27A3CD43B9E1}" presName="Name13" presStyleLbl="parChTrans1D2" presStyleIdx="6" presStyleCnt="23"/>
      <dgm:spPr/>
    </dgm:pt>
    <dgm:pt modelId="{D9755C95-97D3-41C1-B4F5-3AEA286D6E25}" type="pres">
      <dgm:prSet presAssocID="{7B13E335-216D-4D7E-98BF-840505704417}" presName="childText" presStyleLbl="bgAcc1" presStyleIdx="6" presStyleCnt="23">
        <dgm:presLayoutVars>
          <dgm:bulletEnabled val="1"/>
        </dgm:presLayoutVars>
      </dgm:prSet>
      <dgm:spPr/>
    </dgm:pt>
    <dgm:pt modelId="{5E607BAC-2A1B-4C54-9885-77ABF3081526}" type="pres">
      <dgm:prSet presAssocID="{7BCE589C-E30D-401D-A24E-6AE2E93CF55E}" presName="Name13" presStyleLbl="parChTrans1D2" presStyleIdx="7" presStyleCnt="23"/>
      <dgm:spPr/>
    </dgm:pt>
    <dgm:pt modelId="{FFBA2803-1170-45E5-8F4E-FF9D9BCD7E41}" type="pres">
      <dgm:prSet presAssocID="{3AC9B997-7BC6-4630-8AD4-35ED14809C40}" presName="childText" presStyleLbl="bgAcc1" presStyleIdx="7" presStyleCnt="23">
        <dgm:presLayoutVars>
          <dgm:bulletEnabled val="1"/>
        </dgm:presLayoutVars>
      </dgm:prSet>
      <dgm:spPr/>
    </dgm:pt>
    <dgm:pt modelId="{36026DC4-5246-4E63-8EE3-A8B7A94AD0BD}" type="pres">
      <dgm:prSet presAssocID="{4CE83181-AB79-490F-9AD2-DCC3F21F3B75}" presName="root" presStyleCnt="0"/>
      <dgm:spPr/>
    </dgm:pt>
    <dgm:pt modelId="{89286A33-2156-4856-920D-0C84487A1834}" type="pres">
      <dgm:prSet presAssocID="{4CE83181-AB79-490F-9AD2-DCC3F21F3B75}" presName="rootComposite" presStyleCnt="0"/>
      <dgm:spPr/>
    </dgm:pt>
    <dgm:pt modelId="{1331B4D6-BD79-4444-92AD-76D2B928CA11}" type="pres">
      <dgm:prSet presAssocID="{4CE83181-AB79-490F-9AD2-DCC3F21F3B75}" presName="rootText" presStyleLbl="node1" presStyleIdx="3" presStyleCnt="8"/>
      <dgm:spPr/>
    </dgm:pt>
    <dgm:pt modelId="{8077659C-E7AA-4DC7-B44D-AF560D32F543}" type="pres">
      <dgm:prSet presAssocID="{4CE83181-AB79-490F-9AD2-DCC3F21F3B75}" presName="rootConnector" presStyleLbl="node1" presStyleIdx="3" presStyleCnt="8"/>
      <dgm:spPr/>
    </dgm:pt>
    <dgm:pt modelId="{C4576EE9-3C36-49ED-873C-9552D44A2BC0}" type="pres">
      <dgm:prSet presAssocID="{4CE83181-AB79-490F-9AD2-DCC3F21F3B75}" presName="childShape" presStyleCnt="0"/>
      <dgm:spPr/>
    </dgm:pt>
    <dgm:pt modelId="{0256BD26-2F11-4E1E-BFBE-832894781144}" type="pres">
      <dgm:prSet presAssocID="{2A74EB90-E0AB-4666-A678-15698F6B18BD}" presName="Name13" presStyleLbl="parChTrans1D2" presStyleIdx="8" presStyleCnt="23"/>
      <dgm:spPr/>
    </dgm:pt>
    <dgm:pt modelId="{608985C4-2EA6-4E7A-9661-F17AF67C0079}" type="pres">
      <dgm:prSet presAssocID="{EC46B6D3-3258-48D8-B7CA-80F6EC8FB2DB}" presName="childText" presStyleLbl="bgAcc1" presStyleIdx="8" presStyleCnt="23">
        <dgm:presLayoutVars>
          <dgm:bulletEnabled val="1"/>
        </dgm:presLayoutVars>
      </dgm:prSet>
      <dgm:spPr/>
    </dgm:pt>
    <dgm:pt modelId="{EABEB714-6238-4882-960C-A626445A69EF}" type="pres">
      <dgm:prSet presAssocID="{44C900C6-1E29-4012-BFAE-BBAFC3A83ACB}" presName="Name13" presStyleLbl="parChTrans1D2" presStyleIdx="9" presStyleCnt="23"/>
      <dgm:spPr/>
    </dgm:pt>
    <dgm:pt modelId="{50F0BF77-37B7-49DF-A91C-3C7A74AE7FEA}" type="pres">
      <dgm:prSet presAssocID="{6F19B978-EA49-47B0-93B6-92E08670A7A2}" presName="childText" presStyleLbl="bgAcc1" presStyleIdx="9" presStyleCnt="23" custScaleY="166617">
        <dgm:presLayoutVars>
          <dgm:bulletEnabled val="1"/>
        </dgm:presLayoutVars>
      </dgm:prSet>
      <dgm:spPr/>
    </dgm:pt>
    <dgm:pt modelId="{CDF49018-0D0E-4640-A35F-21410740E34D}" type="pres">
      <dgm:prSet presAssocID="{F3C09069-BB71-4B64-B744-953966C4B9F4}" presName="root" presStyleCnt="0"/>
      <dgm:spPr/>
    </dgm:pt>
    <dgm:pt modelId="{EF10EBD3-524A-4F3D-9097-7D61132FA46C}" type="pres">
      <dgm:prSet presAssocID="{F3C09069-BB71-4B64-B744-953966C4B9F4}" presName="rootComposite" presStyleCnt="0"/>
      <dgm:spPr/>
    </dgm:pt>
    <dgm:pt modelId="{7F01AC1B-7A33-4CAB-AAA7-E9E3673E61A6}" type="pres">
      <dgm:prSet presAssocID="{F3C09069-BB71-4B64-B744-953966C4B9F4}" presName="rootText" presStyleLbl="node1" presStyleIdx="4" presStyleCnt="8"/>
      <dgm:spPr/>
    </dgm:pt>
    <dgm:pt modelId="{F6FBC027-73B2-417C-84C2-017A84E4CFC5}" type="pres">
      <dgm:prSet presAssocID="{F3C09069-BB71-4B64-B744-953966C4B9F4}" presName="rootConnector" presStyleLbl="node1" presStyleIdx="4" presStyleCnt="8"/>
      <dgm:spPr/>
    </dgm:pt>
    <dgm:pt modelId="{6B07D295-C2FA-409F-AF7B-CE5E0C7393C4}" type="pres">
      <dgm:prSet presAssocID="{F3C09069-BB71-4B64-B744-953966C4B9F4}" presName="childShape" presStyleCnt="0"/>
      <dgm:spPr/>
    </dgm:pt>
    <dgm:pt modelId="{834FA520-A610-4312-A031-5ACB8FB87D42}" type="pres">
      <dgm:prSet presAssocID="{EA52690B-C339-4BA2-AA4B-E7A75670BE14}" presName="Name13" presStyleLbl="parChTrans1D2" presStyleIdx="10" presStyleCnt="23"/>
      <dgm:spPr/>
    </dgm:pt>
    <dgm:pt modelId="{123C0151-B6F0-4CD3-A32F-F4D136F244DA}" type="pres">
      <dgm:prSet presAssocID="{6E0026DE-6B83-4845-87EE-F4C29B50E6FC}" presName="childText" presStyleLbl="bgAcc1" presStyleIdx="10" presStyleCnt="23">
        <dgm:presLayoutVars>
          <dgm:bulletEnabled val="1"/>
        </dgm:presLayoutVars>
      </dgm:prSet>
      <dgm:spPr/>
    </dgm:pt>
    <dgm:pt modelId="{0E14B2B5-B819-4FC4-875B-58EB10B63311}" type="pres">
      <dgm:prSet presAssocID="{0FD5058F-E93E-47E1-B57D-23598115C421}" presName="Name13" presStyleLbl="parChTrans1D2" presStyleIdx="11" presStyleCnt="23"/>
      <dgm:spPr/>
    </dgm:pt>
    <dgm:pt modelId="{BABF2177-4055-48EE-A1A1-FCB629AB9DCB}" type="pres">
      <dgm:prSet presAssocID="{256893D9-4C77-43C0-A643-49780E695A45}" presName="childText" presStyleLbl="bgAcc1" presStyleIdx="11" presStyleCnt="23">
        <dgm:presLayoutVars>
          <dgm:bulletEnabled val="1"/>
        </dgm:presLayoutVars>
      </dgm:prSet>
      <dgm:spPr/>
    </dgm:pt>
    <dgm:pt modelId="{A5137213-8D94-4845-AD10-FA8106A3ECAB}" type="pres">
      <dgm:prSet presAssocID="{3C2932D5-4735-4B07-8C43-570557B1C6EB}" presName="Name13" presStyleLbl="parChTrans1D2" presStyleIdx="12" presStyleCnt="23"/>
      <dgm:spPr/>
    </dgm:pt>
    <dgm:pt modelId="{354480DD-E234-4A37-915D-7A6F77D90CF2}" type="pres">
      <dgm:prSet presAssocID="{BAB1601A-D1A2-4BCB-86F1-A84375D7D30A}" presName="childText" presStyleLbl="bgAcc1" presStyleIdx="12" presStyleCnt="23">
        <dgm:presLayoutVars>
          <dgm:bulletEnabled val="1"/>
        </dgm:presLayoutVars>
      </dgm:prSet>
      <dgm:spPr/>
    </dgm:pt>
    <dgm:pt modelId="{A7ABB427-F682-412B-9364-947E043DBF07}" type="pres">
      <dgm:prSet presAssocID="{E29D5D33-6BF2-4DB9-B463-923F0EE879F3}" presName="root" presStyleCnt="0"/>
      <dgm:spPr/>
    </dgm:pt>
    <dgm:pt modelId="{FBA3EEE3-B519-4BBB-BFA9-6653A4832D22}" type="pres">
      <dgm:prSet presAssocID="{E29D5D33-6BF2-4DB9-B463-923F0EE879F3}" presName="rootComposite" presStyleCnt="0"/>
      <dgm:spPr/>
    </dgm:pt>
    <dgm:pt modelId="{79132EA0-657F-4DBD-8630-E9BCD638D52C}" type="pres">
      <dgm:prSet presAssocID="{E29D5D33-6BF2-4DB9-B463-923F0EE879F3}" presName="rootText" presStyleLbl="node1" presStyleIdx="5" presStyleCnt="8"/>
      <dgm:spPr/>
    </dgm:pt>
    <dgm:pt modelId="{3C40C5EC-620D-42E8-878B-99893DE53FF5}" type="pres">
      <dgm:prSet presAssocID="{E29D5D33-6BF2-4DB9-B463-923F0EE879F3}" presName="rootConnector" presStyleLbl="node1" presStyleIdx="5" presStyleCnt="8"/>
      <dgm:spPr/>
    </dgm:pt>
    <dgm:pt modelId="{D1B67CD6-905C-40FE-9756-04126A03FB69}" type="pres">
      <dgm:prSet presAssocID="{E29D5D33-6BF2-4DB9-B463-923F0EE879F3}" presName="childShape" presStyleCnt="0"/>
      <dgm:spPr/>
    </dgm:pt>
    <dgm:pt modelId="{07355719-90B9-4CA9-B50D-E6418ABB43D1}" type="pres">
      <dgm:prSet presAssocID="{EEE3B706-E2F5-4ADF-9821-6811ACF55E77}" presName="Name13" presStyleLbl="parChTrans1D2" presStyleIdx="13" presStyleCnt="23"/>
      <dgm:spPr/>
    </dgm:pt>
    <dgm:pt modelId="{77A0327F-5FFF-44BE-BB98-DA5A0AB6600F}" type="pres">
      <dgm:prSet presAssocID="{6D0E6C5B-69A9-4DB7-B315-0F13D4F903FB}" presName="childText" presStyleLbl="bgAcc1" presStyleIdx="13" presStyleCnt="23">
        <dgm:presLayoutVars>
          <dgm:bulletEnabled val="1"/>
        </dgm:presLayoutVars>
      </dgm:prSet>
      <dgm:spPr/>
    </dgm:pt>
    <dgm:pt modelId="{D20EC70F-03FA-4066-B13A-1C2BD0730E90}" type="pres">
      <dgm:prSet presAssocID="{70EE8973-853E-4A1D-ADCF-288700C437A8}" presName="Name13" presStyleLbl="parChTrans1D2" presStyleIdx="14" presStyleCnt="23"/>
      <dgm:spPr/>
    </dgm:pt>
    <dgm:pt modelId="{D1D57DD5-0945-4817-A132-F8B208B30087}" type="pres">
      <dgm:prSet presAssocID="{70742E9B-192C-4889-AB10-D64F5A0A9FCA}" presName="childText" presStyleLbl="bgAcc1" presStyleIdx="14" presStyleCnt="23">
        <dgm:presLayoutVars>
          <dgm:bulletEnabled val="1"/>
        </dgm:presLayoutVars>
      </dgm:prSet>
      <dgm:spPr/>
    </dgm:pt>
    <dgm:pt modelId="{9F98F5A3-510E-4DE0-AE4D-D93BB803A86C}" type="pres">
      <dgm:prSet presAssocID="{D5346E27-17C5-4851-8CC8-5965E49C8456}" presName="Name13" presStyleLbl="parChTrans1D2" presStyleIdx="15" presStyleCnt="23"/>
      <dgm:spPr/>
    </dgm:pt>
    <dgm:pt modelId="{2903BCD6-CC99-4B9F-8CF9-8EEA97CD46D9}" type="pres">
      <dgm:prSet presAssocID="{8C76253D-BC5D-4573-8D32-3BCCE3FE84F9}" presName="childText" presStyleLbl="bgAcc1" presStyleIdx="15" presStyleCnt="23">
        <dgm:presLayoutVars>
          <dgm:bulletEnabled val="1"/>
        </dgm:presLayoutVars>
      </dgm:prSet>
      <dgm:spPr/>
    </dgm:pt>
    <dgm:pt modelId="{21F61761-DF8F-4D08-B0A0-2473BB6D4B68}" type="pres">
      <dgm:prSet presAssocID="{87F55023-87B8-41C7-8B30-59998FE1D188}" presName="root" presStyleCnt="0"/>
      <dgm:spPr/>
    </dgm:pt>
    <dgm:pt modelId="{E6814B5F-E06B-416B-8066-B31668E39400}" type="pres">
      <dgm:prSet presAssocID="{87F55023-87B8-41C7-8B30-59998FE1D188}" presName="rootComposite" presStyleCnt="0"/>
      <dgm:spPr/>
    </dgm:pt>
    <dgm:pt modelId="{AF49E18B-ECBE-4E7E-89C9-B27BE54E7505}" type="pres">
      <dgm:prSet presAssocID="{87F55023-87B8-41C7-8B30-59998FE1D188}" presName="rootText" presStyleLbl="node1" presStyleIdx="6" presStyleCnt="8"/>
      <dgm:spPr/>
    </dgm:pt>
    <dgm:pt modelId="{87B4D054-F79F-49EE-84BE-0390AF1E20B9}" type="pres">
      <dgm:prSet presAssocID="{87F55023-87B8-41C7-8B30-59998FE1D188}" presName="rootConnector" presStyleLbl="node1" presStyleIdx="6" presStyleCnt="8"/>
      <dgm:spPr/>
    </dgm:pt>
    <dgm:pt modelId="{48C7F994-A582-4B93-90FE-51DB51333433}" type="pres">
      <dgm:prSet presAssocID="{87F55023-87B8-41C7-8B30-59998FE1D188}" presName="childShape" presStyleCnt="0"/>
      <dgm:spPr/>
    </dgm:pt>
    <dgm:pt modelId="{B2377462-8B0E-497C-957B-F55DA9A52A60}" type="pres">
      <dgm:prSet presAssocID="{9C20BBAE-605E-4A39-8184-C5EA8812C0FD}" presName="Name13" presStyleLbl="parChTrans1D2" presStyleIdx="16" presStyleCnt="23"/>
      <dgm:spPr/>
    </dgm:pt>
    <dgm:pt modelId="{AFD6CB70-BC04-4D45-BA80-259263C63675}" type="pres">
      <dgm:prSet presAssocID="{D6D33286-30CC-4C03-900D-D3BA287F27CB}" presName="childText" presStyleLbl="bgAcc1" presStyleIdx="16" presStyleCnt="23">
        <dgm:presLayoutVars>
          <dgm:bulletEnabled val="1"/>
        </dgm:presLayoutVars>
      </dgm:prSet>
      <dgm:spPr/>
    </dgm:pt>
    <dgm:pt modelId="{A09FC447-4711-4EC2-846B-7EDC5615F96E}" type="pres">
      <dgm:prSet presAssocID="{79DC94CC-FA3F-4277-B96E-1C0B25636AFC}" presName="Name13" presStyleLbl="parChTrans1D2" presStyleIdx="17" presStyleCnt="23"/>
      <dgm:spPr/>
    </dgm:pt>
    <dgm:pt modelId="{7C329E89-CA27-4ED2-8BD9-0C8E5950FF11}" type="pres">
      <dgm:prSet presAssocID="{C27B059C-58A2-46C8-BB4D-A3C205D24902}" presName="childText" presStyleLbl="bgAcc1" presStyleIdx="17" presStyleCnt="23">
        <dgm:presLayoutVars>
          <dgm:bulletEnabled val="1"/>
        </dgm:presLayoutVars>
      </dgm:prSet>
      <dgm:spPr/>
    </dgm:pt>
    <dgm:pt modelId="{F9302E4A-F9F6-4AD4-A269-5D17DF951915}" type="pres">
      <dgm:prSet presAssocID="{7336F615-71A4-4247-A17A-A8C94F578D32}" presName="Name13" presStyleLbl="parChTrans1D2" presStyleIdx="18" presStyleCnt="23"/>
      <dgm:spPr/>
    </dgm:pt>
    <dgm:pt modelId="{65764825-F3BE-4251-A3AE-9295FE6322B8}" type="pres">
      <dgm:prSet presAssocID="{07AF380D-BA42-470A-9F5E-6130007BFA7E}" presName="childText" presStyleLbl="bgAcc1" presStyleIdx="18" presStyleCnt="23">
        <dgm:presLayoutVars>
          <dgm:bulletEnabled val="1"/>
        </dgm:presLayoutVars>
      </dgm:prSet>
      <dgm:spPr/>
    </dgm:pt>
    <dgm:pt modelId="{71EE8117-B802-4226-8E13-B88442632FE4}" type="pres">
      <dgm:prSet presAssocID="{B21F5E45-75C8-4A4E-9050-D16D903A2FDE}" presName="root" presStyleCnt="0"/>
      <dgm:spPr/>
    </dgm:pt>
    <dgm:pt modelId="{6DA2B52C-91AC-4C83-AAB7-1CE3525CE33C}" type="pres">
      <dgm:prSet presAssocID="{B21F5E45-75C8-4A4E-9050-D16D903A2FDE}" presName="rootComposite" presStyleCnt="0"/>
      <dgm:spPr/>
    </dgm:pt>
    <dgm:pt modelId="{C276D345-BCCD-4BC7-AE70-A86E55E10507}" type="pres">
      <dgm:prSet presAssocID="{B21F5E45-75C8-4A4E-9050-D16D903A2FDE}" presName="rootText" presStyleLbl="node1" presStyleIdx="7" presStyleCnt="8"/>
      <dgm:spPr/>
    </dgm:pt>
    <dgm:pt modelId="{D9193C21-1149-453E-BBB8-B431269A0E5F}" type="pres">
      <dgm:prSet presAssocID="{B21F5E45-75C8-4A4E-9050-D16D903A2FDE}" presName="rootConnector" presStyleLbl="node1" presStyleIdx="7" presStyleCnt="8"/>
      <dgm:spPr/>
    </dgm:pt>
    <dgm:pt modelId="{29238F09-70C1-489B-A132-B0647026AE59}" type="pres">
      <dgm:prSet presAssocID="{B21F5E45-75C8-4A4E-9050-D16D903A2FDE}" presName="childShape" presStyleCnt="0"/>
      <dgm:spPr/>
    </dgm:pt>
    <dgm:pt modelId="{90A961E1-2901-434F-B8E2-C1F9E4861DF7}" type="pres">
      <dgm:prSet presAssocID="{E8CB3B43-E818-4BF4-8CFE-3D1B733D9216}" presName="Name13" presStyleLbl="parChTrans1D2" presStyleIdx="19" presStyleCnt="23"/>
      <dgm:spPr/>
    </dgm:pt>
    <dgm:pt modelId="{2F1E8A25-4152-4CAE-8B50-DD2F876D64EC}" type="pres">
      <dgm:prSet presAssocID="{3BA77756-5F64-4DB6-A0D9-EB712C78B113}" presName="childText" presStyleLbl="bgAcc1" presStyleIdx="19" presStyleCnt="23">
        <dgm:presLayoutVars>
          <dgm:bulletEnabled val="1"/>
        </dgm:presLayoutVars>
      </dgm:prSet>
      <dgm:spPr/>
    </dgm:pt>
    <dgm:pt modelId="{8AD071C4-1C2D-454D-BE13-9A32C1EACCB4}" type="pres">
      <dgm:prSet presAssocID="{8A559EB7-461F-4FDE-9515-8685793300D9}" presName="Name13" presStyleLbl="parChTrans1D2" presStyleIdx="20" presStyleCnt="23"/>
      <dgm:spPr/>
    </dgm:pt>
    <dgm:pt modelId="{DFF5CDE2-0A30-4EFA-B609-23D4F91CB76B}" type="pres">
      <dgm:prSet presAssocID="{37663B64-131A-4888-9163-6B72C898A316}" presName="childText" presStyleLbl="bgAcc1" presStyleIdx="20" presStyleCnt="23">
        <dgm:presLayoutVars>
          <dgm:bulletEnabled val="1"/>
        </dgm:presLayoutVars>
      </dgm:prSet>
      <dgm:spPr/>
    </dgm:pt>
    <dgm:pt modelId="{93B7F047-0ADA-4F17-BF64-D3F73FCA1B28}" type="pres">
      <dgm:prSet presAssocID="{8C967D25-408F-4EF3-B9DD-B90802F7C7B2}" presName="Name13" presStyleLbl="parChTrans1D2" presStyleIdx="21" presStyleCnt="23"/>
      <dgm:spPr/>
    </dgm:pt>
    <dgm:pt modelId="{435F06EE-AE77-42C2-A39E-3D71BB70D89D}" type="pres">
      <dgm:prSet presAssocID="{6036F209-96BE-4B29-B726-FAD68AFFA0EC}" presName="childText" presStyleLbl="bgAcc1" presStyleIdx="21" presStyleCnt="23">
        <dgm:presLayoutVars>
          <dgm:bulletEnabled val="1"/>
        </dgm:presLayoutVars>
      </dgm:prSet>
      <dgm:spPr/>
    </dgm:pt>
    <dgm:pt modelId="{B310442D-91FB-469B-B3EC-94AD0DC3DCB0}" type="pres">
      <dgm:prSet presAssocID="{247200B9-BAFC-4DE5-A8CB-AC10198B69BD}" presName="Name13" presStyleLbl="parChTrans1D2" presStyleIdx="22" presStyleCnt="23"/>
      <dgm:spPr/>
    </dgm:pt>
    <dgm:pt modelId="{3FF50FC5-9B5A-46D2-804E-A1CCF4499E51}" type="pres">
      <dgm:prSet presAssocID="{D099F5F1-E9E4-4A1C-8E43-BE8FA7325FF6}" presName="childText" presStyleLbl="bgAcc1" presStyleIdx="22" presStyleCnt="23">
        <dgm:presLayoutVars>
          <dgm:bulletEnabled val="1"/>
        </dgm:presLayoutVars>
      </dgm:prSet>
      <dgm:spPr/>
    </dgm:pt>
  </dgm:ptLst>
  <dgm:cxnLst>
    <dgm:cxn modelId="{250D8801-670B-4B5A-914A-B178B34CCBAB}" type="presOf" srcId="{83547E08-0DD9-4F93-8EEC-27A3CD43B9E1}" destId="{E8A497B1-BD7B-4960-9302-C55CC5EDAF2C}" srcOrd="0" destOrd="0" presId="urn:microsoft.com/office/officeart/2005/8/layout/hierarchy3"/>
    <dgm:cxn modelId="{525ABE02-FB96-4D71-BCFB-39B59B7646A4}" srcId="{E29D5D33-6BF2-4DB9-B463-923F0EE879F3}" destId="{8C76253D-BC5D-4573-8D32-3BCCE3FE84F9}" srcOrd="2" destOrd="0" parTransId="{D5346E27-17C5-4851-8CC8-5965E49C8456}" sibTransId="{E64E4454-1DBD-4E88-9326-EAFA4E2A2614}"/>
    <dgm:cxn modelId="{B12CF007-A868-4FE9-9D08-230BC31124C5}" srcId="{3832D21A-C1BC-413E-BA92-6C8AB0746CA5}" destId="{3AC9B997-7BC6-4630-8AD4-35ED14809C40}" srcOrd="2" destOrd="0" parTransId="{7BCE589C-E30D-401D-A24E-6AE2E93CF55E}" sibTransId="{24C0E694-8431-4122-95D0-4150721DD26E}"/>
    <dgm:cxn modelId="{59FF3A08-D7B2-4E45-A3A3-5495A4488AA9}" type="presOf" srcId="{6E0026DE-6B83-4845-87EE-F4C29B50E6FC}" destId="{123C0151-B6F0-4CD3-A32F-F4D136F244DA}" srcOrd="0" destOrd="0" presId="urn:microsoft.com/office/officeart/2005/8/layout/hierarchy3"/>
    <dgm:cxn modelId="{E1DDC90C-5E66-4717-AA64-81E95DCA9B4C}" type="presOf" srcId="{6D0E6C5B-69A9-4DB7-B315-0F13D4F903FB}" destId="{77A0327F-5FFF-44BE-BB98-DA5A0AB6600F}" srcOrd="0" destOrd="0" presId="urn:microsoft.com/office/officeart/2005/8/layout/hierarchy3"/>
    <dgm:cxn modelId="{7966820D-2499-4AB0-BAD3-F45245D3D0F5}" type="presOf" srcId="{7336F615-71A4-4247-A17A-A8C94F578D32}" destId="{F9302E4A-F9F6-4AD4-A269-5D17DF951915}" srcOrd="0" destOrd="0" presId="urn:microsoft.com/office/officeart/2005/8/layout/hierarchy3"/>
    <dgm:cxn modelId="{50A0DB0E-3E5D-434F-8CF8-5997BCF3738C}" type="presOf" srcId="{B68BF1A1-4502-4149-AD25-A0F03536422A}" destId="{92F0083E-B124-471F-A021-3B7EC1020CF0}" srcOrd="0" destOrd="0" presId="urn:microsoft.com/office/officeart/2005/8/layout/hierarchy3"/>
    <dgm:cxn modelId="{D25A7215-7BA2-4B7F-B3C1-A57936E91142}" type="presOf" srcId="{3AC9B997-7BC6-4630-8AD4-35ED14809C40}" destId="{FFBA2803-1170-45E5-8F4E-FF9D9BCD7E41}" srcOrd="0" destOrd="0" presId="urn:microsoft.com/office/officeart/2005/8/layout/hierarchy3"/>
    <dgm:cxn modelId="{DAB4B615-0CF9-4FB7-A3A2-BC036DDD99E8}" type="presOf" srcId="{73537482-8A41-4EE5-80A9-45BEEA5388DD}" destId="{9283C7E2-91B5-4821-8C89-DD16A58E74AA}" srcOrd="0" destOrd="0" presId="urn:microsoft.com/office/officeart/2005/8/layout/hierarchy3"/>
    <dgm:cxn modelId="{2E18AC19-1531-4266-8DD6-60E82EE4B4CE}" type="presOf" srcId="{BF8D5D14-D131-430A-910C-96DFE1A78EC6}" destId="{E3E278C6-BEBE-405E-9312-44A5A354C93E}" srcOrd="1" destOrd="0" presId="urn:microsoft.com/office/officeart/2005/8/layout/hierarchy3"/>
    <dgm:cxn modelId="{F91A131B-FCE1-47D2-8E7C-E3F1FA942168}" srcId="{E29D5D33-6BF2-4DB9-B463-923F0EE879F3}" destId="{6D0E6C5B-69A9-4DB7-B315-0F13D4F903FB}" srcOrd="0" destOrd="0" parTransId="{EEE3B706-E2F5-4ADF-9821-6811ACF55E77}" sibTransId="{B3E6EEE2-2FFE-4534-AE5D-183EEAFB4234}"/>
    <dgm:cxn modelId="{874CBA1B-5608-4718-BDF2-80F3200CFD84}" type="presOf" srcId="{CF45E588-4394-49F0-9593-FFBD00C8C433}" destId="{53EC230A-D04D-467F-9278-CA74DE5346F9}" srcOrd="0" destOrd="0" presId="urn:microsoft.com/office/officeart/2005/8/layout/hierarchy3"/>
    <dgm:cxn modelId="{3905101C-84C6-4BAF-B233-5570BD2F7D75}" srcId="{BF8D5D14-D131-430A-910C-96DFE1A78EC6}" destId="{A4F1B28B-1678-442D-8F5B-97070B0166E4}" srcOrd="1" destOrd="0" parTransId="{489E120C-828C-46CF-95CD-70FE7A0D7D9C}" sibTransId="{E46E5799-28EF-49E9-93E8-237FA13CF715}"/>
    <dgm:cxn modelId="{D3810128-2DC0-4A12-BC0D-B61CB8CF7E68}" type="presOf" srcId="{BF8D5D14-D131-430A-910C-96DFE1A78EC6}" destId="{AAF00ACE-174C-43D0-9CCA-A98B1B40626C}" srcOrd="0" destOrd="0" presId="urn:microsoft.com/office/officeart/2005/8/layout/hierarchy3"/>
    <dgm:cxn modelId="{3AC58728-1441-4929-B902-8C3DC0E749E9}" type="presOf" srcId="{8A559EB7-461F-4FDE-9515-8685793300D9}" destId="{8AD071C4-1C2D-454D-BE13-9A32C1EACCB4}" srcOrd="0" destOrd="0" presId="urn:microsoft.com/office/officeart/2005/8/layout/hierarchy3"/>
    <dgm:cxn modelId="{5537442C-6F7D-4BE3-8939-3178341E170B}" type="presOf" srcId="{44C900C6-1E29-4012-BFAE-BBAFC3A83ACB}" destId="{EABEB714-6238-4882-960C-A626445A69EF}" srcOrd="0" destOrd="0" presId="urn:microsoft.com/office/officeart/2005/8/layout/hierarchy3"/>
    <dgm:cxn modelId="{C62FE02E-AA27-4A48-8A12-33771D1B1CBE}" type="presOf" srcId="{3832D21A-C1BC-413E-BA92-6C8AB0746CA5}" destId="{21202121-53F7-4FA0-8DB9-AB9FE116CDD6}" srcOrd="0" destOrd="0" presId="urn:microsoft.com/office/officeart/2005/8/layout/hierarchy3"/>
    <dgm:cxn modelId="{1E5D0A31-8BE0-46C7-AD1F-AFDC02EDD1CA}" srcId="{B21F5E45-75C8-4A4E-9050-D16D903A2FDE}" destId="{D099F5F1-E9E4-4A1C-8E43-BE8FA7325FF6}" srcOrd="3" destOrd="0" parTransId="{247200B9-BAFC-4DE5-A8CB-AC10198B69BD}" sibTransId="{EA17BC82-5801-4DC7-B696-22D847FAEC03}"/>
    <dgm:cxn modelId="{D52C1F34-9119-449B-B1F3-47421F02FE51}" srcId="{E5480AC1-D89D-4D10-9A3F-6309204D549E}" destId="{AFB05484-BBC4-4E20-A539-41C1E0BAC43A}" srcOrd="2" destOrd="0" parTransId="{9AAF562B-666A-4DF3-B81F-B3296A930970}" sibTransId="{C40DAE1D-EA24-4DD9-B583-9FBC9FBE8B33}"/>
    <dgm:cxn modelId="{5C75C238-5D0A-4328-912C-4DAC5A563F35}" type="presOf" srcId="{79DC94CC-FA3F-4277-B96E-1C0B25636AFC}" destId="{A09FC447-4711-4EC2-846B-7EDC5615F96E}" srcOrd="0" destOrd="0" presId="urn:microsoft.com/office/officeart/2005/8/layout/hierarchy3"/>
    <dgm:cxn modelId="{7EADE638-523B-408B-88DC-1F2E0615075A}" srcId="{87F55023-87B8-41C7-8B30-59998FE1D188}" destId="{C27B059C-58A2-46C8-BB4D-A3C205D24902}" srcOrd="1" destOrd="0" parTransId="{79DC94CC-FA3F-4277-B96E-1C0B25636AFC}" sibTransId="{B505FB76-3579-4114-B2E0-BAC18FA39EB8}"/>
    <dgm:cxn modelId="{06B0373C-2D69-4B80-9AC9-14785DF3F993}" srcId="{F3C09069-BB71-4B64-B744-953966C4B9F4}" destId="{6E0026DE-6B83-4845-87EE-F4C29B50E6FC}" srcOrd="0" destOrd="0" parTransId="{EA52690B-C339-4BA2-AA4B-E7A75670BE14}" sibTransId="{5657C644-82C8-4761-B060-E9BDD92B8F6C}"/>
    <dgm:cxn modelId="{B4EFD15E-6C88-4699-B540-73BE6F395558}" type="presOf" srcId="{D099F5F1-E9E4-4A1C-8E43-BE8FA7325FF6}" destId="{3FF50FC5-9B5A-46D2-804E-A1CCF4499E51}" srcOrd="0" destOrd="0" presId="urn:microsoft.com/office/officeart/2005/8/layout/hierarchy3"/>
    <dgm:cxn modelId="{4AC63341-7A49-4A69-ADD2-B3E88FA12E0C}" type="presOf" srcId="{2A74EB90-E0AB-4666-A678-15698F6B18BD}" destId="{0256BD26-2F11-4E1E-BFBE-832894781144}" srcOrd="0" destOrd="0" presId="urn:microsoft.com/office/officeart/2005/8/layout/hierarchy3"/>
    <dgm:cxn modelId="{EA2B6B41-BD5F-4394-AC37-0E34D390BA10}" type="presOf" srcId="{0FD5058F-E93E-47E1-B57D-23598115C421}" destId="{0E14B2B5-B819-4FC4-875B-58EB10B63311}" srcOrd="0" destOrd="0" presId="urn:microsoft.com/office/officeart/2005/8/layout/hierarchy3"/>
    <dgm:cxn modelId="{23A7A941-4E2F-4B3B-9A75-DCE59C6C3340}" srcId="{F413F66A-DDFD-4097-B930-00B474C9F1A9}" destId="{E29D5D33-6BF2-4DB9-B463-923F0EE879F3}" srcOrd="5" destOrd="0" parTransId="{AEE8966B-1006-4181-9152-B406946C1B82}" sibTransId="{AF73AA16-2868-4A06-B2E3-66ACE1BB82EC}"/>
    <dgm:cxn modelId="{93F11242-B93E-4C36-93D7-C8CCFA8FF01A}" type="presOf" srcId="{E5480AC1-D89D-4D10-9A3F-6309204D549E}" destId="{CEBF03D8-26B3-4A61-8BBC-1F8E6A933BA5}" srcOrd="1" destOrd="0" presId="urn:microsoft.com/office/officeart/2005/8/layout/hierarchy3"/>
    <dgm:cxn modelId="{A700C442-307B-4EBA-8D07-01B0A82EDD69}" type="presOf" srcId="{3832D21A-C1BC-413E-BA92-6C8AB0746CA5}" destId="{A9AF8646-47F4-4DDE-8423-AADCF9473CAA}" srcOrd="1" destOrd="0" presId="urn:microsoft.com/office/officeart/2005/8/layout/hierarchy3"/>
    <dgm:cxn modelId="{FB8CD762-280C-425C-B37B-3A7F9C92A995}" type="presOf" srcId="{07AF380D-BA42-470A-9F5E-6130007BFA7E}" destId="{65764825-F3BE-4251-A3AE-9295FE6322B8}" srcOrd="0" destOrd="0" presId="urn:microsoft.com/office/officeart/2005/8/layout/hierarchy3"/>
    <dgm:cxn modelId="{33814D43-801D-4F7E-BD37-188BB62351B0}" srcId="{F413F66A-DDFD-4097-B930-00B474C9F1A9}" destId="{F3C09069-BB71-4B64-B744-953966C4B9F4}" srcOrd="4" destOrd="0" parTransId="{919268BE-15BC-4C15-9A01-24E5F2625B61}" sibTransId="{F3CEC7BD-D9BF-4A69-846E-508F890C466D}"/>
    <dgm:cxn modelId="{28341664-688E-40FB-93A1-8987D35CEAD5}" type="presOf" srcId="{F3C09069-BB71-4B64-B744-953966C4B9F4}" destId="{7F01AC1B-7A33-4CAB-AAA7-E9E3673E61A6}" srcOrd="0" destOrd="0" presId="urn:microsoft.com/office/officeart/2005/8/layout/hierarchy3"/>
    <dgm:cxn modelId="{4E35EB68-EDB2-4971-A5ED-60B25D7A5EE7}" type="presOf" srcId="{E5480AC1-D89D-4D10-9A3F-6309204D549E}" destId="{4C3E42F2-7BF4-44B4-AD94-F749FF3B1220}" srcOrd="0" destOrd="0" presId="urn:microsoft.com/office/officeart/2005/8/layout/hierarchy3"/>
    <dgm:cxn modelId="{14B4F668-4DC2-43FE-9567-24A20A6D960E}" srcId="{F3C09069-BB71-4B64-B744-953966C4B9F4}" destId="{BAB1601A-D1A2-4BCB-86F1-A84375D7D30A}" srcOrd="2" destOrd="0" parTransId="{3C2932D5-4735-4B07-8C43-570557B1C6EB}" sibTransId="{25AAD751-5F54-46D2-9C81-E11ACAD6D552}"/>
    <dgm:cxn modelId="{2CCE2C49-AD98-404F-B20B-5A83150D1409}" type="presOf" srcId="{F0115F52-6167-4897-A680-89074C03752A}" destId="{B4F5D955-867B-4A11-9B4F-ED9D6EBA6240}" srcOrd="0" destOrd="0" presId="urn:microsoft.com/office/officeart/2005/8/layout/hierarchy3"/>
    <dgm:cxn modelId="{49624B49-F8D5-4FC5-9521-AA8DB308BB96}" srcId="{B21F5E45-75C8-4A4E-9050-D16D903A2FDE}" destId="{37663B64-131A-4888-9163-6B72C898A316}" srcOrd="1" destOrd="0" parTransId="{8A559EB7-461F-4FDE-9515-8685793300D9}" sibTransId="{7663DFC9-A17F-4F2B-A0CD-B6C91956C00B}"/>
    <dgm:cxn modelId="{2A2E754A-F1D0-4C0C-A21D-E8820CB6C2D7}" srcId="{4CE83181-AB79-490F-9AD2-DCC3F21F3B75}" destId="{6F19B978-EA49-47B0-93B6-92E08670A7A2}" srcOrd="1" destOrd="0" parTransId="{44C900C6-1E29-4012-BFAE-BBAFC3A83ACB}" sibTransId="{F89B4CB2-AC5E-4993-8A97-D9E4E794D5B0}"/>
    <dgm:cxn modelId="{4B64E66B-C31A-4ACD-9E39-2E0F100F5B22}" type="presOf" srcId="{E29D5D33-6BF2-4DB9-B463-923F0EE879F3}" destId="{79132EA0-657F-4DBD-8630-E9BCD638D52C}" srcOrd="0" destOrd="0" presId="urn:microsoft.com/office/officeart/2005/8/layout/hierarchy3"/>
    <dgm:cxn modelId="{703EEB6B-868B-4755-9AB0-38415C9EC91D}" srcId="{BF8D5D14-D131-430A-910C-96DFE1A78EC6}" destId="{2EE31B36-088C-4BE0-BA48-0A4435E32015}" srcOrd="0" destOrd="0" parTransId="{B68BF1A1-4502-4149-AD25-A0F03536422A}" sibTransId="{329CFCD4-6E5F-4561-8574-C78E5A373AD3}"/>
    <dgm:cxn modelId="{9FACDF6D-04C8-468F-A0A1-2A9F88326139}" type="presOf" srcId="{70742E9B-192C-4889-AB10-D64F5A0A9FCA}" destId="{D1D57DD5-0945-4817-A132-F8B208B30087}" srcOrd="0" destOrd="0" presId="urn:microsoft.com/office/officeart/2005/8/layout/hierarchy3"/>
    <dgm:cxn modelId="{FBBD126E-3269-4791-8C41-67562131F1ED}" srcId="{3832D21A-C1BC-413E-BA92-6C8AB0746CA5}" destId="{7B13E335-216D-4D7E-98BF-840505704417}" srcOrd="1" destOrd="0" parTransId="{83547E08-0DD9-4F93-8EEC-27A3CD43B9E1}" sibTransId="{F399E74A-3314-4165-B51D-AFC11E99A387}"/>
    <dgm:cxn modelId="{E0E2BB6E-1E57-4D94-A398-65CAE04BDE0D}" type="presOf" srcId="{EA52690B-C339-4BA2-AA4B-E7A75670BE14}" destId="{834FA520-A610-4312-A031-5ACB8FB87D42}" srcOrd="0" destOrd="0" presId="urn:microsoft.com/office/officeart/2005/8/layout/hierarchy3"/>
    <dgm:cxn modelId="{D3237970-303C-4DEF-B1A5-DB9C595969A3}" srcId="{F413F66A-DDFD-4097-B930-00B474C9F1A9}" destId="{E5480AC1-D89D-4D10-9A3F-6309204D549E}" srcOrd="1" destOrd="0" parTransId="{54F70EE4-D83B-4924-859C-61E91B66A01B}" sibTransId="{D22CD310-7A00-468B-ABBC-870F1A54D74B}"/>
    <dgm:cxn modelId="{B809E750-64B8-49C1-9590-B18EC172AEBB}" type="presOf" srcId="{87F55023-87B8-41C7-8B30-59998FE1D188}" destId="{87B4D054-F79F-49EE-84BE-0390AF1E20B9}" srcOrd="1" destOrd="0" presId="urn:microsoft.com/office/officeart/2005/8/layout/hierarchy3"/>
    <dgm:cxn modelId="{08A65252-232F-4970-983E-03E86440176B}" type="presOf" srcId="{EEE3B706-E2F5-4ADF-9821-6811ACF55E77}" destId="{07355719-90B9-4CA9-B50D-E6418ABB43D1}" srcOrd="0" destOrd="0" presId="urn:microsoft.com/office/officeart/2005/8/layout/hierarchy3"/>
    <dgm:cxn modelId="{0EDE8955-5533-4018-A758-1FC420672D09}" type="presOf" srcId="{A4F1B28B-1678-442D-8F5B-97070B0166E4}" destId="{BFBE8180-4292-41AE-A87A-E9CD0CC6157A}" srcOrd="0" destOrd="0" presId="urn:microsoft.com/office/officeart/2005/8/layout/hierarchy3"/>
    <dgm:cxn modelId="{91AB9A75-5BC7-4A72-BA19-88F829DA2B41}" type="presOf" srcId="{6036F209-96BE-4B29-B726-FAD68AFFA0EC}" destId="{435F06EE-AE77-42C2-A39E-3D71BB70D89D}" srcOrd="0" destOrd="0" presId="urn:microsoft.com/office/officeart/2005/8/layout/hierarchy3"/>
    <dgm:cxn modelId="{262AE275-48C9-44FD-AD97-4FC09F64A749}" type="presOf" srcId="{8C76253D-BC5D-4573-8D32-3BCCE3FE84F9}" destId="{2903BCD6-CC99-4B9F-8CF9-8EEA97CD46D9}" srcOrd="0" destOrd="0" presId="urn:microsoft.com/office/officeart/2005/8/layout/hierarchy3"/>
    <dgm:cxn modelId="{18046D56-C7AF-4DE8-A2D0-18C8872BD83E}" srcId="{F3C09069-BB71-4B64-B744-953966C4B9F4}" destId="{256893D9-4C77-43C0-A643-49780E695A45}" srcOrd="1" destOrd="0" parTransId="{0FD5058F-E93E-47E1-B57D-23598115C421}" sibTransId="{E40BE868-16B1-4FED-8FB8-F869814FC3DD}"/>
    <dgm:cxn modelId="{5026A856-3031-45B2-8AE9-63EA027AA679}" type="presOf" srcId="{A2F04475-CD53-4149-94E8-11E1A93A5DCA}" destId="{9D31B1B4-9D5E-44BF-AC4C-B1B78656265D}" srcOrd="0" destOrd="0" presId="urn:microsoft.com/office/officeart/2005/8/layout/hierarchy3"/>
    <dgm:cxn modelId="{65DD095A-BC84-41C6-BB7F-EAD5D7E1FDA4}" type="presOf" srcId="{3BA77756-5F64-4DB6-A0D9-EB712C78B113}" destId="{2F1E8A25-4152-4CAE-8B50-DD2F876D64EC}" srcOrd="0" destOrd="0" presId="urn:microsoft.com/office/officeart/2005/8/layout/hierarchy3"/>
    <dgm:cxn modelId="{B6257C7A-223E-4CB6-BF13-53861F8543BF}" type="presOf" srcId="{B21F5E45-75C8-4A4E-9050-D16D903A2FDE}" destId="{D9193C21-1149-453E-BBB8-B431269A0E5F}" srcOrd="1" destOrd="0" presId="urn:microsoft.com/office/officeart/2005/8/layout/hierarchy3"/>
    <dgm:cxn modelId="{6D2AF65A-4375-4AE7-B3AA-3D7FCDC1C97C}" srcId="{87F55023-87B8-41C7-8B30-59998FE1D188}" destId="{07AF380D-BA42-470A-9F5E-6130007BFA7E}" srcOrd="2" destOrd="0" parTransId="{7336F615-71A4-4247-A17A-A8C94F578D32}" sibTransId="{9043FDB1-4090-4AFA-9162-A8AC99D56911}"/>
    <dgm:cxn modelId="{47D52B81-F21E-4F10-848B-592151AB5495}" type="presOf" srcId="{70EE8973-853E-4A1D-ADCF-288700C437A8}" destId="{D20EC70F-03FA-4066-B13A-1C2BD0730E90}" srcOrd="0" destOrd="0" presId="urn:microsoft.com/office/officeart/2005/8/layout/hierarchy3"/>
    <dgm:cxn modelId="{58020785-F2FC-4CD5-BEC2-6E43EFD94E1D}" type="presOf" srcId="{F413F66A-DDFD-4097-B930-00B474C9F1A9}" destId="{D25E9746-C958-4B69-AE52-37D04289F19E}" srcOrd="0" destOrd="0" presId="urn:microsoft.com/office/officeart/2005/8/layout/hierarchy3"/>
    <dgm:cxn modelId="{B9357285-D7CE-4821-BB15-74DE4C8711FC}" srcId="{F413F66A-DDFD-4097-B930-00B474C9F1A9}" destId="{4CE83181-AB79-490F-9AD2-DCC3F21F3B75}" srcOrd="3" destOrd="0" parTransId="{F1B15E57-05EA-4A6D-A162-8E5A2B3D79AF}" sibTransId="{1877C348-56FA-45A3-8797-4D089B4D1CB2}"/>
    <dgm:cxn modelId="{60C43A87-89A3-46FD-ABFD-F34FED4CECAF}" srcId="{F413F66A-DDFD-4097-B930-00B474C9F1A9}" destId="{87F55023-87B8-41C7-8B30-59998FE1D188}" srcOrd="6" destOrd="0" parTransId="{32AB5524-7B20-449F-8B21-8CF9AD8F381E}" sibTransId="{11374C08-81A4-4E4F-A1E9-32C0C045C6C5}"/>
    <dgm:cxn modelId="{1134B38B-D05D-494E-956C-E3B90737C133}" type="presOf" srcId="{37663B64-131A-4888-9163-6B72C898A316}" destId="{DFF5CDE2-0A30-4EFA-B609-23D4F91CB76B}" srcOrd="0" destOrd="0" presId="urn:microsoft.com/office/officeart/2005/8/layout/hierarchy3"/>
    <dgm:cxn modelId="{BEC15090-0D6E-4F92-A869-905AA114CDBD}" type="presOf" srcId="{1CBDFB51-DEFC-42CF-962E-B22935A030DD}" destId="{A5DE570E-D3EE-4305-9801-E13B79600357}" srcOrd="0" destOrd="0" presId="urn:microsoft.com/office/officeart/2005/8/layout/hierarchy3"/>
    <dgm:cxn modelId="{0E07DD98-97E8-4E19-8D58-AD83DFEBD2EA}" srcId="{F413F66A-DDFD-4097-B930-00B474C9F1A9}" destId="{3832D21A-C1BC-413E-BA92-6C8AB0746CA5}" srcOrd="2" destOrd="0" parTransId="{98627FA2-2347-408B-900F-EF34A97777DA}" sibTransId="{416E4D06-D276-48EE-957C-EC33C7B61A34}"/>
    <dgm:cxn modelId="{B46BE59C-176D-4294-A2AB-A04E813D57D6}" srcId="{87F55023-87B8-41C7-8B30-59998FE1D188}" destId="{D6D33286-30CC-4C03-900D-D3BA287F27CB}" srcOrd="0" destOrd="0" parTransId="{9C20BBAE-605E-4A39-8184-C5EA8812C0FD}" sibTransId="{015E4A29-FDF3-4C52-96F7-193B13CF4053}"/>
    <dgm:cxn modelId="{0D5E5E9D-7FBD-4EC0-93ED-146956A822F1}" srcId="{4CE83181-AB79-490F-9AD2-DCC3F21F3B75}" destId="{EC46B6D3-3258-48D8-B7CA-80F6EC8FB2DB}" srcOrd="0" destOrd="0" parTransId="{2A74EB90-E0AB-4666-A678-15698F6B18BD}" sibTransId="{0BACBF77-2608-4483-AA1E-07C8BC14374A}"/>
    <dgm:cxn modelId="{042F179E-4D78-47C7-8F20-A79AF6A5F56F}" type="presOf" srcId="{2EE31B36-088C-4BE0-BA48-0A4435E32015}" destId="{E11776ED-D746-48CA-B22F-E6BFA4522E8F}" srcOrd="0" destOrd="0" presId="urn:microsoft.com/office/officeart/2005/8/layout/hierarchy3"/>
    <dgm:cxn modelId="{534F1DA4-93E3-4735-A479-17DE262E44A8}" type="presOf" srcId="{256893D9-4C77-43C0-A643-49780E695A45}" destId="{BABF2177-4055-48EE-A1A1-FCB629AB9DCB}" srcOrd="0" destOrd="0" presId="urn:microsoft.com/office/officeart/2005/8/layout/hierarchy3"/>
    <dgm:cxn modelId="{4295D6A8-6B41-4BCE-BB84-E185DA96FE89}" type="presOf" srcId="{C27B059C-58A2-46C8-BB4D-A3C205D24902}" destId="{7C329E89-CA27-4ED2-8BD9-0C8E5950FF11}" srcOrd="0" destOrd="0" presId="urn:microsoft.com/office/officeart/2005/8/layout/hierarchy3"/>
    <dgm:cxn modelId="{32E317B0-E5BC-49A2-AB23-164D8B97D2FC}" srcId="{B21F5E45-75C8-4A4E-9050-D16D903A2FDE}" destId="{6036F209-96BE-4B29-B726-FAD68AFFA0EC}" srcOrd="2" destOrd="0" parTransId="{8C967D25-408F-4EF3-B9DD-B90802F7C7B2}" sibTransId="{2EF5A8F7-AF32-48BB-B736-5D142B9FA2A2}"/>
    <dgm:cxn modelId="{4D96E3B0-A301-4D22-8BD5-F744E119DE1B}" type="presOf" srcId="{D6D33286-30CC-4C03-900D-D3BA287F27CB}" destId="{AFD6CB70-BC04-4D45-BA80-259263C63675}" srcOrd="0" destOrd="0" presId="urn:microsoft.com/office/officeart/2005/8/layout/hierarchy3"/>
    <dgm:cxn modelId="{BC345FB4-380C-4453-A015-D7D927382EFE}" type="presOf" srcId="{4CE83181-AB79-490F-9AD2-DCC3F21F3B75}" destId="{1331B4D6-BD79-4444-92AD-76D2B928CA11}" srcOrd="0" destOrd="0" presId="urn:microsoft.com/office/officeart/2005/8/layout/hierarchy3"/>
    <dgm:cxn modelId="{FE1EF4B6-3AA6-4BC5-B1D0-544D13EAF90B}" srcId="{F413F66A-DDFD-4097-B930-00B474C9F1A9}" destId="{B21F5E45-75C8-4A4E-9050-D16D903A2FDE}" srcOrd="7" destOrd="0" parTransId="{536C002E-90E0-4039-9E60-F1E689B49580}" sibTransId="{88BAD897-257B-4ED9-80FF-4BD3F5B2141D}"/>
    <dgm:cxn modelId="{796C5EB7-9E9A-4C3B-9577-C24260411414}" type="presOf" srcId="{F3C09069-BB71-4B64-B744-953966C4B9F4}" destId="{F6FBC027-73B2-417C-84C2-017A84E4CFC5}" srcOrd="1" destOrd="0" presId="urn:microsoft.com/office/officeart/2005/8/layout/hierarchy3"/>
    <dgm:cxn modelId="{0A5F1AB8-0FC9-482B-8DFB-1980B367973C}" srcId="{B21F5E45-75C8-4A4E-9050-D16D903A2FDE}" destId="{3BA77756-5F64-4DB6-A0D9-EB712C78B113}" srcOrd="0" destOrd="0" parTransId="{E8CB3B43-E818-4BF4-8CFE-3D1B733D9216}" sibTransId="{03BA6A22-9591-4285-AE1E-E2884BE40CA3}"/>
    <dgm:cxn modelId="{982398B8-5A06-442D-B743-BA7FD1E660E3}" type="presOf" srcId="{247200B9-BAFC-4DE5-A8CB-AC10198B69BD}" destId="{B310442D-91FB-469B-B3EC-94AD0DC3DCB0}" srcOrd="0" destOrd="0" presId="urn:microsoft.com/office/officeart/2005/8/layout/hierarchy3"/>
    <dgm:cxn modelId="{3C3E32BA-9342-4C7D-B977-47C0EDA21DD9}" type="presOf" srcId="{489E120C-828C-46CF-95CD-70FE7A0D7D9C}" destId="{8CA1F4AD-6E62-4EAA-B998-F75F695282B5}" srcOrd="0" destOrd="0" presId="urn:microsoft.com/office/officeart/2005/8/layout/hierarchy3"/>
    <dgm:cxn modelId="{35FB35BE-3AD0-4F80-ADDF-9123249461A2}" type="presOf" srcId="{4CE83181-AB79-490F-9AD2-DCC3F21F3B75}" destId="{8077659C-E7AA-4DC7-B44D-AF560D32F543}" srcOrd="1" destOrd="0" presId="urn:microsoft.com/office/officeart/2005/8/layout/hierarchy3"/>
    <dgm:cxn modelId="{F552D5BE-B2DD-4406-9462-7C0098031795}" srcId="{E29D5D33-6BF2-4DB9-B463-923F0EE879F3}" destId="{70742E9B-192C-4889-AB10-D64F5A0A9FCA}" srcOrd="1" destOrd="0" parTransId="{70EE8973-853E-4A1D-ADCF-288700C437A8}" sibTransId="{3822DF9F-3E92-41CA-9C55-73D62FAB5F01}"/>
    <dgm:cxn modelId="{D4110EBF-8B9A-46C1-A580-791327CC3F3A}" srcId="{3832D21A-C1BC-413E-BA92-6C8AB0746CA5}" destId="{73537482-8A41-4EE5-80A9-45BEEA5388DD}" srcOrd="0" destOrd="0" parTransId="{A2F04475-CD53-4149-94E8-11E1A93A5DCA}" sibTransId="{4F1960D6-ADAD-4738-B998-EC22D0436D27}"/>
    <dgm:cxn modelId="{BF53CDC2-2ED0-49F4-9EA3-7227A2C27FE9}" srcId="{F413F66A-DDFD-4097-B930-00B474C9F1A9}" destId="{BF8D5D14-D131-430A-910C-96DFE1A78EC6}" srcOrd="0" destOrd="0" parTransId="{AF717860-9F70-4280-89D9-80153CCB0C65}" sibTransId="{DB886578-7FF4-467B-9301-81B24C8E78E2}"/>
    <dgm:cxn modelId="{645ED9C7-3ACA-4108-9EC3-9B99DE9DE810}" srcId="{E5480AC1-D89D-4D10-9A3F-6309204D549E}" destId="{CF45E588-4394-49F0-9593-FFBD00C8C433}" srcOrd="1" destOrd="0" parTransId="{F0115F52-6167-4897-A680-89074C03752A}" sibTransId="{9D4C34DE-E07B-4BD8-BBB9-960F6B5EBEA5}"/>
    <dgm:cxn modelId="{ED9A0ECD-125B-46A6-8B60-6BCD4184BFB6}" type="presOf" srcId="{EC46B6D3-3258-48D8-B7CA-80F6EC8FB2DB}" destId="{608985C4-2EA6-4E7A-9661-F17AF67C0079}" srcOrd="0" destOrd="0" presId="urn:microsoft.com/office/officeart/2005/8/layout/hierarchy3"/>
    <dgm:cxn modelId="{FF1FCDD2-D870-4B44-AB05-2DF9FB5C32AB}" type="presOf" srcId="{2C6424E3-DFA4-4367-BF70-E6F5705F0DC1}" destId="{15BB5BEF-A989-482E-8871-39E455CEF761}" srcOrd="0" destOrd="0" presId="urn:microsoft.com/office/officeart/2005/8/layout/hierarchy3"/>
    <dgm:cxn modelId="{FA4110D6-410B-4CCF-B02E-CF1BDCAA9E78}" type="presOf" srcId="{8C967D25-408F-4EF3-B9DD-B90802F7C7B2}" destId="{93B7F047-0ADA-4F17-BF64-D3F73FCA1B28}" srcOrd="0" destOrd="0" presId="urn:microsoft.com/office/officeart/2005/8/layout/hierarchy3"/>
    <dgm:cxn modelId="{628CD3D6-B72B-446E-A877-CD878D514B4B}" type="presOf" srcId="{9C20BBAE-605E-4A39-8184-C5EA8812C0FD}" destId="{B2377462-8B0E-497C-957B-F55DA9A52A60}" srcOrd="0" destOrd="0" presId="urn:microsoft.com/office/officeart/2005/8/layout/hierarchy3"/>
    <dgm:cxn modelId="{ED5628D7-6F27-488A-A769-A05625E02D85}" type="presOf" srcId="{9AAF562B-666A-4DF3-B81F-B3296A930970}" destId="{691429CC-A317-4AA0-B4B9-D791EA11B85E}" srcOrd="0" destOrd="0" presId="urn:microsoft.com/office/officeart/2005/8/layout/hierarchy3"/>
    <dgm:cxn modelId="{0BCAEED7-99B4-41FF-8148-7A2387CF5B65}" type="presOf" srcId="{BAB1601A-D1A2-4BCB-86F1-A84375D7D30A}" destId="{354480DD-E234-4A37-915D-7A6F77D90CF2}" srcOrd="0" destOrd="0" presId="urn:microsoft.com/office/officeart/2005/8/layout/hierarchy3"/>
    <dgm:cxn modelId="{547D6AD9-9B48-479D-82DD-70EDC58A511D}" type="presOf" srcId="{D5346E27-17C5-4851-8CC8-5965E49C8456}" destId="{9F98F5A3-510E-4DE0-AE4D-D93BB803A86C}" srcOrd="0" destOrd="0" presId="urn:microsoft.com/office/officeart/2005/8/layout/hierarchy3"/>
    <dgm:cxn modelId="{864E2EDA-56F3-478B-914E-3A1737A32F62}" type="presOf" srcId="{7BCE589C-E30D-401D-A24E-6AE2E93CF55E}" destId="{5E607BAC-2A1B-4C54-9885-77ABF3081526}" srcOrd="0" destOrd="0" presId="urn:microsoft.com/office/officeart/2005/8/layout/hierarchy3"/>
    <dgm:cxn modelId="{D936AFDA-E082-488C-92E9-D9F02CFCAE1F}" type="presOf" srcId="{3C2932D5-4735-4B07-8C43-570557B1C6EB}" destId="{A5137213-8D94-4845-AD10-FA8106A3ECAB}" srcOrd="0" destOrd="0" presId="urn:microsoft.com/office/officeart/2005/8/layout/hierarchy3"/>
    <dgm:cxn modelId="{6A49AFDE-FEC9-414A-B08E-FCEE587567A7}" type="presOf" srcId="{E8CB3B43-E818-4BF4-8CFE-3D1B733D9216}" destId="{90A961E1-2901-434F-B8E2-C1F9E4861DF7}" srcOrd="0" destOrd="0" presId="urn:microsoft.com/office/officeart/2005/8/layout/hierarchy3"/>
    <dgm:cxn modelId="{A5FFF4E4-0868-4D8E-A135-AB19C84F931D}" type="presOf" srcId="{6F19B978-EA49-47B0-93B6-92E08670A7A2}" destId="{50F0BF77-37B7-49DF-A91C-3C7A74AE7FEA}" srcOrd="0" destOrd="0" presId="urn:microsoft.com/office/officeart/2005/8/layout/hierarchy3"/>
    <dgm:cxn modelId="{9E68F3E7-11BD-4782-8C79-CB073128A90F}" type="presOf" srcId="{E29D5D33-6BF2-4DB9-B463-923F0EE879F3}" destId="{3C40C5EC-620D-42E8-878B-99893DE53FF5}" srcOrd="1" destOrd="0" presId="urn:microsoft.com/office/officeart/2005/8/layout/hierarchy3"/>
    <dgm:cxn modelId="{793A14E8-2B0F-42CB-8843-9B815571B35D}" type="presOf" srcId="{AFB05484-BBC4-4E20-A539-41C1E0BAC43A}" destId="{0CF7F491-7332-4B17-BF29-2BD6498960E7}" srcOrd="0" destOrd="0" presId="urn:microsoft.com/office/officeart/2005/8/layout/hierarchy3"/>
    <dgm:cxn modelId="{25C92CEF-C760-44F6-A03C-314FE849A377}" type="presOf" srcId="{B21F5E45-75C8-4A4E-9050-D16D903A2FDE}" destId="{C276D345-BCCD-4BC7-AE70-A86E55E10507}" srcOrd="0" destOrd="0" presId="urn:microsoft.com/office/officeart/2005/8/layout/hierarchy3"/>
    <dgm:cxn modelId="{7DD80AF0-9E82-4C8D-BA7C-C85BD9517B12}" type="presOf" srcId="{7B13E335-216D-4D7E-98BF-840505704417}" destId="{D9755C95-97D3-41C1-B4F5-3AEA286D6E25}" srcOrd="0" destOrd="0" presId="urn:microsoft.com/office/officeart/2005/8/layout/hierarchy3"/>
    <dgm:cxn modelId="{38A816F3-632F-4F1D-A12B-20FF4D7001DA}" srcId="{E5480AC1-D89D-4D10-9A3F-6309204D549E}" destId="{1CBDFB51-DEFC-42CF-962E-B22935A030DD}" srcOrd="0" destOrd="0" parTransId="{2C6424E3-DFA4-4367-BF70-E6F5705F0DC1}" sibTransId="{67A72AAD-4CFA-469F-8C90-5D816C38693C}"/>
    <dgm:cxn modelId="{51CD1DF4-CA66-4BE2-83E1-C8F5B75382F6}" type="presOf" srcId="{87F55023-87B8-41C7-8B30-59998FE1D188}" destId="{AF49E18B-ECBE-4E7E-89C9-B27BE54E7505}" srcOrd="0" destOrd="0" presId="urn:microsoft.com/office/officeart/2005/8/layout/hierarchy3"/>
    <dgm:cxn modelId="{ABBE5461-C65C-4884-A3B1-996FA298375C}" type="presParOf" srcId="{D25E9746-C958-4B69-AE52-37D04289F19E}" destId="{90E405F4-56B8-4350-AC0B-8236C301B380}" srcOrd="0" destOrd="0" presId="urn:microsoft.com/office/officeart/2005/8/layout/hierarchy3"/>
    <dgm:cxn modelId="{331F1E17-0DC7-47D0-A934-3E0485A46AD9}" type="presParOf" srcId="{90E405F4-56B8-4350-AC0B-8236C301B380}" destId="{61FDEC1A-E003-49C1-8BCB-0D5555160E32}" srcOrd="0" destOrd="0" presId="urn:microsoft.com/office/officeart/2005/8/layout/hierarchy3"/>
    <dgm:cxn modelId="{3019C031-0B0B-4AB4-8396-153F918C2A54}" type="presParOf" srcId="{61FDEC1A-E003-49C1-8BCB-0D5555160E32}" destId="{AAF00ACE-174C-43D0-9CCA-A98B1B40626C}" srcOrd="0" destOrd="0" presId="urn:microsoft.com/office/officeart/2005/8/layout/hierarchy3"/>
    <dgm:cxn modelId="{4B53D8B2-EF66-4675-AD5D-46850C24838B}" type="presParOf" srcId="{61FDEC1A-E003-49C1-8BCB-0D5555160E32}" destId="{E3E278C6-BEBE-405E-9312-44A5A354C93E}" srcOrd="1" destOrd="0" presId="urn:microsoft.com/office/officeart/2005/8/layout/hierarchy3"/>
    <dgm:cxn modelId="{3EECB15C-3168-4951-BD8F-E4CF8343E95D}" type="presParOf" srcId="{90E405F4-56B8-4350-AC0B-8236C301B380}" destId="{CC73BAB4-B6A9-402C-8F54-9C4B69E398F2}" srcOrd="1" destOrd="0" presId="urn:microsoft.com/office/officeart/2005/8/layout/hierarchy3"/>
    <dgm:cxn modelId="{0515C149-5F40-4AF6-BE3E-00070D796F54}" type="presParOf" srcId="{CC73BAB4-B6A9-402C-8F54-9C4B69E398F2}" destId="{92F0083E-B124-471F-A021-3B7EC1020CF0}" srcOrd="0" destOrd="0" presId="urn:microsoft.com/office/officeart/2005/8/layout/hierarchy3"/>
    <dgm:cxn modelId="{D91D147C-E67A-4E72-9AEE-A92900891DA4}" type="presParOf" srcId="{CC73BAB4-B6A9-402C-8F54-9C4B69E398F2}" destId="{E11776ED-D746-48CA-B22F-E6BFA4522E8F}" srcOrd="1" destOrd="0" presId="urn:microsoft.com/office/officeart/2005/8/layout/hierarchy3"/>
    <dgm:cxn modelId="{AAC37594-2FEE-485C-83AC-2469C9C0291F}" type="presParOf" srcId="{CC73BAB4-B6A9-402C-8F54-9C4B69E398F2}" destId="{8CA1F4AD-6E62-4EAA-B998-F75F695282B5}" srcOrd="2" destOrd="0" presId="urn:microsoft.com/office/officeart/2005/8/layout/hierarchy3"/>
    <dgm:cxn modelId="{3796B558-C0BD-45E0-A962-DBD8B6FDCE9E}" type="presParOf" srcId="{CC73BAB4-B6A9-402C-8F54-9C4B69E398F2}" destId="{BFBE8180-4292-41AE-A87A-E9CD0CC6157A}" srcOrd="3" destOrd="0" presId="urn:microsoft.com/office/officeart/2005/8/layout/hierarchy3"/>
    <dgm:cxn modelId="{9229FFF4-F62E-4A0D-B5EB-98627D13BBB4}" type="presParOf" srcId="{D25E9746-C958-4B69-AE52-37D04289F19E}" destId="{0FBEA8BD-95C3-40A0-A52F-8ED55CB06998}" srcOrd="1" destOrd="0" presId="urn:microsoft.com/office/officeart/2005/8/layout/hierarchy3"/>
    <dgm:cxn modelId="{7EDAD4DE-DEA0-4EAE-ACA8-BFF930BF1731}" type="presParOf" srcId="{0FBEA8BD-95C3-40A0-A52F-8ED55CB06998}" destId="{83073695-1AE6-452A-BCAF-4074295903C3}" srcOrd="0" destOrd="0" presId="urn:microsoft.com/office/officeart/2005/8/layout/hierarchy3"/>
    <dgm:cxn modelId="{94E25164-04C4-4E07-88A9-1CB9757EA44C}" type="presParOf" srcId="{83073695-1AE6-452A-BCAF-4074295903C3}" destId="{4C3E42F2-7BF4-44B4-AD94-F749FF3B1220}" srcOrd="0" destOrd="0" presId="urn:microsoft.com/office/officeart/2005/8/layout/hierarchy3"/>
    <dgm:cxn modelId="{080ED57C-AA0D-4DB4-88BB-592717A2C5BE}" type="presParOf" srcId="{83073695-1AE6-452A-BCAF-4074295903C3}" destId="{CEBF03D8-26B3-4A61-8BBC-1F8E6A933BA5}" srcOrd="1" destOrd="0" presId="urn:microsoft.com/office/officeart/2005/8/layout/hierarchy3"/>
    <dgm:cxn modelId="{B47A6428-B747-4144-B00F-CB7C3FB904E8}" type="presParOf" srcId="{0FBEA8BD-95C3-40A0-A52F-8ED55CB06998}" destId="{1A638D49-EA19-4FFC-A486-17C7AE476ECF}" srcOrd="1" destOrd="0" presId="urn:microsoft.com/office/officeart/2005/8/layout/hierarchy3"/>
    <dgm:cxn modelId="{861D9BEE-4371-4D9E-8A78-B5814DF055B2}" type="presParOf" srcId="{1A638D49-EA19-4FFC-A486-17C7AE476ECF}" destId="{15BB5BEF-A989-482E-8871-39E455CEF761}" srcOrd="0" destOrd="0" presId="urn:microsoft.com/office/officeart/2005/8/layout/hierarchy3"/>
    <dgm:cxn modelId="{F24645D6-EED8-46E0-A841-09ED8D441015}" type="presParOf" srcId="{1A638D49-EA19-4FFC-A486-17C7AE476ECF}" destId="{A5DE570E-D3EE-4305-9801-E13B79600357}" srcOrd="1" destOrd="0" presId="urn:microsoft.com/office/officeart/2005/8/layout/hierarchy3"/>
    <dgm:cxn modelId="{3FFA8FCA-598D-47FF-A1F3-3C39B0C90B7E}" type="presParOf" srcId="{1A638D49-EA19-4FFC-A486-17C7AE476ECF}" destId="{B4F5D955-867B-4A11-9B4F-ED9D6EBA6240}" srcOrd="2" destOrd="0" presId="urn:microsoft.com/office/officeart/2005/8/layout/hierarchy3"/>
    <dgm:cxn modelId="{279093A3-27F2-4CF1-A9D0-19E889226AF4}" type="presParOf" srcId="{1A638D49-EA19-4FFC-A486-17C7AE476ECF}" destId="{53EC230A-D04D-467F-9278-CA74DE5346F9}" srcOrd="3" destOrd="0" presId="urn:microsoft.com/office/officeart/2005/8/layout/hierarchy3"/>
    <dgm:cxn modelId="{6410A561-683D-4D83-90DD-ED1424520B77}" type="presParOf" srcId="{1A638D49-EA19-4FFC-A486-17C7AE476ECF}" destId="{691429CC-A317-4AA0-B4B9-D791EA11B85E}" srcOrd="4" destOrd="0" presId="urn:microsoft.com/office/officeart/2005/8/layout/hierarchy3"/>
    <dgm:cxn modelId="{FE6E0AB5-86DD-4330-9944-C812A667F3C7}" type="presParOf" srcId="{1A638D49-EA19-4FFC-A486-17C7AE476ECF}" destId="{0CF7F491-7332-4B17-BF29-2BD6498960E7}" srcOrd="5" destOrd="0" presId="urn:microsoft.com/office/officeart/2005/8/layout/hierarchy3"/>
    <dgm:cxn modelId="{C42409C3-3D86-4FE0-987E-9059B3D3478C}" type="presParOf" srcId="{D25E9746-C958-4B69-AE52-37D04289F19E}" destId="{891800CB-C628-473B-931A-385FC349E623}" srcOrd="2" destOrd="0" presId="urn:microsoft.com/office/officeart/2005/8/layout/hierarchy3"/>
    <dgm:cxn modelId="{388FDF3F-860B-479F-ABCC-A78DE9324AD7}" type="presParOf" srcId="{891800CB-C628-473B-931A-385FC349E623}" destId="{8C0FE733-4290-4700-8B4F-3934853EEFC7}" srcOrd="0" destOrd="0" presId="urn:microsoft.com/office/officeart/2005/8/layout/hierarchy3"/>
    <dgm:cxn modelId="{521C5C1A-C931-41AF-8678-BC2EDA880AAE}" type="presParOf" srcId="{8C0FE733-4290-4700-8B4F-3934853EEFC7}" destId="{21202121-53F7-4FA0-8DB9-AB9FE116CDD6}" srcOrd="0" destOrd="0" presId="urn:microsoft.com/office/officeart/2005/8/layout/hierarchy3"/>
    <dgm:cxn modelId="{334C3723-6939-483C-8E28-2BFE6C4A9595}" type="presParOf" srcId="{8C0FE733-4290-4700-8B4F-3934853EEFC7}" destId="{A9AF8646-47F4-4DDE-8423-AADCF9473CAA}" srcOrd="1" destOrd="0" presId="urn:microsoft.com/office/officeart/2005/8/layout/hierarchy3"/>
    <dgm:cxn modelId="{BC79514F-639A-4CC9-B593-2F9F14F6B553}" type="presParOf" srcId="{891800CB-C628-473B-931A-385FC349E623}" destId="{BE26A222-0B47-43FB-8BD0-C25361710296}" srcOrd="1" destOrd="0" presId="urn:microsoft.com/office/officeart/2005/8/layout/hierarchy3"/>
    <dgm:cxn modelId="{C8A8439F-B96B-4EF6-B502-3A106F7B2DB9}" type="presParOf" srcId="{BE26A222-0B47-43FB-8BD0-C25361710296}" destId="{9D31B1B4-9D5E-44BF-AC4C-B1B78656265D}" srcOrd="0" destOrd="0" presId="urn:microsoft.com/office/officeart/2005/8/layout/hierarchy3"/>
    <dgm:cxn modelId="{66F60382-86E3-437E-8DD8-8D3C54393EEE}" type="presParOf" srcId="{BE26A222-0B47-43FB-8BD0-C25361710296}" destId="{9283C7E2-91B5-4821-8C89-DD16A58E74AA}" srcOrd="1" destOrd="0" presId="urn:microsoft.com/office/officeart/2005/8/layout/hierarchy3"/>
    <dgm:cxn modelId="{89CDF14A-F3E9-4CE6-A3A1-CF2AC2E4701A}" type="presParOf" srcId="{BE26A222-0B47-43FB-8BD0-C25361710296}" destId="{E8A497B1-BD7B-4960-9302-C55CC5EDAF2C}" srcOrd="2" destOrd="0" presId="urn:microsoft.com/office/officeart/2005/8/layout/hierarchy3"/>
    <dgm:cxn modelId="{BB9236E6-749A-48CF-838B-A5AE2F2D0972}" type="presParOf" srcId="{BE26A222-0B47-43FB-8BD0-C25361710296}" destId="{D9755C95-97D3-41C1-B4F5-3AEA286D6E25}" srcOrd="3" destOrd="0" presId="urn:microsoft.com/office/officeart/2005/8/layout/hierarchy3"/>
    <dgm:cxn modelId="{F2C08466-A590-4BA0-B4F9-CFD549662C08}" type="presParOf" srcId="{BE26A222-0B47-43FB-8BD0-C25361710296}" destId="{5E607BAC-2A1B-4C54-9885-77ABF3081526}" srcOrd="4" destOrd="0" presId="urn:microsoft.com/office/officeart/2005/8/layout/hierarchy3"/>
    <dgm:cxn modelId="{98E212E1-5069-4F93-B8E6-C8FB7B55C2F3}" type="presParOf" srcId="{BE26A222-0B47-43FB-8BD0-C25361710296}" destId="{FFBA2803-1170-45E5-8F4E-FF9D9BCD7E41}" srcOrd="5" destOrd="0" presId="urn:microsoft.com/office/officeart/2005/8/layout/hierarchy3"/>
    <dgm:cxn modelId="{9E0FA6B8-9328-4D65-8CD6-AD457FAA6B76}" type="presParOf" srcId="{D25E9746-C958-4B69-AE52-37D04289F19E}" destId="{36026DC4-5246-4E63-8EE3-A8B7A94AD0BD}" srcOrd="3" destOrd="0" presId="urn:microsoft.com/office/officeart/2005/8/layout/hierarchy3"/>
    <dgm:cxn modelId="{042FB9EA-AB16-4F1B-BCD1-5A598AA0B9E1}" type="presParOf" srcId="{36026DC4-5246-4E63-8EE3-A8B7A94AD0BD}" destId="{89286A33-2156-4856-920D-0C84487A1834}" srcOrd="0" destOrd="0" presId="urn:microsoft.com/office/officeart/2005/8/layout/hierarchy3"/>
    <dgm:cxn modelId="{DD038B2F-1406-45E0-A5CF-0275A2732EF8}" type="presParOf" srcId="{89286A33-2156-4856-920D-0C84487A1834}" destId="{1331B4D6-BD79-4444-92AD-76D2B928CA11}" srcOrd="0" destOrd="0" presId="urn:microsoft.com/office/officeart/2005/8/layout/hierarchy3"/>
    <dgm:cxn modelId="{2D884B2B-683F-4889-9C1F-D3C9EC86AEEC}" type="presParOf" srcId="{89286A33-2156-4856-920D-0C84487A1834}" destId="{8077659C-E7AA-4DC7-B44D-AF560D32F543}" srcOrd="1" destOrd="0" presId="urn:microsoft.com/office/officeart/2005/8/layout/hierarchy3"/>
    <dgm:cxn modelId="{E4A6D503-91D2-463D-A0E2-E6D52C8AEBBA}" type="presParOf" srcId="{36026DC4-5246-4E63-8EE3-A8B7A94AD0BD}" destId="{C4576EE9-3C36-49ED-873C-9552D44A2BC0}" srcOrd="1" destOrd="0" presId="urn:microsoft.com/office/officeart/2005/8/layout/hierarchy3"/>
    <dgm:cxn modelId="{6F4528DB-BA7E-48DE-9649-BD5D60E3C6CD}" type="presParOf" srcId="{C4576EE9-3C36-49ED-873C-9552D44A2BC0}" destId="{0256BD26-2F11-4E1E-BFBE-832894781144}" srcOrd="0" destOrd="0" presId="urn:microsoft.com/office/officeart/2005/8/layout/hierarchy3"/>
    <dgm:cxn modelId="{AA0EFF62-F0C7-4ABF-A874-387F3CF02B1A}" type="presParOf" srcId="{C4576EE9-3C36-49ED-873C-9552D44A2BC0}" destId="{608985C4-2EA6-4E7A-9661-F17AF67C0079}" srcOrd="1" destOrd="0" presId="urn:microsoft.com/office/officeart/2005/8/layout/hierarchy3"/>
    <dgm:cxn modelId="{3ED97508-5C9F-4917-B7DC-C1015B144C27}" type="presParOf" srcId="{C4576EE9-3C36-49ED-873C-9552D44A2BC0}" destId="{EABEB714-6238-4882-960C-A626445A69EF}" srcOrd="2" destOrd="0" presId="urn:microsoft.com/office/officeart/2005/8/layout/hierarchy3"/>
    <dgm:cxn modelId="{A10A4D41-E843-43C7-86D8-B5FC33BB0EAF}" type="presParOf" srcId="{C4576EE9-3C36-49ED-873C-9552D44A2BC0}" destId="{50F0BF77-37B7-49DF-A91C-3C7A74AE7FEA}" srcOrd="3" destOrd="0" presId="urn:microsoft.com/office/officeart/2005/8/layout/hierarchy3"/>
    <dgm:cxn modelId="{BE38DD6E-B474-4379-8440-EDC14EE48222}" type="presParOf" srcId="{D25E9746-C958-4B69-AE52-37D04289F19E}" destId="{CDF49018-0D0E-4640-A35F-21410740E34D}" srcOrd="4" destOrd="0" presId="urn:microsoft.com/office/officeart/2005/8/layout/hierarchy3"/>
    <dgm:cxn modelId="{E0B52008-68F5-41D4-8F5C-FE799FB9422E}" type="presParOf" srcId="{CDF49018-0D0E-4640-A35F-21410740E34D}" destId="{EF10EBD3-524A-4F3D-9097-7D61132FA46C}" srcOrd="0" destOrd="0" presId="urn:microsoft.com/office/officeart/2005/8/layout/hierarchy3"/>
    <dgm:cxn modelId="{5CED4381-A725-4CE1-80AE-27196C8D4552}" type="presParOf" srcId="{EF10EBD3-524A-4F3D-9097-7D61132FA46C}" destId="{7F01AC1B-7A33-4CAB-AAA7-E9E3673E61A6}" srcOrd="0" destOrd="0" presId="urn:microsoft.com/office/officeart/2005/8/layout/hierarchy3"/>
    <dgm:cxn modelId="{93ECCD80-3E8E-46E8-BBA5-945FDB931918}" type="presParOf" srcId="{EF10EBD3-524A-4F3D-9097-7D61132FA46C}" destId="{F6FBC027-73B2-417C-84C2-017A84E4CFC5}" srcOrd="1" destOrd="0" presId="urn:microsoft.com/office/officeart/2005/8/layout/hierarchy3"/>
    <dgm:cxn modelId="{4BB6BD74-5C95-4935-83CB-ED59B71EF11B}" type="presParOf" srcId="{CDF49018-0D0E-4640-A35F-21410740E34D}" destId="{6B07D295-C2FA-409F-AF7B-CE5E0C7393C4}" srcOrd="1" destOrd="0" presId="urn:microsoft.com/office/officeart/2005/8/layout/hierarchy3"/>
    <dgm:cxn modelId="{17E22E73-B0A0-4CD2-A151-7A1C74629106}" type="presParOf" srcId="{6B07D295-C2FA-409F-AF7B-CE5E0C7393C4}" destId="{834FA520-A610-4312-A031-5ACB8FB87D42}" srcOrd="0" destOrd="0" presId="urn:microsoft.com/office/officeart/2005/8/layout/hierarchy3"/>
    <dgm:cxn modelId="{672479D2-51BA-463E-8470-0DCF756B9929}" type="presParOf" srcId="{6B07D295-C2FA-409F-AF7B-CE5E0C7393C4}" destId="{123C0151-B6F0-4CD3-A32F-F4D136F244DA}" srcOrd="1" destOrd="0" presId="urn:microsoft.com/office/officeart/2005/8/layout/hierarchy3"/>
    <dgm:cxn modelId="{11B692D1-5496-46EB-BE05-E744FAD80F0A}" type="presParOf" srcId="{6B07D295-C2FA-409F-AF7B-CE5E0C7393C4}" destId="{0E14B2B5-B819-4FC4-875B-58EB10B63311}" srcOrd="2" destOrd="0" presId="urn:microsoft.com/office/officeart/2005/8/layout/hierarchy3"/>
    <dgm:cxn modelId="{89B88400-2669-4F36-97E6-D18A594C7A18}" type="presParOf" srcId="{6B07D295-C2FA-409F-AF7B-CE5E0C7393C4}" destId="{BABF2177-4055-48EE-A1A1-FCB629AB9DCB}" srcOrd="3" destOrd="0" presId="urn:microsoft.com/office/officeart/2005/8/layout/hierarchy3"/>
    <dgm:cxn modelId="{A37AD3A4-2D22-414F-A80D-D5C6EE5D9451}" type="presParOf" srcId="{6B07D295-C2FA-409F-AF7B-CE5E0C7393C4}" destId="{A5137213-8D94-4845-AD10-FA8106A3ECAB}" srcOrd="4" destOrd="0" presId="urn:microsoft.com/office/officeart/2005/8/layout/hierarchy3"/>
    <dgm:cxn modelId="{EADEEEB3-D443-41D5-A76B-D9C3B8B6EF1A}" type="presParOf" srcId="{6B07D295-C2FA-409F-AF7B-CE5E0C7393C4}" destId="{354480DD-E234-4A37-915D-7A6F77D90CF2}" srcOrd="5" destOrd="0" presId="urn:microsoft.com/office/officeart/2005/8/layout/hierarchy3"/>
    <dgm:cxn modelId="{2F618679-6CD0-4DE8-B16B-3672D99F45FD}" type="presParOf" srcId="{D25E9746-C958-4B69-AE52-37D04289F19E}" destId="{A7ABB427-F682-412B-9364-947E043DBF07}" srcOrd="5" destOrd="0" presId="urn:microsoft.com/office/officeart/2005/8/layout/hierarchy3"/>
    <dgm:cxn modelId="{B070ECD3-4949-43F8-A813-364AD00CE1D9}" type="presParOf" srcId="{A7ABB427-F682-412B-9364-947E043DBF07}" destId="{FBA3EEE3-B519-4BBB-BFA9-6653A4832D22}" srcOrd="0" destOrd="0" presId="urn:microsoft.com/office/officeart/2005/8/layout/hierarchy3"/>
    <dgm:cxn modelId="{76A41A03-D193-478D-BF2E-F160DF602B02}" type="presParOf" srcId="{FBA3EEE3-B519-4BBB-BFA9-6653A4832D22}" destId="{79132EA0-657F-4DBD-8630-E9BCD638D52C}" srcOrd="0" destOrd="0" presId="urn:microsoft.com/office/officeart/2005/8/layout/hierarchy3"/>
    <dgm:cxn modelId="{BB01DFAE-E387-459E-8760-F0F5ABBF10D7}" type="presParOf" srcId="{FBA3EEE3-B519-4BBB-BFA9-6653A4832D22}" destId="{3C40C5EC-620D-42E8-878B-99893DE53FF5}" srcOrd="1" destOrd="0" presId="urn:microsoft.com/office/officeart/2005/8/layout/hierarchy3"/>
    <dgm:cxn modelId="{C5FE2DC7-E1FA-4FD0-8C12-4C02A1CBA332}" type="presParOf" srcId="{A7ABB427-F682-412B-9364-947E043DBF07}" destId="{D1B67CD6-905C-40FE-9756-04126A03FB69}" srcOrd="1" destOrd="0" presId="urn:microsoft.com/office/officeart/2005/8/layout/hierarchy3"/>
    <dgm:cxn modelId="{6DC9D22F-67D8-411F-A1AF-F1E9AE44701E}" type="presParOf" srcId="{D1B67CD6-905C-40FE-9756-04126A03FB69}" destId="{07355719-90B9-4CA9-B50D-E6418ABB43D1}" srcOrd="0" destOrd="0" presId="urn:microsoft.com/office/officeart/2005/8/layout/hierarchy3"/>
    <dgm:cxn modelId="{1BD3E4DF-E121-4F21-B16D-2720993F2F64}" type="presParOf" srcId="{D1B67CD6-905C-40FE-9756-04126A03FB69}" destId="{77A0327F-5FFF-44BE-BB98-DA5A0AB6600F}" srcOrd="1" destOrd="0" presId="urn:microsoft.com/office/officeart/2005/8/layout/hierarchy3"/>
    <dgm:cxn modelId="{1318D330-0563-4107-8C57-A5BFAE4F9A9B}" type="presParOf" srcId="{D1B67CD6-905C-40FE-9756-04126A03FB69}" destId="{D20EC70F-03FA-4066-B13A-1C2BD0730E90}" srcOrd="2" destOrd="0" presId="urn:microsoft.com/office/officeart/2005/8/layout/hierarchy3"/>
    <dgm:cxn modelId="{F40B8030-7725-4B7E-AE67-9F7FD362377F}" type="presParOf" srcId="{D1B67CD6-905C-40FE-9756-04126A03FB69}" destId="{D1D57DD5-0945-4817-A132-F8B208B30087}" srcOrd="3" destOrd="0" presId="urn:microsoft.com/office/officeart/2005/8/layout/hierarchy3"/>
    <dgm:cxn modelId="{5C7C708B-4F18-438B-B6B3-C3A45FEEA6FA}" type="presParOf" srcId="{D1B67CD6-905C-40FE-9756-04126A03FB69}" destId="{9F98F5A3-510E-4DE0-AE4D-D93BB803A86C}" srcOrd="4" destOrd="0" presId="urn:microsoft.com/office/officeart/2005/8/layout/hierarchy3"/>
    <dgm:cxn modelId="{08EB0C97-8892-40D3-9931-06B8C685CFA1}" type="presParOf" srcId="{D1B67CD6-905C-40FE-9756-04126A03FB69}" destId="{2903BCD6-CC99-4B9F-8CF9-8EEA97CD46D9}" srcOrd="5" destOrd="0" presId="urn:microsoft.com/office/officeart/2005/8/layout/hierarchy3"/>
    <dgm:cxn modelId="{D5E7BE57-DF2F-4D30-8A8B-222722DC6AD8}" type="presParOf" srcId="{D25E9746-C958-4B69-AE52-37D04289F19E}" destId="{21F61761-DF8F-4D08-B0A0-2473BB6D4B68}" srcOrd="6" destOrd="0" presId="urn:microsoft.com/office/officeart/2005/8/layout/hierarchy3"/>
    <dgm:cxn modelId="{B6B37CC9-BC0E-4391-9A9D-E599A4D29BD5}" type="presParOf" srcId="{21F61761-DF8F-4D08-B0A0-2473BB6D4B68}" destId="{E6814B5F-E06B-416B-8066-B31668E39400}" srcOrd="0" destOrd="0" presId="urn:microsoft.com/office/officeart/2005/8/layout/hierarchy3"/>
    <dgm:cxn modelId="{BFCFD000-B0CF-4D85-A058-4112194B4EB0}" type="presParOf" srcId="{E6814B5F-E06B-416B-8066-B31668E39400}" destId="{AF49E18B-ECBE-4E7E-89C9-B27BE54E7505}" srcOrd="0" destOrd="0" presId="urn:microsoft.com/office/officeart/2005/8/layout/hierarchy3"/>
    <dgm:cxn modelId="{4CE96F81-0816-4211-880D-B68A32E0368E}" type="presParOf" srcId="{E6814B5F-E06B-416B-8066-B31668E39400}" destId="{87B4D054-F79F-49EE-84BE-0390AF1E20B9}" srcOrd="1" destOrd="0" presId="urn:microsoft.com/office/officeart/2005/8/layout/hierarchy3"/>
    <dgm:cxn modelId="{DD1216F3-CA1E-4F73-8567-11B9E129B0D5}" type="presParOf" srcId="{21F61761-DF8F-4D08-B0A0-2473BB6D4B68}" destId="{48C7F994-A582-4B93-90FE-51DB51333433}" srcOrd="1" destOrd="0" presId="urn:microsoft.com/office/officeart/2005/8/layout/hierarchy3"/>
    <dgm:cxn modelId="{11CEFB45-E796-4AD9-A193-CEFD27C17AC5}" type="presParOf" srcId="{48C7F994-A582-4B93-90FE-51DB51333433}" destId="{B2377462-8B0E-497C-957B-F55DA9A52A60}" srcOrd="0" destOrd="0" presId="urn:microsoft.com/office/officeart/2005/8/layout/hierarchy3"/>
    <dgm:cxn modelId="{AC210FD0-9AEF-447B-A512-F9F2D3274498}" type="presParOf" srcId="{48C7F994-A582-4B93-90FE-51DB51333433}" destId="{AFD6CB70-BC04-4D45-BA80-259263C63675}" srcOrd="1" destOrd="0" presId="urn:microsoft.com/office/officeart/2005/8/layout/hierarchy3"/>
    <dgm:cxn modelId="{398C141F-B5E1-42A5-B7FD-78A6CBBF70A8}" type="presParOf" srcId="{48C7F994-A582-4B93-90FE-51DB51333433}" destId="{A09FC447-4711-4EC2-846B-7EDC5615F96E}" srcOrd="2" destOrd="0" presId="urn:microsoft.com/office/officeart/2005/8/layout/hierarchy3"/>
    <dgm:cxn modelId="{A5DBC57C-4434-4F46-98BF-B87729AED41F}" type="presParOf" srcId="{48C7F994-A582-4B93-90FE-51DB51333433}" destId="{7C329E89-CA27-4ED2-8BD9-0C8E5950FF11}" srcOrd="3" destOrd="0" presId="urn:microsoft.com/office/officeart/2005/8/layout/hierarchy3"/>
    <dgm:cxn modelId="{D992A8FB-F997-4545-A896-C04537DAA5F0}" type="presParOf" srcId="{48C7F994-A582-4B93-90FE-51DB51333433}" destId="{F9302E4A-F9F6-4AD4-A269-5D17DF951915}" srcOrd="4" destOrd="0" presId="urn:microsoft.com/office/officeart/2005/8/layout/hierarchy3"/>
    <dgm:cxn modelId="{6FB9E7B0-027D-4D28-AF8D-685A91E0A60B}" type="presParOf" srcId="{48C7F994-A582-4B93-90FE-51DB51333433}" destId="{65764825-F3BE-4251-A3AE-9295FE6322B8}" srcOrd="5" destOrd="0" presId="urn:microsoft.com/office/officeart/2005/8/layout/hierarchy3"/>
    <dgm:cxn modelId="{D321B6E7-78BC-426D-9900-A8431BCD3920}" type="presParOf" srcId="{D25E9746-C958-4B69-AE52-37D04289F19E}" destId="{71EE8117-B802-4226-8E13-B88442632FE4}" srcOrd="7" destOrd="0" presId="urn:microsoft.com/office/officeart/2005/8/layout/hierarchy3"/>
    <dgm:cxn modelId="{67757526-6729-48EA-ADC7-AFCE77593B1D}" type="presParOf" srcId="{71EE8117-B802-4226-8E13-B88442632FE4}" destId="{6DA2B52C-91AC-4C83-AAB7-1CE3525CE33C}" srcOrd="0" destOrd="0" presId="urn:microsoft.com/office/officeart/2005/8/layout/hierarchy3"/>
    <dgm:cxn modelId="{5DCA7ABB-C741-4EA2-8E6D-BEEB5E2CE960}" type="presParOf" srcId="{6DA2B52C-91AC-4C83-AAB7-1CE3525CE33C}" destId="{C276D345-BCCD-4BC7-AE70-A86E55E10507}" srcOrd="0" destOrd="0" presId="urn:microsoft.com/office/officeart/2005/8/layout/hierarchy3"/>
    <dgm:cxn modelId="{702A28DD-AB68-42F0-84CA-4C3B1DBFBC68}" type="presParOf" srcId="{6DA2B52C-91AC-4C83-AAB7-1CE3525CE33C}" destId="{D9193C21-1149-453E-BBB8-B431269A0E5F}" srcOrd="1" destOrd="0" presId="urn:microsoft.com/office/officeart/2005/8/layout/hierarchy3"/>
    <dgm:cxn modelId="{8B04C0AF-8C3C-4DD2-BA9F-CE23D31BCB15}" type="presParOf" srcId="{71EE8117-B802-4226-8E13-B88442632FE4}" destId="{29238F09-70C1-489B-A132-B0647026AE59}" srcOrd="1" destOrd="0" presId="urn:microsoft.com/office/officeart/2005/8/layout/hierarchy3"/>
    <dgm:cxn modelId="{5823C516-1EEA-498C-80B0-430BCBE50198}" type="presParOf" srcId="{29238F09-70C1-489B-A132-B0647026AE59}" destId="{90A961E1-2901-434F-B8E2-C1F9E4861DF7}" srcOrd="0" destOrd="0" presId="urn:microsoft.com/office/officeart/2005/8/layout/hierarchy3"/>
    <dgm:cxn modelId="{E88E9B45-4BB9-438F-9F01-ADBC4DE9B023}" type="presParOf" srcId="{29238F09-70C1-489B-A132-B0647026AE59}" destId="{2F1E8A25-4152-4CAE-8B50-DD2F876D64EC}" srcOrd="1" destOrd="0" presId="urn:microsoft.com/office/officeart/2005/8/layout/hierarchy3"/>
    <dgm:cxn modelId="{1A9B5885-A922-456A-8B63-2F8157E25561}" type="presParOf" srcId="{29238F09-70C1-489B-A132-B0647026AE59}" destId="{8AD071C4-1C2D-454D-BE13-9A32C1EACCB4}" srcOrd="2" destOrd="0" presId="urn:microsoft.com/office/officeart/2005/8/layout/hierarchy3"/>
    <dgm:cxn modelId="{5911DDFB-DA0B-4A72-9B9F-1B193D73FFBC}" type="presParOf" srcId="{29238F09-70C1-489B-A132-B0647026AE59}" destId="{DFF5CDE2-0A30-4EFA-B609-23D4F91CB76B}" srcOrd="3" destOrd="0" presId="urn:microsoft.com/office/officeart/2005/8/layout/hierarchy3"/>
    <dgm:cxn modelId="{4EE89BDB-16BA-4194-B6A4-B3244B7B0AAF}" type="presParOf" srcId="{29238F09-70C1-489B-A132-B0647026AE59}" destId="{93B7F047-0ADA-4F17-BF64-D3F73FCA1B28}" srcOrd="4" destOrd="0" presId="urn:microsoft.com/office/officeart/2005/8/layout/hierarchy3"/>
    <dgm:cxn modelId="{2BBD8916-E498-4030-B269-892DFA6164DA}" type="presParOf" srcId="{29238F09-70C1-489B-A132-B0647026AE59}" destId="{435F06EE-AE77-42C2-A39E-3D71BB70D89D}" srcOrd="5" destOrd="0" presId="urn:microsoft.com/office/officeart/2005/8/layout/hierarchy3"/>
    <dgm:cxn modelId="{ED432B48-63D9-4B43-BE06-AB21A00EDB3B}" type="presParOf" srcId="{29238F09-70C1-489B-A132-B0647026AE59}" destId="{B310442D-91FB-469B-B3EC-94AD0DC3DCB0}" srcOrd="6" destOrd="0" presId="urn:microsoft.com/office/officeart/2005/8/layout/hierarchy3"/>
    <dgm:cxn modelId="{CDD783DC-F3C3-4921-9E6C-02F2B4B87E2C}" type="presParOf" srcId="{29238F09-70C1-489B-A132-B0647026AE59}" destId="{3FF50FC5-9B5A-46D2-804E-A1CCF4499E51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E71B73-2EBE-464C-9CA6-F720DE5ADA5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7EA1DB-57F3-48F8-B5C8-CD6827AAC2DE}">
      <dgm:prSet/>
      <dgm:spPr/>
      <dgm:t>
        <a:bodyPr/>
        <a:lstStyle/>
        <a:p>
          <a:pPr>
            <a:buNone/>
          </a:pPr>
          <a:r>
            <a:rPr lang="en-IN" b="1" i="0" u="none"/>
            <a:t>Foundation Layer: Governance &amp; Culture</a:t>
          </a:r>
          <a:endParaRPr lang="en-IN" b="0" i="0" u="none"/>
        </a:p>
      </dgm:t>
    </dgm:pt>
    <dgm:pt modelId="{7556D484-E98E-495E-AA80-B4BFF350E924}" type="parTrans" cxnId="{C52B9E9F-08C3-4DD2-BA08-8EAF453748EF}">
      <dgm:prSet/>
      <dgm:spPr/>
      <dgm:t>
        <a:bodyPr/>
        <a:lstStyle/>
        <a:p>
          <a:endParaRPr lang="en-IN"/>
        </a:p>
      </dgm:t>
    </dgm:pt>
    <dgm:pt modelId="{B6D0B87D-9216-4B35-B720-6A4169713A6B}" type="sibTrans" cxnId="{C52B9E9F-08C3-4DD2-BA08-8EAF453748EF}">
      <dgm:prSet/>
      <dgm:spPr/>
      <dgm:t>
        <a:bodyPr/>
        <a:lstStyle/>
        <a:p>
          <a:endParaRPr lang="en-IN"/>
        </a:p>
      </dgm:t>
    </dgm:pt>
    <dgm:pt modelId="{411B70D7-D798-4118-96FC-769DCA4BD99E}">
      <dgm:prSet/>
      <dgm:spPr/>
      <dgm:t>
        <a:bodyPr/>
        <a:lstStyle/>
        <a:p>
          <a:pPr>
            <a:buNone/>
          </a:pPr>
          <a:r>
            <a:rPr lang="en-IN" b="0" i="0" u="none" dirty="0"/>
            <a:t>Leadership routines</a:t>
          </a:r>
        </a:p>
      </dgm:t>
    </dgm:pt>
    <dgm:pt modelId="{7783AB6E-8A46-44F7-844C-298748648C8C}" type="parTrans" cxnId="{2727A6AE-7738-4418-A9EF-6CF8A0B0AFFA}">
      <dgm:prSet/>
      <dgm:spPr/>
      <dgm:t>
        <a:bodyPr/>
        <a:lstStyle/>
        <a:p>
          <a:endParaRPr lang="en-IN"/>
        </a:p>
      </dgm:t>
    </dgm:pt>
    <dgm:pt modelId="{AC45FBF0-0F8D-4CBD-8B15-65C4FACA3DC7}" type="sibTrans" cxnId="{2727A6AE-7738-4418-A9EF-6CF8A0B0AFFA}">
      <dgm:prSet/>
      <dgm:spPr/>
      <dgm:t>
        <a:bodyPr/>
        <a:lstStyle/>
        <a:p>
          <a:endParaRPr lang="en-IN"/>
        </a:p>
      </dgm:t>
    </dgm:pt>
    <dgm:pt modelId="{B0CB09B8-4A6B-4521-9F36-212812244EF1}">
      <dgm:prSet/>
      <dgm:spPr/>
      <dgm:t>
        <a:bodyPr/>
        <a:lstStyle/>
        <a:p>
          <a:pPr>
            <a:buNone/>
          </a:pPr>
          <a:r>
            <a:rPr lang="en-IN" b="0" i="0" u="none" dirty="0"/>
            <a:t>Daily performance management</a:t>
          </a:r>
        </a:p>
      </dgm:t>
    </dgm:pt>
    <dgm:pt modelId="{F38793F6-36A6-48AB-9E4F-3F1CC631B135}" type="parTrans" cxnId="{DCB5EE0F-DC95-48A3-81C6-7A48461C5887}">
      <dgm:prSet/>
      <dgm:spPr/>
      <dgm:t>
        <a:bodyPr/>
        <a:lstStyle/>
        <a:p>
          <a:endParaRPr lang="en-IN"/>
        </a:p>
      </dgm:t>
    </dgm:pt>
    <dgm:pt modelId="{03866BE5-2915-4940-BA48-F30277580319}" type="sibTrans" cxnId="{DCB5EE0F-DC95-48A3-81C6-7A48461C5887}">
      <dgm:prSet/>
      <dgm:spPr/>
      <dgm:t>
        <a:bodyPr/>
        <a:lstStyle/>
        <a:p>
          <a:endParaRPr lang="en-IN"/>
        </a:p>
      </dgm:t>
    </dgm:pt>
    <dgm:pt modelId="{FABCCF07-4A9E-4A3A-A707-7EFEC69A65B9}">
      <dgm:prSet/>
      <dgm:spPr/>
      <dgm:t>
        <a:bodyPr/>
        <a:lstStyle/>
        <a:p>
          <a:pPr>
            <a:buNone/>
          </a:pPr>
          <a:r>
            <a:rPr lang="en-IN" b="0" i="0" u="none" dirty="0"/>
            <a:t>Problem-solving culture</a:t>
          </a:r>
        </a:p>
      </dgm:t>
    </dgm:pt>
    <dgm:pt modelId="{62733F3E-D732-446C-B3C9-FA2940763C9D}" type="parTrans" cxnId="{1EE96F38-13A6-4762-BA8F-47681C6B055C}">
      <dgm:prSet/>
      <dgm:spPr/>
      <dgm:t>
        <a:bodyPr/>
        <a:lstStyle/>
        <a:p>
          <a:endParaRPr lang="en-IN"/>
        </a:p>
      </dgm:t>
    </dgm:pt>
    <dgm:pt modelId="{C94AD84A-8BE6-41E3-9CED-EC5C1804968E}" type="sibTrans" cxnId="{1EE96F38-13A6-4762-BA8F-47681C6B055C}">
      <dgm:prSet/>
      <dgm:spPr/>
      <dgm:t>
        <a:bodyPr/>
        <a:lstStyle/>
        <a:p>
          <a:endParaRPr lang="en-IN"/>
        </a:p>
      </dgm:t>
    </dgm:pt>
    <dgm:pt modelId="{28B90FF5-3162-464B-BDB5-B12A51915E56}">
      <dgm:prSet/>
      <dgm:spPr/>
      <dgm:t>
        <a:bodyPr/>
        <a:lstStyle/>
        <a:p>
          <a:pPr>
            <a:buNone/>
          </a:pPr>
          <a:r>
            <a:rPr lang="en-IN" b="0" i="0" u="none" dirty="0"/>
            <a:t>Standard operating procedures</a:t>
          </a:r>
        </a:p>
      </dgm:t>
    </dgm:pt>
    <dgm:pt modelId="{D117962B-6711-492B-A0A5-E7153585B55B}" type="parTrans" cxnId="{8F3D2D66-3EE5-402B-B78B-F18B6816FFA2}">
      <dgm:prSet/>
      <dgm:spPr/>
      <dgm:t>
        <a:bodyPr/>
        <a:lstStyle/>
        <a:p>
          <a:endParaRPr lang="en-IN"/>
        </a:p>
      </dgm:t>
    </dgm:pt>
    <dgm:pt modelId="{23742C7E-F9F9-4852-9357-357BADBFFA58}" type="sibTrans" cxnId="{8F3D2D66-3EE5-402B-B78B-F18B6816FFA2}">
      <dgm:prSet/>
      <dgm:spPr/>
      <dgm:t>
        <a:bodyPr/>
        <a:lstStyle/>
        <a:p>
          <a:endParaRPr lang="en-IN"/>
        </a:p>
      </dgm:t>
    </dgm:pt>
    <dgm:pt modelId="{57D7048E-4F0E-4674-BBA9-2FFF53539ECE}">
      <dgm:prSet/>
      <dgm:spPr/>
      <dgm:t>
        <a:bodyPr/>
        <a:lstStyle/>
        <a:p>
          <a:pPr>
            <a:buNone/>
          </a:pPr>
          <a:r>
            <a:rPr lang="en-IN" b="1" i="0" u="none"/>
            <a:t>Layer 1: Stabilisation</a:t>
          </a:r>
          <a:endParaRPr lang="en-IN" b="0" i="0" u="none"/>
        </a:p>
      </dgm:t>
    </dgm:pt>
    <dgm:pt modelId="{9C373244-6F7D-463C-8600-59B700C11431}" type="parTrans" cxnId="{C87B477B-5D06-4616-8E07-4928C84CA3D3}">
      <dgm:prSet/>
      <dgm:spPr/>
      <dgm:t>
        <a:bodyPr/>
        <a:lstStyle/>
        <a:p>
          <a:endParaRPr lang="en-IN"/>
        </a:p>
      </dgm:t>
    </dgm:pt>
    <dgm:pt modelId="{0816A893-739C-4F65-8F0E-A6A03AFA41C1}" type="sibTrans" cxnId="{C87B477B-5D06-4616-8E07-4928C84CA3D3}">
      <dgm:prSet/>
      <dgm:spPr/>
      <dgm:t>
        <a:bodyPr/>
        <a:lstStyle/>
        <a:p>
          <a:endParaRPr lang="en-IN"/>
        </a:p>
      </dgm:t>
    </dgm:pt>
    <dgm:pt modelId="{A2CB6595-01C4-4A97-91AE-9C5C8B638A45}">
      <dgm:prSet/>
      <dgm:spPr/>
      <dgm:t>
        <a:bodyPr/>
        <a:lstStyle/>
        <a:p>
          <a:pPr>
            <a:buNone/>
          </a:pPr>
          <a:r>
            <a:rPr lang="en-IN" b="0" i="0" u="none" dirty="0"/>
            <a:t>Safety standards</a:t>
          </a:r>
        </a:p>
      </dgm:t>
    </dgm:pt>
    <dgm:pt modelId="{84F8A3FD-96D2-4535-BEB4-C57B3E637820}" type="parTrans" cxnId="{2AFBD278-8311-484C-972E-EC91C6BF7EBB}">
      <dgm:prSet/>
      <dgm:spPr/>
      <dgm:t>
        <a:bodyPr/>
        <a:lstStyle/>
        <a:p>
          <a:endParaRPr lang="en-IN"/>
        </a:p>
      </dgm:t>
    </dgm:pt>
    <dgm:pt modelId="{734AD3A6-88E6-432B-8704-527F32AD5925}" type="sibTrans" cxnId="{2AFBD278-8311-484C-972E-EC91C6BF7EBB}">
      <dgm:prSet/>
      <dgm:spPr/>
      <dgm:t>
        <a:bodyPr/>
        <a:lstStyle/>
        <a:p>
          <a:endParaRPr lang="en-IN"/>
        </a:p>
      </dgm:t>
    </dgm:pt>
    <dgm:pt modelId="{1D4E6BB5-A809-46C6-B3CB-632A3166705E}">
      <dgm:prSet/>
      <dgm:spPr/>
      <dgm:t>
        <a:bodyPr/>
        <a:lstStyle/>
        <a:p>
          <a:pPr>
            <a:buNone/>
          </a:pPr>
          <a:r>
            <a:rPr lang="en-IN" b="0" i="0" u="none" dirty="0"/>
            <a:t>Quality systems (CAPA, deviations, HACCP)</a:t>
          </a:r>
        </a:p>
      </dgm:t>
    </dgm:pt>
    <dgm:pt modelId="{2D092B4B-320C-43DA-9CCD-6C26986AFAC4}" type="parTrans" cxnId="{92E40C00-C017-4307-BD00-7F5D3668AD80}">
      <dgm:prSet/>
      <dgm:spPr/>
      <dgm:t>
        <a:bodyPr/>
        <a:lstStyle/>
        <a:p>
          <a:endParaRPr lang="en-IN"/>
        </a:p>
      </dgm:t>
    </dgm:pt>
    <dgm:pt modelId="{FC67CEB2-A9CD-4C17-B77C-CDD346F3F77C}" type="sibTrans" cxnId="{92E40C00-C017-4307-BD00-7F5D3668AD80}">
      <dgm:prSet/>
      <dgm:spPr/>
      <dgm:t>
        <a:bodyPr/>
        <a:lstStyle/>
        <a:p>
          <a:endParaRPr lang="en-IN"/>
        </a:p>
      </dgm:t>
    </dgm:pt>
    <dgm:pt modelId="{BEF353BE-3103-4250-A832-A74622CF9456}">
      <dgm:prSet/>
      <dgm:spPr/>
      <dgm:t>
        <a:bodyPr/>
        <a:lstStyle/>
        <a:p>
          <a:pPr>
            <a:buNone/>
          </a:pPr>
          <a:r>
            <a:rPr lang="en-IN" b="0" i="0" u="none" dirty="0"/>
            <a:t>Visual management</a:t>
          </a:r>
        </a:p>
      </dgm:t>
    </dgm:pt>
    <dgm:pt modelId="{3BED7E95-ECFB-46AC-9275-4E9B4DF814DF}" type="parTrans" cxnId="{9A3DAA83-747A-4E81-B315-43EB6C44F90F}">
      <dgm:prSet/>
      <dgm:spPr/>
      <dgm:t>
        <a:bodyPr/>
        <a:lstStyle/>
        <a:p>
          <a:endParaRPr lang="en-IN"/>
        </a:p>
      </dgm:t>
    </dgm:pt>
    <dgm:pt modelId="{03E779E4-F05A-4776-980D-023DD0B826EA}" type="sibTrans" cxnId="{9A3DAA83-747A-4E81-B315-43EB6C44F90F}">
      <dgm:prSet/>
      <dgm:spPr/>
      <dgm:t>
        <a:bodyPr/>
        <a:lstStyle/>
        <a:p>
          <a:endParaRPr lang="en-IN"/>
        </a:p>
      </dgm:t>
    </dgm:pt>
    <dgm:pt modelId="{8AF14A22-7E51-4C09-965E-5313EA0832FF}">
      <dgm:prSet/>
      <dgm:spPr/>
      <dgm:t>
        <a:bodyPr/>
        <a:lstStyle/>
        <a:p>
          <a:pPr>
            <a:buNone/>
          </a:pPr>
          <a:r>
            <a:rPr lang="en-IN" b="0" i="0" u="none"/>
            <a:t>Standard work</a:t>
          </a:r>
          <a:endParaRPr lang="en-IN" b="0" i="0" u="none" dirty="0"/>
        </a:p>
      </dgm:t>
    </dgm:pt>
    <dgm:pt modelId="{FEFA605D-2204-44A8-8587-E8030FEE17AB}" type="parTrans" cxnId="{B62CBD40-AC29-4717-B132-8DA603232ED1}">
      <dgm:prSet/>
      <dgm:spPr/>
      <dgm:t>
        <a:bodyPr/>
        <a:lstStyle/>
        <a:p>
          <a:endParaRPr lang="en-IN"/>
        </a:p>
      </dgm:t>
    </dgm:pt>
    <dgm:pt modelId="{65217424-3F39-4EC9-B036-F787CEF7EF57}" type="sibTrans" cxnId="{B62CBD40-AC29-4717-B132-8DA603232ED1}">
      <dgm:prSet/>
      <dgm:spPr/>
      <dgm:t>
        <a:bodyPr/>
        <a:lstStyle/>
        <a:p>
          <a:endParaRPr lang="en-IN"/>
        </a:p>
      </dgm:t>
    </dgm:pt>
    <dgm:pt modelId="{B6981094-71EB-424B-8083-5CD4F4C169A8}">
      <dgm:prSet/>
      <dgm:spPr/>
      <dgm:t>
        <a:bodyPr/>
        <a:lstStyle/>
        <a:p>
          <a:pPr>
            <a:buNone/>
          </a:pPr>
          <a:r>
            <a:rPr lang="en-IN" b="1" i="0" u="none" dirty="0"/>
            <a:t>Layer 2: Loss Elimination</a:t>
          </a:r>
          <a:endParaRPr lang="en-IN" b="0" i="0" u="none" dirty="0"/>
        </a:p>
      </dgm:t>
    </dgm:pt>
    <dgm:pt modelId="{E0961483-F176-4F3D-8705-B1BE2EF580FD}" type="parTrans" cxnId="{CE603BA6-53F8-4F42-B4E0-5916E86CD0AE}">
      <dgm:prSet/>
      <dgm:spPr/>
      <dgm:t>
        <a:bodyPr/>
        <a:lstStyle/>
        <a:p>
          <a:endParaRPr lang="en-IN"/>
        </a:p>
      </dgm:t>
    </dgm:pt>
    <dgm:pt modelId="{5DC4AEB7-7292-4447-BC00-1F3C682D830C}" type="sibTrans" cxnId="{CE603BA6-53F8-4F42-B4E0-5916E86CD0AE}">
      <dgm:prSet/>
      <dgm:spPr/>
      <dgm:t>
        <a:bodyPr/>
        <a:lstStyle/>
        <a:p>
          <a:endParaRPr lang="en-IN"/>
        </a:p>
      </dgm:t>
    </dgm:pt>
    <dgm:pt modelId="{7976AD64-BA06-450A-951C-A1F467A05EB8}">
      <dgm:prSet/>
      <dgm:spPr/>
      <dgm:t>
        <a:bodyPr/>
        <a:lstStyle/>
        <a:p>
          <a:pPr>
            <a:buNone/>
          </a:pPr>
          <a:r>
            <a:rPr lang="en-IN" b="0" i="0" u="none" dirty="0"/>
            <a:t>Lean (waste elimination)</a:t>
          </a:r>
        </a:p>
      </dgm:t>
    </dgm:pt>
    <dgm:pt modelId="{8557AB94-F318-478D-A9CE-57F7066A31CF}" type="parTrans" cxnId="{4BDEBC0D-BB64-4D4D-8814-8C00D07D0E97}">
      <dgm:prSet/>
      <dgm:spPr/>
      <dgm:t>
        <a:bodyPr/>
        <a:lstStyle/>
        <a:p>
          <a:endParaRPr lang="en-IN"/>
        </a:p>
      </dgm:t>
    </dgm:pt>
    <dgm:pt modelId="{797CD878-82D3-4384-97AA-8E34924C36BA}" type="sibTrans" cxnId="{4BDEBC0D-BB64-4D4D-8814-8C00D07D0E97}">
      <dgm:prSet/>
      <dgm:spPr/>
      <dgm:t>
        <a:bodyPr/>
        <a:lstStyle/>
        <a:p>
          <a:endParaRPr lang="en-IN"/>
        </a:p>
      </dgm:t>
    </dgm:pt>
    <dgm:pt modelId="{C19C6BC5-8C7F-4E1C-B850-561598D0846B}">
      <dgm:prSet/>
      <dgm:spPr/>
      <dgm:t>
        <a:bodyPr/>
        <a:lstStyle/>
        <a:p>
          <a:pPr>
            <a:buNone/>
          </a:pPr>
          <a:r>
            <a:rPr lang="en-IN" b="0" i="0" u="none"/>
            <a:t>Kaizen</a:t>
          </a:r>
        </a:p>
      </dgm:t>
    </dgm:pt>
    <dgm:pt modelId="{3BAA4F29-3410-4854-ADD0-A7504C36C33D}" type="parTrans" cxnId="{0640607B-26FC-4D55-B948-D774CE0AEA2B}">
      <dgm:prSet/>
      <dgm:spPr/>
      <dgm:t>
        <a:bodyPr/>
        <a:lstStyle/>
        <a:p>
          <a:endParaRPr lang="en-IN"/>
        </a:p>
      </dgm:t>
    </dgm:pt>
    <dgm:pt modelId="{C09CAC19-6786-48CE-88AE-F285A5CA9082}" type="sibTrans" cxnId="{0640607B-26FC-4D55-B948-D774CE0AEA2B}">
      <dgm:prSet/>
      <dgm:spPr/>
      <dgm:t>
        <a:bodyPr/>
        <a:lstStyle/>
        <a:p>
          <a:endParaRPr lang="en-IN"/>
        </a:p>
      </dgm:t>
    </dgm:pt>
    <dgm:pt modelId="{F2E7BA9D-0718-4033-BA8E-69F5E6BE436D}">
      <dgm:prSet/>
      <dgm:spPr/>
      <dgm:t>
        <a:bodyPr/>
        <a:lstStyle/>
        <a:p>
          <a:pPr>
            <a:buNone/>
          </a:pPr>
          <a:r>
            <a:rPr lang="en-IN" b="0" i="0" u="none" dirty="0"/>
            <a:t>Six Sigma</a:t>
          </a:r>
        </a:p>
      </dgm:t>
    </dgm:pt>
    <dgm:pt modelId="{38BBF9E5-DE8F-4B30-AA4F-3A03C5E1F46D}" type="parTrans" cxnId="{C229A119-8709-4443-B401-05C768D6F93B}">
      <dgm:prSet/>
      <dgm:spPr/>
      <dgm:t>
        <a:bodyPr/>
        <a:lstStyle/>
        <a:p>
          <a:endParaRPr lang="en-IN"/>
        </a:p>
      </dgm:t>
    </dgm:pt>
    <dgm:pt modelId="{EBE7A191-DF4A-429D-BAEE-988182B87435}" type="sibTrans" cxnId="{C229A119-8709-4443-B401-05C768D6F93B}">
      <dgm:prSet/>
      <dgm:spPr/>
      <dgm:t>
        <a:bodyPr/>
        <a:lstStyle/>
        <a:p>
          <a:endParaRPr lang="en-IN"/>
        </a:p>
      </dgm:t>
    </dgm:pt>
    <dgm:pt modelId="{F5AD14B9-A5FF-4A71-B777-D9049B059328}">
      <dgm:prSet/>
      <dgm:spPr/>
      <dgm:t>
        <a:bodyPr/>
        <a:lstStyle/>
        <a:p>
          <a:pPr>
            <a:buNone/>
          </a:pPr>
          <a:r>
            <a:rPr lang="en-IN" b="0" i="0" u="none"/>
            <a:t>Cost deployment</a:t>
          </a:r>
          <a:endParaRPr lang="en-IN" b="0" i="0" u="none" dirty="0"/>
        </a:p>
      </dgm:t>
    </dgm:pt>
    <dgm:pt modelId="{46E29396-42DC-4492-95A5-78F22A4D8798}" type="parTrans" cxnId="{87F2C3EE-E6A7-4F6C-97CB-616505ECC812}">
      <dgm:prSet/>
      <dgm:spPr/>
      <dgm:t>
        <a:bodyPr/>
        <a:lstStyle/>
        <a:p>
          <a:endParaRPr lang="en-IN"/>
        </a:p>
      </dgm:t>
    </dgm:pt>
    <dgm:pt modelId="{38014106-A17B-4A70-B0A2-38AA570EF62A}" type="sibTrans" cxnId="{87F2C3EE-E6A7-4F6C-97CB-616505ECC812}">
      <dgm:prSet/>
      <dgm:spPr/>
      <dgm:t>
        <a:bodyPr/>
        <a:lstStyle/>
        <a:p>
          <a:endParaRPr lang="en-IN"/>
        </a:p>
      </dgm:t>
    </dgm:pt>
    <dgm:pt modelId="{614BE138-3628-4FED-ADE4-0F5F2711475B}">
      <dgm:prSet/>
      <dgm:spPr/>
      <dgm:t>
        <a:bodyPr/>
        <a:lstStyle/>
        <a:p>
          <a:pPr>
            <a:buNone/>
          </a:pPr>
          <a:r>
            <a:rPr lang="en-IN" b="1" i="0" u="none"/>
            <a:t>Layer 3: Flow &amp; Reliability</a:t>
          </a:r>
          <a:endParaRPr lang="en-IN" b="0" i="0" u="none"/>
        </a:p>
      </dgm:t>
    </dgm:pt>
    <dgm:pt modelId="{92F414D1-9F6C-4D7B-A5E6-3A886CE5E657}" type="parTrans" cxnId="{6996DD69-984B-470D-8FA3-33813BED8FF8}">
      <dgm:prSet/>
      <dgm:spPr/>
      <dgm:t>
        <a:bodyPr/>
        <a:lstStyle/>
        <a:p>
          <a:endParaRPr lang="en-IN"/>
        </a:p>
      </dgm:t>
    </dgm:pt>
    <dgm:pt modelId="{34409970-FE0A-4F30-9859-32CF0F1377FA}" type="sibTrans" cxnId="{6996DD69-984B-470D-8FA3-33813BED8FF8}">
      <dgm:prSet/>
      <dgm:spPr/>
      <dgm:t>
        <a:bodyPr/>
        <a:lstStyle/>
        <a:p>
          <a:endParaRPr lang="en-IN"/>
        </a:p>
      </dgm:t>
    </dgm:pt>
    <dgm:pt modelId="{2DB64041-DB16-4DD4-8F7D-5D127C3FE2A4}">
      <dgm:prSet/>
      <dgm:spPr/>
      <dgm:t>
        <a:bodyPr/>
        <a:lstStyle/>
        <a:p>
          <a:pPr>
            <a:buNone/>
          </a:pPr>
          <a:r>
            <a:rPr lang="en-IN" b="0" i="0" u="none" dirty="0"/>
            <a:t>Using TPM + Lean:</a:t>
          </a:r>
        </a:p>
      </dgm:t>
    </dgm:pt>
    <dgm:pt modelId="{6ABF6826-AB1B-4283-A66C-6D184C10B1E5}" type="parTrans" cxnId="{E86E9897-A93F-4097-97FD-200262DB1F6F}">
      <dgm:prSet/>
      <dgm:spPr/>
      <dgm:t>
        <a:bodyPr/>
        <a:lstStyle/>
        <a:p>
          <a:endParaRPr lang="en-IN"/>
        </a:p>
      </dgm:t>
    </dgm:pt>
    <dgm:pt modelId="{04C00F55-FECD-4BE0-917B-37B18B153324}" type="sibTrans" cxnId="{E86E9897-A93F-4097-97FD-200262DB1F6F}">
      <dgm:prSet/>
      <dgm:spPr/>
      <dgm:t>
        <a:bodyPr/>
        <a:lstStyle/>
        <a:p>
          <a:endParaRPr lang="en-IN"/>
        </a:p>
      </dgm:t>
    </dgm:pt>
    <dgm:pt modelId="{2977E996-D5DB-43E5-949A-4DB2899FF189}">
      <dgm:prSet/>
      <dgm:spPr/>
      <dgm:t>
        <a:bodyPr/>
        <a:lstStyle/>
        <a:p>
          <a:pPr>
            <a:buNone/>
          </a:pPr>
          <a:r>
            <a:rPr lang="en-IN" b="0" i="0" u="none" dirty="0"/>
            <a:t>Autonomous maintenance</a:t>
          </a:r>
        </a:p>
      </dgm:t>
    </dgm:pt>
    <dgm:pt modelId="{76D09238-E9CB-4D66-96AF-DF67B849461E}" type="parTrans" cxnId="{2D11EBAF-CB9E-4FC9-AE2E-0A4A113D30A2}">
      <dgm:prSet/>
      <dgm:spPr/>
      <dgm:t>
        <a:bodyPr/>
        <a:lstStyle/>
        <a:p>
          <a:endParaRPr lang="en-IN"/>
        </a:p>
      </dgm:t>
    </dgm:pt>
    <dgm:pt modelId="{F15E0873-6D31-4FA6-A3B4-A43AA7FCFE7A}" type="sibTrans" cxnId="{2D11EBAF-CB9E-4FC9-AE2E-0A4A113D30A2}">
      <dgm:prSet/>
      <dgm:spPr/>
      <dgm:t>
        <a:bodyPr/>
        <a:lstStyle/>
        <a:p>
          <a:endParaRPr lang="en-IN"/>
        </a:p>
      </dgm:t>
    </dgm:pt>
    <dgm:pt modelId="{C7DA0EBE-AFC2-4763-825B-BB7433A733B9}">
      <dgm:prSet/>
      <dgm:spPr/>
      <dgm:t>
        <a:bodyPr/>
        <a:lstStyle/>
        <a:p>
          <a:pPr>
            <a:buNone/>
          </a:pPr>
          <a:r>
            <a:rPr lang="en-IN" b="0" i="0" u="none" dirty="0"/>
            <a:t>Changeover reduction</a:t>
          </a:r>
        </a:p>
      </dgm:t>
    </dgm:pt>
    <dgm:pt modelId="{2F8C45B1-5D61-4F5F-A20C-38B2FC1B367F}" type="parTrans" cxnId="{B45A5A32-63EA-408F-B66D-8A17EF440451}">
      <dgm:prSet/>
      <dgm:spPr/>
      <dgm:t>
        <a:bodyPr/>
        <a:lstStyle/>
        <a:p>
          <a:endParaRPr lang="en-IN"/>
        </a:p>
      </dgm:t>
    </dgm:pt>
    <dgm:pt modelId="{E02DA29C-6793-4661-A38A-9A8ED0B51FAF}" type="sibTrans" cxnId="{B45A5A32-63EA-408F-B66D-8A17EF440451}">
      <dgm:prSet/>
      <dgm:spPr/>
      <dgm:t>
        <a:bodyPr/>
        <a:lstStyle/>
        <a:p>
          <a:endParaRPr lang="en-IN"/>
        </a:p>
      </dgm:t>
    </dgm:pt>
    <dgm:pt modelId="{65E6309E-1B10-4FF8-80CE-75A24F0C40B9}">
      <dgm:prSet/>
      <dgm:spPr/>
      <dgm:t>
        <a:bodyPr/>
        <a:lstStyle/>
        <a:p>
          <a:pPr>
            <a:buNone/>
          </a:pPr>
          <a:r>
            <a:rPr lang="en-IN" b="0" i="0" u="none"/>
            <a:t>SMED</a:t>
          </a:r>
        </a:p>
      </dgm:t>
    </dgm:pt>
    <dgm:pt modelId="{7D0255DA-D868-4833-A989-78791EC008EA}" type="parTrans" cxnId="{610760E0-1230-44CA-AED1-578AA377E87B}">
      <dgm:prSet/>
      <dgm:spPr/>
      <dgm:t>
        <a:bodyPr/>
        <a:lstStyle/>
        <a:p>
          <a:endParaRPr lang="en-IN"/>
        </a:p>
      </dgm:t>
    </dgm:pt>
    <dgm:pt modelId="{DFC0D60B-FF51-4A32-BBC5-E595A5EF5A4F}" type="sibTrans" cxnId="{610760E0-1230-44CA-AED1-578AA377E87B}">
      <dgm:prSet/>
      <dgm:spPr/>
      <dgm:t>
        <a:bodyPr/>
        <a:lstStyle/>
        <a:p>
          <a:endParaRPr lang="en-IN"/>
        </a:p>
      </dgm:t>
    </dgm:pt>
    <dgm:pt modelId="{07F303E8-F5E9-4265-81CB-18B081C2F092}">
      <dgm:prSet/>
      <dgm:spPr/>
      <dgm:t>
        <a:bodyPr/>
        <a:lstStyle/>
        <a:p>
          <a:pPr>
            <a:buNone/>
          </a:pPr>
          <a:r>
            <a:rPr lang="en-IN" b="0" i="0" u="none" dirty="0"/>
            <a:t>Production planning</a:t>
          </a:r>
        </a:p>
      </dgm:t>
    </dgm:pt>
    <dgm:pt modelId="{0527392F-31B8-41CE-B553-E0251A7CA1F7}" type="parTrans" cxnId="{6683F9DA-623E-4CB5-A227-57FD6CAE7E87}">
      <dgm:prSet/>
      <dgm:spPr/>
      <dgm:t>
        <a:bodyPr/>
        <a:lstStyle/>
        <a:p>
          <a:endParaRPr lang="en-IN"/>
        </a:p>
      </dgm:t>
    </dgm:pt>
    <dgm:pt modelId="{E3BA93D6-991F-4F8B-A347-D3333B632D39}" type="sibTrans" cxnId="{6683F9DA-623E-4CB5-A227-57FD6CAE7E87}">
      <dgm:prSet/>
      <dgm:spPr/>
      <dgm:t>
        <a:bodyPr/>
        <a:lstStyle/>
        <a:p>
          <a:endParaRPr lang="en-IN"/>
        </a:p>
      </dgm:t>
    </dgm:pt>
    <dgm:pt modelId="{A273ABC0-A9F3-4A3B-8F35-62EE41583DA6}">
      <dgm:prSet/>
      <dgm:spPr/>
      <dgm:t>
        <a:bodyPr/>
        <a:lstStyle/>
        <a:p>
          <a:pPr>
            <a:buNone/>
          </a:pPr>
          <a:r>
            <a:rPr lang="en-IN" b="0" i="0" u="none" dirty="0"/>
            <a:t>OEE improvement</a:t>
          </a:r>
        </a:p>
      </dgm:t>
    </dgm:pt>
    <dgm:pt modelId="{10D23E4E-2025-4FF7-949D-F31C4FE48F5D}" type="parTrans" cxnId="{D7E0C65D-7AF1-470B-A045-137537341901}">
      <dgm:prSet/>
      <dgm:spPr/>
      <dgm:t>
        <a:bodyPr/>
        <a:lstStyle/>
        <a:p>
          <a:endParaRPr lang="en-IN"/>
        </a:p>
      </dgm:t>
    </dgm:pt>
    <dgm:pt modelId="{B5BA4609-D77C-4E19-9E01-F7DB5257CB90}" type="sibTrans" cxnId="{D7E0C65D-7AF1-470B-A045-137537341901}">
      <dgm:prSet/>
      <dgm:spPr/>
      <dgm:t>
        <a:bodyPr/>
        <a:lstStyle/>
        <a:p>
          <a:endParaRPr lang="en-IN"/>
        </a:p>
      </dgm:t>
    </dgm:pt>
    <dgm:pt modelId="{A7B875EF-F039-49DB-AE09-B68E76A7F277}">
      <dgm:prSet/>
      <dgm:spPr/>
      <dgm:t>
        <a:bodyPr/>
        <a:lstStyle/>
        <a:p>
          <a:pPr>
            <a:buNone/>
          </a:pPr>
          <a:r>
            <a:rPr lang="en-IN" b="1" i="0" u="none"/>
            <a:t>Layer 4: End-to-End Integration</a:t>
          </a:r>
          <a:endParaRPr lang="en-IN" b="0" i="0" u="none"/>
        </a:p>
      </dgm:t>
    </dgm:pt>
    <dgm:pt modelId="{CA92378B-3FF5-479B-9170-8CB895EE56B9}" type="parTrans" cxnId="{A65E468D-CFE2-47D7-9419-FF61CF61F1F8}">
      <dgm:prSet/>
      <dgm:spPr/>
      <dgm:t>
        <a:bodyPr/>
        <a:lstStyle/>
        <a:p>
          <a:endParaRPr lang="en-IN"/>
        </a:p>
      </dgm:t>
    </dgm:pt>
    <dgm:pt modelId="{CB5D3C1A-BBAC-49B0-BDF6-F55C6A106C85}" type="sibTrans" cxnId="{A65E468D-CFE2-47D7-9419-FF61CF61F1F8}">
      <dgm:prSet/>
      <dgm:spPr/>
      <dgm:t>
        <a:bodyPr/>
        <a:lstStyle/>
        <a:p>
          <a:endParaRPr lang="en-IN"/>
        </a:p>
      </dgm:t>
    </dgm:pt>
    <dgm:pt modelId="{D5705A6C-1D4B-4BFB-A8F4-EAA64A63F0E3}">
      <dgm:prSet/>
      <dgm:spPr/>
      <dgm:t>
        <a:bodyPr/>
        <a:lstStyle/>
        <a:p>
          <a:pPr>
            <a:buNone/>
          </a:pPr>
          <a:r>
            <a:rPr lang="en-IN" b="0" i="0" u="none" dirty="0"/>
            <a:t>Using IBP + BPM:</a:t>
          </a:r>
        </a:p>
      </dgm:t>
    </dgm:pt>
    <dgm:pt modelId="{FD592FBF-EBE2-466D-A737-8F2603C5DF23}" type="parTrans" cxnId="{BF4F09E3-BAD3-4EAC-88A1-4ADD7A085C08}">
      <dgm:prSet/>
      <dgm:spPr/>
      <dgm:t>
        <a:bodyPr/>
        <a:lstStyle/>
        <a:p>
          <a:endParaRPr lang="en-IN"/>
        </a:p>
      </dgm:t>
    </dgm:pt>
    <dgm:pt modelId="{C9148827-C778-42BB-B35D-E02090F44B6A}" type="sibTrans" cxnId="{BF4F09E3-BAD3-4EAC-88A1-4ADD7A085C08}">
      <dgm:prSet/>
      <dgm:spPr/>
      <dgm:t>
        <a:bodyPr/>
        <a:lstStyle/>
        <a:p>
          <a:endParaRPr lang="en-IN"/>
        </a:p>
      </dgm:t>
    </dgm:pt>
    <dgm:pt modelId="{95414FE8-E067-4767-9121-97624647FF38}">
      <dgm:prSet/>
      <dgm:spPr/>
      <dgm:t>
        <a:bodyPr/>
        <a:lstStyle/>
        <a:p>
          <a:pPr>
            <a:buNone/>
          </a:pPr>
          <a:r>
            <a:rPr lang="en-IN" b="0" i="0" u="none" dirty="0"/>
            <a:t>Demand–Supply alignment</a:t>
          </a:r>
        </a:p>
      </dgm:t>
    </dgm:pt>
    <dgm:pt modelId="{589B77BD-3F0E-42C0-8C9A-E93B887F24C1}" type="parTrans" cxnId="{3646F045-6228-4ACE-ADA1-BBC3B88784DE}">
      <dgm:prSet/>
      <dgm:spPr/>
      <dgm:t>
        <a:bodyPr/>
        <a:lstStyle/>
        <a:p>
          <a:endParaRPr lang="en-IN"/>
        </a:p>
      </dgm:t>
    </dgm:pt>
    <dgm:pt modelId="{74741CE4-F532-48D9-BF13-B125AAF25943}" type="sibTrans" cxnId="{3646F045-6228-4ACE-ADA1-BBC3B88784DE}">
      <dgm:prSet/>
      <dgm:spPr/>
      <dgm:t>
        <a:bodyPr/>
        <a:lstStyle/>
        <a:p>
          <a:endParaRPr lang="en-IN"/>
        </a:p>
      </dgm:t>
    </dgm:pt>
    <dgm:pt modelId="{302C2E7A-9501-4A9D-8F71-5013E7AECE8F}">
      <dgm:prSet/>
      <dgm:spPr/>
      <dgm:t>
        <a:bodyPr/>
        <a:lstStyle/>
        <a:p>
          <a:pPr>
            <a:buNone/>
          </a:pPr>
          <a:r>
            <a:rPr lang="en-IN" b="0" i="0" u="none"/>
            <a:t>Digital workflows</a:t>
          </a:r>
        </a:p>
      </dgm:t>
    </dgm:pt>
    <dgm:pt modelId="{D9FD5EAA-5913-4688-9A87-125C3AB7A3C2}" type="parTrans" cxnId="{365DB394-44FD-4E78-B8C5-C6BE8CC51B48}">
      <dgm:prSet/>
      <dgm:spPr/>
      <dgm:t>
        <a:bodyPr/>
        <a:lstStyle/>
        <a:p>
          <a:endParaRPr lang="en-IN"/>
        </a:p>
      </dgm:t>
    </dgm:pt>
    <dgm:pt modelId="{D6EDE9F3-A89B-4D05-A809-40CE8E321808}" type="sibTrans" cxnId="{365DB394-44FD-4E78-B8C5-C6BE8CC51B48}">
      <dgm:prSet/>
      <dgm:spPr/>
      <dgm:t>
        <a:bodyPr/>
        <a:lstStyle/>
        <a:p>
          <a:endParaRPr lang="en-IN"/>
        </a:p>
      </dgm:t>
    </dgm:pt>
    <dgm:pt modelId="{C21BB33F-DB0F-4E2F-81E6-56902233BF6A}">
      <dgm:prSet/>
      <dgm:spPr/>
      <dgm:t>
        <a:bodyPr/>
        <a:lstStyle/>
        <a:p>
          <a:pPr>
            <a:buNone/>
          </a:pPr>
          <a:r>
            <a:rPr lang="en-IN" b="0" i="0" u="none" dirty="0"/>
            <a:t>Analytics &amp; dashboards</a:t>
          </a:r>
        </a:p>
      </dgm:t>
    </dgm:pt>
    <dgm:pt modelId="{C3ABF67C-D811-4EA3-95D2-2EDD03F7656F}" type="parTrans" cxnId="{A192656A-ECA0-4FC6-A3B2-167721DBC70F}">
      <dgm:prSet/>
      <dgm:spPr/>
      <dgm:t>
        <a:bodyPr/>
        <a:lstStyle/>
        <a:p>
          <a:endParaRPr lang="en-IN"/>
        </a:p>
      </dgm:t>
    </dgm:pt>
    <dgm:pt modelId="{DCA5F69A-80B3-48CE-8190-B63DD1A09405}" type="sibTrans" cxnId="{A192656A-ECA0-4FC6-A3B2-167721DBC70F}">
      <dgm:prSet/>
      <dgm:spPr/>
      <dgm:t>
        <a:bodyPr/>
        <a:lstStyle/>
        <a:p>
          <a:endParaRPr lang="en-IN"/>
        </a:p>
      </dgm:t>
    </dgm:pt>
    <dgm:pt modelId="{0285E794-C34E-47AF-8E23-61862515E6E7}">
      <dgm:prSet/>
      <dgm:spPr/>
      <dgm:t>
        <a:bodyPr/>
        <a:lstStyle/>
        <a:p>
          <a:pPr>
            <a:buNone/>
          </a:pPr>
          <a:r>
            <a:rPr lang="en-IN" b="0" i="0" u="none" dirty="0"/>
            <a:t>Service </a:t>
          </a:r>
          <a:r>
            <a:rPr lang="en-IN" b="0" i="0" u="none"/>
            <a:t>level improvement</a:t>
          </a:r>
          <a:endParaRPr lang="en-IN" b="0" i="0" u="none" dirty="0"/>
        </a:p>
      </dgm:t>
    </dgm:pt>
    <dgm:pt modelId="{A2383FF4-C694-449F-ABC7-C501E5173790}" type="parTrans" cxnId="{D30A976A-9112-41BF-8EB5-0F683B9D7341}">
      <dgm:prSet/>
      <dgm:spPr/>
      <dgm:t>
        <a:bodyPr/>
        <a:lstStyle/>
        <a:p>
          <a:endParaRPr lang="en-IN"/>
        </a:p>
      </dgm:t>
    </dgm:pt>
    <dgm:pt modelId="{387B15AB-25AA-4062-8F60-FF7C1596DB03}" type="sibTrans" cxnId="{D30A976A-9112-41BF-8EB5-0F683B9D7341}">
      <dgm:prSet/>
      <dgm:spPr/>
      <dgm:t>
        <a:bodyPr/>
        <a:lstStyle/>
        <a:p>
          <a:endParaRPr lang="en-IN"/>
        </a:p>
      </dgm:t>
    </dgm:pt>
    <dgm:pt modelId="{81125C62-2055-40F7-A372-50C32398F395}">
      <dgm:prSet/>
      <dgm:spPr/>
      <dgm:t>
        <a:bodyPr/>
        <a:lstStyle/>
        <a:p>
          <a:pPr>
            <a:buNone/>
          </a:pPr>
          <a:r>
            <a:rPr lang="en-IN" b="1" i="0" u="none"/>
            <a:t>Layer 5: Continuous Improvement &amp; Innovation</a:t>
          </a:r>
          <a:endParaRPr lang="en-IN" b="0" i="0" u="none"/>
        </a:p>
      </dgm:t>
    </dgm:pt>
    <dgm:pt modelId="{1BAD0E06-FE24-40EF-BAD5-C780C2ACF8EC}" type="parTrans" cxnId="{24EB80FB-94C9-4D2C-98AB-F0EBAF0C623B}">
      <dgm:prSet/>
      <dgm:spPr/>
      <dgm:t>
        <a:bodyPr/>
        <a:lstStyle/>
        <a:p>
          <a:endParaRPr lang="en-IN"/>
        </a:p>
      </dgm:t>
    </dgm:pt>
    <dgm:pt modelId="{7459D45A-3AB1-40EE-8365-DD52EFEEDFD6}" type="sibTrans" cxnId="{24EB80FB-94C9-4D2C-98AB-F0EBAF0C623B}">
      <dgm:prSet/>
      <dgm:spPr/>
      <dgm:t>
        <a:bodyPr/>
        <a:lstStyle/>
        <a:p>
          <a:endParaRPr lang="en-IN"/>
        </a:p>
      </dgm:t>
    </dgm:pt>
    <dgm:pt modelId="{F95A1508-49A4-421F-A20F-7D3C104A1BF6}">
      <dgm:prSet/>
      <dgm:spPr/>
      <dgm:t>
        <a:bodyPr/>
        <a:lstStyle/>
        <a:p>
          <a:pPr>
            <a:buNone/>
          </a:pPr>
          <a:r>
            <a:rPr lang="en-IN" b="0" i="0" u="none" dirty="0"/>
            <a:t>Idea systems</a:t>
          </a:r>
        </a:p>
      </dgm:t>
    </dgm:pt>
    <dgm:pt modelId="{51110C84-89E0-444E-8E5E-1F2BB908B8E8}" type="parTrans" cxnId="{599E40E2-F190-4A8E-A818-6D00ECF5870C}">
      <dgm:prSet/>
      <dgm:spPr/>
      <dgm:t>
        <a:bodyPr/>
        <a:lstStyle/>
        <a:p>
          <a:endParaRPr lang="en-IN"/>
        </a:p>
      </dgm:t>
    </dgm:pt>
    <dgm:pt modelId="{2A5615B7-DEC9-423B-A4CF-56CFA1E867CA}" type="sibTrans" cxnId="{599E40E2-F190-4A8E-A818-6D00ECF5870C}">
      <dgm:prSet/>
      <dgm:spPr/>
      <dgm:t>
        <a:bodyPr/>
        <a:lstStyle/>
        <a:p>
          <a:endParaRPr lang="en-IN"/>
        </a:p>
      </dgm:t>
    </dgm:pt>
    <dgm:pt modelId="{B3D153BD-57B0-4C97-BE77-A464107AA435}">
      <dgm:prSet/>
      <dgm:spPr/>
      <dgm:t>
        <a:bodyPr/>
        <a:lstStyle/>
        <a:p>
          <a:pPr>
            <a:buNone/>
          </a:pPr>
          <a:r>
            <a:rPr lang="en-IN" b="0" i="0" u="none" dirty="0"/>
            <a:t>Digital tools</a:t>
          </a:r>
        </a:p>
      </dgm:t>
    </dgm:pt>
    <dgm:pt modelId="{5885044E-9E3C-4734-A94D-D11F2F74EF0E}" type="parTrans" cxnId="{2AB5279A-146A-4801-83D9-28CFBE6ADE0F}">
      <dgm:prSet/>
      <dgm:spPr/>
      <dgm:t>
        <a:bodyPr/>
        <a:lstStyle/>
        <a:p>
          <a:endParaRPr lang="en-IN"/>
        </a:p>
      </dgm:t>
    </dgm:pt>
    <dgm:pt modelId="{ADC4C69F-FDEA-412B-A2EF-073F8DEC2CA9}" type="sibTrans" cxnId="{2AB5279A-146A-4801-83D9-28CFBE6ADE0F}">
      <dgm:prSet/>
      <dgm:spPr/>
      <dgm:t>
        <a:bodyPr/>
        <a:lstStyle/>
        <a:p>
          <a:endParaRPr lang="en-IN"/>
        </a:p>
      </dgm:t>
    </dgm:pt>
    <dgm:pt modelId="{908866BD-C738-4F3C-84E4-F74492A65D71}">
      <dgm:prSet/>
      <dgm:spPr/>
      <dgm:t>
        <a:bodyPr/>
        <a:lstStyle/>
        <a:p>
          <a:pPr>
            <a:buNone/>
          </a:pPr>
          <a:r>
            <a:rPr lang="en-IN" b="0" i="0" u="none"/>
            <a:t>Automation</a:t>
          </a:r>
        </a:p>
      </dgm:t>
    </dgm:pt>
    <dgm:pt modelId="{E39B3DC6-1057-4CDD-AF55-F95F9212835E}" type="parTrans" cxnId="{E998C0E3-DD16-41BE-8F69-822A8B719715}">
      <dgm:prSet/>
      <dgm:spPr/>
      <dgm:t>
        <a:bodyPr/>
        <a:lstStyle/>
        <a:p>
          <a:endParaRPr lang="en-IN"/>
        </a:p>
      </dgm:t>
    </dgm:pt>
    <dgm:pt modelId="{587CC901-48C6-458F-882E-939CC5CD55DC}" type="sibTrans" cxnId="{E998C0E3-DD16-41BE-8F69-822A8B719715}">
      <dgm:prSet/>
      <dgm:spPr/>
      <dgm:t>
        <a:bodyPr/>
        <a:lstStyle/>
        <a:p>
          <a:endParaRPr lang="en-IN"/>
        </a:p>
      </dgm:t>
    </dgm:pt>
    <dgm:pt modelId="{5A82AFD5-3B24-4806-8084-35D252154E47}">
      <dgm:prSet/>
      <dgm:spPr/>
      <dgm:t>
        <a:bodyPr/>
        <a:lstStyle/>
        <a:p>
          <a:pPr>
            <a:buNone/>
          </a:pPr>
          <a:r>
            <a:rPr lang="en-IN" b="0" i="0" u="none" dirty="0"/>
            <a:t>AI-based predictive systems</a:t>
          </a:r>
        </a:p>
      </dgm:t>
    </dgm:pt>
    <dgm:pt modelId="{502FE3BB-E774-4EF0-B75A-DE55FC10A59D}" type="parTrans" cxnId="{C3C6C994-D57E-4CA9-BD2A-1F2CB7850F4A}">
      <dgm:prSet/>
      <dgm:spPr/>
      <dgm:t>
        <a:bodyPr/>
        <a:lstStyle/>
        <a:p>
          <a:endParaRPr lang="en-IN"/>
        </a:p>
      </dgm:t>
    </dgm:pt>
    <dgm:pt modelId="{E5AAFADF-97ED-4298-BC3D-5A3EDCE58289}" type="sibTrans" cxnId="{C3C6C994-D57E-4CA9-BD2A-1F2CB7850F4A}">
      <dgm:prSet/>
      <dgm:spPr/>
      <dgm:t>
        <a:bodyPr/>
        <a:lstStyle/>
        <a:p>
          <a:endParaRPr lang="en-IN"/>
        </a:p>
      </dgm:t>
    </dgm:pt>
    <dgm:pt modelId="{613CE63F-FC8C-486B-9204-FE9707F31802}" type="pres">
      <dgm:prSet presAssocID="{10E71B73-2EBE-464C-9CA6-F720DE5ADA57}" presName="CompostProcess" presStyleCnt="0">
        <dgm:presLayoutVars>
          <dgm:dir/>
          <dgm:resizeHandles val="exact"/>
        </dgm:presLayoutVars>
      </dgm:prSet>
      <dgm:spPr/>
    </dgm:pt>
    <dgm:pt modelId="{DBF3F7C0-1FFC-4FC2-ACCF-CCA17DCE8DAE}" type="pres">
      <dgm:prSet presAssocID="{10E71B73-2EBE-464C-9CA6-F720DE5ADA57}" presName="arrow" presStyleLbl="bgShp" presStyleIdx="0" presStyleCnt="1"/>
      <dgm:spPr/>
    </dgm:pt>
    <dgm:pt modelId="{78505AAA-3422-49F3-9DD2-ED2CEA33F162}" type="pres">
      <dgm:prSet presAssocID="{10E71B73-2EBE-464C-9CA6-F720DE5ADA57}" presName="linearProcess" presStyleCnt="0"/>
      <dgm:spPr/>
    </dgm:pt>
    <dgm:pt modelId="{A1755825-8AED-4448-950E-17D628FBCFB6}" type="pres">
      <dgm:prSet presAssocID="{6E7EA1DB-57F3-48F8-B5C8-CD6827AAC2DE}" presName="textNode" presStyleLbl="node1" presStyleIdx="0" presStyleCnt="6">
        <dgm:presLayoutVars>
          <dgm:bulletEnabled val="1"/>
        </dgm:presLayoutVars>
      </dgm:prSet>
      <dgm:spPr/>
    </dgm:pt>
    <dgm:pt modelId="{AD609317-52A3-4157-BEFA-8576F0DC06D8}" type="pres">
      <dgm:prSet presAssocID="{B6D0B87D-9216-4B35-B720-6A4169713A6B}" presName="sibTrans" presStyleCnt="0"/>
      <dgm:spPr/>
    </dgm:pt>
    <dgm:pt modelId="{A06F8BD3-425A-4796-B4A5-0300457B033A}" type="pres">
      <dgm:prSet presAssocID="{57D7048E-4F0E-4674-BBA9-2FFF53539ECE}" presName="textNode" presStyleLbl="node1" presStyleIdx="1" presStyleCnt="6">
        <dgm:presLayoutVars>
          <dgm:bulletEnabled val="1"/>
        </dgm:presLayoutVars>
      </dgm:prSet>
      <dgm:spPr/>
    </dgm:pt>
    <dgm:pt modelId="{C6875DB9-D553-46FD-BD48-AB9F2B60E3A3}" type="pres">
      <dgm:prSet presAssocID="{0816A893-739C-4F65-8F0E-A6A03AFA41C1}" presName="sibTrans" presStyleCnt="0"/>
      <dgm:spPr/>
    </dgm:pt>
    <dgm:pt modelId="{1332D203-F900-4375-B43E-01BDFD5DDD9F}" type="pres">
      <dgm:prSet presAssocID="{B6981094-71EB-424B-8083-5CD4F4C169A8}" presName="textNode" presStyleLbl="node1" presStyleIdx="2" presStyleCnt="6">
        <dgm:presLayoutVars>
          <dgm:bulletEnabled val="1"/>
        </dgm:presLayoutVars>
      </dgm:prSet>
      <dgm:spPr/>
    </dgm:pt>
    <dgm:pt modelId="{A1EE6751-33D7-4383-9917-ECF4A3E25061}" type="pres">
      <dgm:prSet presAssocID="{5DC4AEB7-7292-4447-BC00-1F3C682D830C}" presName="sibTrans" presStyleCnt="0"/>
      <dgm:spPr/>
    </dgm:pt>
    <dgm:pt modelId="{B4A89886-6880-4AD0-A16B-5B05016C8731}" type="pres">
      <dgm:prSet presAssocID="{614BE138-3628-4FED-ADE4-0F5F2711475B}" presName="textNode" presStyleLbl="node1" presStyleIdx="3" presStyleCnt="6">
        <dgm:presLayoutVars>
          <dgm:bulletEnabled val="1"/>
        </dgm:presLayoutVars>
      </dgm:prSet>
      <dgm:spPr/>
    </dgm:pt>
    <dgm:pt modelId="{F120B29D-8FC9-4C1E-9802-455F9E3CC399}" type="pres">
      <dgm:prSet presAssocID="{34409970-FE0A-4F30-9859-32CF0F1377FA}" presName="sibTrans" presStyleCnt="0"/>
      <dgm:spPr/>
    </dgm:pt>
    <dgm:pt modelId="{50BE8386-20F7-42D1-84B7-8A3E18BA4F07}" type="pres">
      <dgm:prSet presAssocID="{A7B875EF-F039-49DB-AE09-B68E76A7F277}" presName="textNode" presStyleLbl="node1" presStyleIdx="4" presStyleCnt="6">
        <dgm:presLayoutVars>
          <dgm:bulletEnabled val="1"/>
        </dgm:presLayoutVars>
      </dgm:prSet>
      <dgm:spPr/>
    </dgm:pt>
    <dgm:pt modelId="{70D36551-D27B-4F87-9F2B-7D3CA3BCB44B}" type="pres">
      <dgm:prSet presAssocID="{CB5D3C1A-BBAC-49B0-BDF6-F55C6A106C85}" presName="sibTrans" presStyleCnt="0"/>
      <dgm:spPr/>
    </dgm:pt>
    <dgm:pt modelId="{35502A30-B49D-4B11-B371-BFECBA61CA88}" type="pres">
      <dgm:prSet presAssocID="{81125C62-2055-40F7-A372-50C32398F395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92E40C00-C017-4307-BD00-7F5D3668AD80}" srcId="{57D7048E-4F0E-4674-BBA9-2FFF53539ECE}" destId="{1D4E6BB5-A809-46C6-B3CB-632A3166705E}" srcOrd="1" destOrd="0" parTransId="{2D092B4B-320C-43DA-9CCD-6C26986AFAC4}" sibTransId="{FC67CEB2-A9CD-4C17-B77C-CDD346F3F77C}"/>
    <dgm:cxn modelId="{2B855507-D0DE-4A51-9A08-69A200452AF9}" type="presOf" srcId="{C7DA0EBE-AFC2-4763-825B-BB7433A733B9}" destId="{B4A89886-6880-4AD0-A16B-5B05016C8731}" srcOrd="0" destOrd="3" presId="urn:microsoft.com/office/officeart/2005/8/layout/hProcess9"/>
    <dgm:cxn modelId="{C6585807-B220-420C-BC48-74F26948BD5B}" type="presOf" srcId="{2DB64041-DB16-4DD4-8F7D-5D127C3FE2A4}" destId="{B4A89886-6880-4AD0-A16B-5B05016C8731}" srcOrd="0" destOrd="1" presId="urn:microsoft.com/office/officeart/2005/8/layout/hProcess9"/>
    <dgm:cxn modelId="{4BDEBC0D-BB64-4D4D-8814-8C00D07D0E97}" srcId="{B6981094-71EB-424B-8083-5CD4F4C169A8}" destId="{7976AD64-BA06-450A-951C-A1F467A05EB8}" srcOrd="0" destOrd="0" parTransId="{8557AB94-F318-478D-A9CE-57F7066A31CF}" sibTransId="{797CD878-82D3-4384-97AA-8E34924C36BA}"/>
    <dgm:cxn modelId="{DCB5EE0F-DC95-48A3-81C6-7A48461C5887}" srcId="{6E7EA1DB-57F3-48F8-B5C8-CD6827AAC2DE}" destId="{B0CB09B8-4A6B-4521-9F36-212812244EF1}" srcOrd="1" destOrd="0" parTransId="{F38793F6-36A6-48AB-9E4F-3F1CC631B135}" sibTransId="{03866BE5-2915-4940-BA48-F30277580319}"/>
    <dgm:cxn modelId="{9E461112-C6EE-4118-826A-260033DA17A3}" type="presOf" srcId="{5A82AFD5-3B24-4806-8084-35D252154E47}" destId="{35502A30-B49D-4B11-B371-BFECBA61CA88}" srcOrd="0" destOrd="4" presId="urn:microsoft.com/office/officeart/2005/8/layout/hProcess9"/>
    <dgm:cxn modelId="{B1B8C713-F021-4080-BB87-287E4EF0DFCA}" type="presOf" srcId="{0285E794-C34E-47AF-8E23-61862515E6E7}" destId="{50BE8386-20F7-42D1-84B7-8A3E18BA4F07}" srcOrd="0" destOrd="5" presId="urn:microsoft.com/office/officeart/2005/8/layout/hProcess9"/>
    <dgm:cxn modelId="{69392916-38C9-4E3C-96D1-3805EB093ED4}" type="presOf" srcId="{C21BB33F-DB0F-4E2F-81E6-56902233BF6A}" destId="{50BE8386-20F7-42D1-84B7-8A3E18BA4F07}" srcOrd="0" destOrd="4" presId="urn:microsoft.com/office/officeart/2005/8/layout/hProcess9"/>
    <dgm:cxn modelId="{C229A119-8709-4443-B401-05C768D6F93B}" srcId="{B6981094-71EB-424B-8083-5CD4F4C169A8}" destId="{F2E7BA9D-0718-4033-BA8E-69F5E6BE436D}" srcOrd="2" destOrd="0" parTransId="{38BBF9E5-DE8F-4B30-AA4F-3A03C5E1F46D}" sibTransId="{EBE7A191-DF4A-429D-BAEE-988182B87435}"/>
    <dgm:cxn modelId="{6A04692B-B611-4245-8EA4-5994A57420E9}" type="presOf" srcId="{57D7048E-4F0E-4674-BBA9-2FFF53539ECE}" destId="{A06F8BD3-425A-4796-B4A5-0300457B033A}" srcOrd="0" destOrd="0" presId="urn:microsoft.com/office/officeart/2005/8/layout/hProcess9"/>
    <dgm:cxn modelId="{8179872F-2543-41C2-A516-EF9EA605C323}" type="presOf" srcId="{28B90FF5-3162-464B-BDB5-B12A51915E56}" destId="{A1755825-8AED-4448-950E-17D628FBCFB6}" srcOrd="0" destOrd="4" presId="urn:microsoft.com/office/officeart/2005/8/layout/hProcess9"/>
    <dgm:cxn modelId="{949AFC31-013D-45C8-80C7-5A523BDE659A}" type="presOf" srcId="{7976AD64-BA06-450A-951C-A1F467A05EB8}" destId="{1332D203-F900-4375-B43E-01BDFD5DDD9F}" srcOrd="0" destOrd="1" presId="urn:microsoft.com/office/officeart/2005/8/layout/hProcess9"/>
    <dgm:cxn modelId="{B45A5A32-63EA-408F-B66D-8A17EF440451}" srcId="{614BE138-3628-4FED-ADE4-0F5F2711475B}" destId="{C7DA0EBE-AFC2-4763-825B-BB7433A733B9}" srcOrd="2" destOrd="0" parTransId="{2F8C45B1-5D61-4F5F-A20C-38B2FC1B367F}" sibTransId="{E02DA29C-6793-4661-A38A-9A8ED0B51FAF}"/>
    <dgm:cxn modelId="{81433C35-F8BC-437A-804F-B23BE4B3981B}" type="presOf" srcId="{614BE138-3628-4FED-ADE4-0F5F2711475B}" destId="{B4A89886-6880-4AD0-A16B-5B05016C8731}" srcOrd="0" destOrd="0" presId="urn:microsoft.com/office/officeart/2005/8/layout/hProcess9"/>
    <dgm:cxn modelId="{1EE96F38-13A6-4762-BA8F-47681C6B055C}" srcId="{6E7EA1DB-57F3-48F8-B5C8-CD6827AAC2DE}" destId="{FABCCF07-4A9E-4A3A-A707-7EFEC69A65B9}" srcOrd="2" destOrd="0" parTransId="{62733F3E-D732-446C-B3C9-FA2940763C9D}" sibTransId="{C94AD84A-8BE6-41E3-9CED-EC5C1804968E}"/>
    <dgm:cxn modelId="{D863A23A-7D2C-43B8-B439-2C9BEBCD7AC8}" type="presOf" srcId="{411B70D7-D798-4118-96FC-769DCA4BD99E}" destId="{A1755825-8AED-4448-950E-17D628FBCFB6}" srcOrd="0" destOrd="1" presId="urn:microsoft.com/office/officeart/2005/8/layout/hProcess9"/>
    <dgm:cxn modelId="{B62CBD40-AC29-4717-B132-8DA603232ED1}" srcId="{57D7048E-4F0E-4674-BBA9-2FFF53539ECE}" destId="{8AF14A22-7E51-4C09-965E-5313EA0832FF}" srcOrd="3" destOrd="0" parTransId="{FEFA605D-2204-44A8-8587-E8030FEE17AB}" sibTransId="{65217424-3F39-4EC9-B036-F787CEF7EF57}"/>
    <dgm:cxn modelId="{D7E0C65D-7AF1-470B-A045-137537341901}" srcId="{614BE138-3628-4FED-ADE4-0F5F2711475B}" destId="{A273ABC0-A9F3-4A3B-8F35-62EE41583DA6}" srcOrd="5" destOrd="0" parTransId="{10D23E4E-2025-4FF7-949D-F31C4FE48F5D}" sibTransId="{B5BA4609-D77C-4E19-9E01-F7DB5257CB90}"/>
    <dgm:cxn modelId="{8C51B660-F28E-428F-B2E5-43AEA02AB7FD}" type="presOf" srcId="{95414FE8-E067-4767-9121-97624647FF38}" destId="{50BE8386-20F7-42D1-84B7-8A3E18BA4F07}" srcOrd="0" destOrd="2" presId="urn:microsoft.com/office/officeart/2005/8/layout/hProcess9"/>
    <dgm:cxn modelId="{CEBA2B63-AC19-4918-87A8-D9A94093F24E}" type="presOf" srcId="{F95A1508-49A4-421F-A20F-7D3C104A1BF6}" destId="{35502A30-B49D-4B11-B371-BFECBA61CA88}" srcOrd="0" destOrd="1" presId="urn:microsoft.com/office/officeart/2005/8/layout/hProcess9"/>
    <dgm:cxn modelId="{B762F363-12F9-436D-8BE0-6DD7FD59ECCE}" type="presOf" srcId="{07F303E8-F5E9-4265-81CB-18B081C2F092}" destId="{B4A89886-6880-4AD0-A16B-5B05016C8731}" srcOrd="0" destOrd="5" presId="urn:microsoft.com/office/officeart/2005/8/layout/hProcess9"/>
    <dgm:cxn modelId="{BC0CA845-9A1D-4EE9-B8F5-7A394837E1D8}" type="presOf" srcId="{FABCCF07-4A9E-4A3A-A707-7EFEC69A65B9}" destId="{A1755825-8AED-4448-950E-17D628FBCFB6}" srcOrd="0" destOrd="3" presId="urn:microsoft.com/office/officeart/2005/8/layout/hProcess9"/>
    <dgm:cxn modelId="{3646F045-6228-4ACE-ADA1-BBC3B88784DE}" srcId="{A7B875EF-F039-49DB-AE09-B68E76A7F277}" destId="{95414FE8-E067-4767-9121-97624647FF38}" srcOrd="1" destOrd="0" parTransId="{589B77BD-3F0E-42C0-8C9A-E93B887F24C1}" sibTransId="{74741CE4-F532-48D9-BF13-B125AAF25943}"/>
    <dgm:cxn modelId="{8F3D2D66-3EE5-402B-B78B-F18B6816FFA2}" srcId="{6E7EA1DB-57F3-48F8-B5C8-CD6827AAC2DE}" destId="{28B90FF5-3162-464B-BDB5-B12A51915E56}" srcOrd="3" destOrd="0" parTransId="{D117962B-6711-492B-A0A5-E7153585B55B}" sibTransId="{23742C7E-F9F9-4852-9357-357BADBFFA58}"/>
    <dgm:cxn modelId="{6996DD69-984B-470D-8FA3-33813BED8FF8}" srcId="{10E71B73-2EBE-464C-9CA6-F720DE5ADA57}" destId="{614BE138-3628-4FED-ADE4-0F5F2711475B}" srcOrd="3" destOrd="0" parTransId="{92F414D1-9F6C-4D7B-A5E6-3A886CE5E657}" sibTransId="{34409970-FE0A-4F30-9859-32CF0F1377FA}"/>
    <dgm:cxn modelId="{7AB4E649-FE23-499E-AF5B-EBDC21FD7F59}" type="presOf" srcId="{10E71B73-2EBE-464C-9CA6-F720DE5ADA57}" destId="{613CE63F-FC8C-486B-9204-FE9707F31802}" srcOrd="0" destOrd="0" presId="urn:microsoft.com/office/officeart/2005/8/layout/hProcess9"/>
    <dgm:cxn modelId="{A192656A-ECA0-4FC6-A3B2-167721DBC70F}" srcId="{A7B875EF-F039-49DB-AE09-B68E76A7F277}" destId="{C21BB33F-DB0F-4E2F-81E6-56902233BF6A}" srcOrd="3" destOrd="0" parTransId="{C3ABF67C-D811-4EA3-95D2-2EDD03F7656F}" sibTransId="{DCA5F69A-80B3-48CE-8190-B63DD1A09405}"/>
    <dgm:cxn modelId="{D30A976A-9112-41BF-8EB5-0F683B9D7341}" srcId="{A7B875EF-F039-49DB-AE09-B68E76A7F277}" destId="{0285E794-C34E-47AF-8E23-61862515E6E7}" srcOrd="4" destOrd="0" parTransId="{A2383FF4-C694-449F-ABC7-C501E5173790}" sibTransId="{387B15AB-25AA-4062-8F60-FF7C1596DB03}"/>
    <dgm:cxn modelId="{A4FECF4A-96FC-40BB-A647-D11B38F4AF3A}" type="presOf" srcId="{B6981094-71EB-424B-8083-5CD4F4C169A8}" destId="{1332D203-F900-4375-B43E-01BDFD5DDD9F}" srcOrd="0" destOrd="0" presId="urn:microsoft.com/office/officeart/2005/8/layout/hProcess9"/>
    <dgm:cxn modelId="{7C3B244C-28EC-4398-BBB8-A9D65632016D}" type="presOf" srcId="{2977E996-D5DB-43E5-949A-4DB2899FF189}" destId="{B4A89886-6880-4AD0-A16B-5B05016C8731}" srcOrd="0" destOrd="2" presId="urn:microsoft.com/office/officeart/2005/8/layout/hProcess9"/>
    <dgm:cxn modelId="{CBD94473-A441-4D81-AC94-68A4D38D691C}" type="presOf" srcId="{A273ABC0-A9F3-4A3B-8F35-62EE41583DA6}" destId="{B4A89886-6880-4AD0-A16B-5B05016C8731}" srcOrd="0" destOrd="6" presId="urn:microsoft.com/office/officeart/2005/8/layout/hProcess9"/>
    <dgm:cxn modelId="{2AFBD278-8311-484C-972E-EC91C6BF7EBB}" srcId="{57D7048E-4F0E-4674-BBA9-2FFF53539ECE}" destId="{A2CB6595-01C4-4A97-91AE-9C5C8B638A45}" srcOrd="0" destOrd="0" parTransId="{84F8A3FD-96D2-4535-BEB4-C57B3E637820}" sibTransId="{734AD3A6-88E6-432B-8704-527F32AD5925}"/>
    <dgm:cxn modelId="{1A8AB25A-80EB-46A0-B8A1-A9A13426E0B9}" type="presOf" srcId="{1D4E6BB5-A809-46C6-B3CB-632A3166705E}" destId="{A06F8BD3-425A-4796-B4A5-0300457B033A}" srcOrd="0" destOrd="2" presId="urn:microsoft.com/office/officeart/2005/8/layout/hProcess9"/>
    <dgm:cxn modelId="{0640607B-26FC-4D55-B948-D774CE0AEA2B}" srcId="{B6981094-71EB-424B-8083-5CD4F4C169A8}" destId="{C19C6BC5-8C7F-4E1C-B850-561598D0846B}" srcOrd="1" destOrd="0" parTransId="{3BAA4F29-3410-4854-ADD0-A7504C36C33D}" sibTransId="{C09CAC19-6786-48CE-88AE-F285A5CA9082}"/>
    <dgm:cxn modelId="{C87B477B-5D06-4616-8E07-4928C84CA3D3}" srcId="{10E71B73-2EBE-464C-9CA6-F720DE5ADA57}" destId="{57D7048E-4F0E-4674-BBA9-2FFF53539ECE}" srcOrd="1" destOrd="0" parTransId="{9C373244-6F7D-463C-8600-59B700C11431}" sibTransId="{0816A893-739C-4F65-8F0E-A6A03AFA41C1}"/>
    <dgm:cxn modelId="{727B217F-255A-4269-BAD5-C6DDFD1C8453}" type="presOf" srcId="{65E6309E-1B10-4FF8-80CE-75A24F0C40B9}" destId="{B4A89886-6880-4AD0-A16B-5B05016C8731}" srcOrd="0" destOrd="4" presId="urn:microsoft.com/office/officeart/2005/8/layout/hProcess9"/>
    <dgm:cxn modelId="{41C90680-7B5A-4526-8FDE-66380D4CD67A}" type="presOf" srcId="{B3D153BD-57B0-4C97-BE77-A464107AA435}" destId="{35502A30-B49D-4B11-B371-BFECBA61CA88}" srcOrd="0" destOrd="2" presId="urn:microsoft.com/office/officeart/2005/8/layout/hProcess9"/>
    <dgm:cxn modelId="{AB998D83-B505-4B6C-A35B-893970E2CA23}" type="presOf" srcId="{C19C6BC5-8C7F-4E1C-B850-561598D0846B}" destId="{1332D203-F900-4375-B43E-01BDFD5DDD9F}" srcOrd="0" destOrd="2" presId="urn:microsoft.com/office/officeart/2005/8/layout/hProcess9"/>
    <dgm:cxn modelId="{9A3DAA83-747A-4E81-B315-43EB6C44F90F}" srcId="{57D7048E-4F0E-4674-BBA9-2FFF53539ECE}" destId="{BEF353BE-3103-4250-A832-A74622CF9456}" srcOrd="2" destOrd="0" parTransId="{3BED7E95-ECFB-46AC-9275-4E9B4DF814DF}" sibTransId="{03E779E4-F05A-4776-980D-023DD0B826EA}"/>
    <dgm:cxn modelId="{ADB7F984-1F6E-413B-9085-FFADBB064502}" type="presOf" srcId="{302C2E7A-9501-4A9D-8F71-5013E7AECE8F}" destId="{50BE8386-20F7-42D1-84B7-8A3E18BA4F07}" srcOrd="0" destOrd="3" presId="urn:microsoft.com/office/officeart/2005/8/layout/hProcess9"/>
    <dgm:cxn modelId="{9A2F908A-F36B-450D-B568-62D43EF91788}" type="presOf" srcId="{908866BD-C738-4F3C-84E4-F74492A65D71}" destId="{35502A30-B49D-4B11-B371-BFECBA61CA88}" srcOrd="0" destOrd="3" presId="urn:microsoft.com/office/officeart/2005/8/layout/hProcess9"/>
    <dgm:cxn modelId="{A65E468D-CFE2-47D7-9419-FF61CF61F1F8}" srcId="{10E71B73-2EBE-464C-9CA6-F720DE5ADA57}" destId="{A7B875EF-F039-49DB-AE09-B68E76A7F277}" srcOrd="4" destOrd="0" parTransId="{CA92378B-3FF5-479B-9170-8CB895EE56B9}" sibTransId="{CB5D3C1A-BBAC-49B0-BDF6-F55C6A106C85}"/>
    <dgm:cxn modelId="{365DB394-44FD-4E78-B8C5-C6BE8CC51B48}" srcId="{A7B875EF-F039-49DB-AE09-B68E76A7F277}" destId="{302C2E7A-9501-4A9D-8F71-5013E7AECE8F}" srcOrd="2" destOrd="0" parTransId="{D9FD5EAA-5913-4688-9A87-125C3AB7A3C2}" sibTransId="{D6EDE9F3-A89B-4D05-A809-40CE8E321808}"/>
    <dgm:cxn modelId="{C3C6C994-D57E-4CA9-BD2A-1F2CB7850F4A}" srcId="{81125C62-2055-40F7-A372-50C32398F395}" destId="{5A82AFD5-3B24-4806-8084-35D252154E47}" srcOrd="3" destOrd="0" parTransId="{502FE3BB-E774-4EF0-B75A-DE55FC10A59D}" sibTransId="{E5AAFADF-97ED-4298-BC3D-5A3EDCE58289}"/>
    <dgm:cxn modelId="{E86E9897-A93F-4097-97FD-200262DB1F6F}" srcId="{614BE138-3628-4FED-ADE4-0F5F2711475B}" destId="{2DB64041-DB16-4DD4-8F7D-5D127C3FE2A4}" srcOrd="0" destOrd="0" parTransId="{6ABF6826-AB1B-4283-A66C-6D184C10B1E5}" sibTransId="{04C00F55-FECD-4BE0-917B-37B18B153324}"/>
    <dgm:cxn modelId="{2AB5279A-146A-4801-83D9-28CFBE6ADE0F}" srcId="{81125C62-2055-40F7-A372-50C32398F395}" destId="{B3D153BD-57B0-4C97-BE77-A464107AA435}" srcOrd="1" destOrd="0" parTransId="{5885044E-9E3C-4734-A94D-D11F2F74EF0E}" sibTransId="{ADC4C69F-FDEA-412B-A2EF-073F8DEC2CA9}"/>
    <dgm:cxn modelId="{C52B9E9F-08C3-4DD2-BA08-8EAF453748EF}" srcId="{10E71B73-2EBE-464C-9CA6-F720DE5ADA57}" destId="{6E7EA1DB-57F3-48F8-B5C8-CD6827AAC2DE}" srcOrd="0" destOrd="0" parTransId="{7556D484-E98E-495E-AA80-B4BFF350E924}" sibTransId="{B6D0B87D-9216-4B35-B720-6A4169713A6B}"/>
    <dgm:cxn modelId="{CE603BA6-53F8-4F42-B4E0-5916E86CD0AE}" srcId="{10E71B73-2EBE-464C-9CA6-F720DE5ADA57}" destId="{B6981094-71EB-424B-8083-5CD4F4C169A8}" srcOrd="2" destOrd="0" parTransId="{E0961483-F176-4F3D-8705-B1BE2EF580FD}" sibTransId="{5DC4AEB7-7292-4447-BC00-1F3C682D830C}"/>
    <dgm:cxn modelId="{2727A6AE-7738-4418-A9EF-6CF8A0B0AFFA}" srcId="{6E7EA1DB-57F3-48F8-B5C8-CD6827AAC2DE}" destId="{411B70D7-D798-4118-96FC-769DCA4BD99E}" srcOrd="0" destOrd="0" parTransId="{7783AB6E-8A46-44F7-844C-298748648C8C}" sibTransId="{AC45FBF0-0F8D-4CBD-8B15-65C4FACA3DC7}"/>
    <dgm:cxn modelId="{2D11EBAF-CB9E-4FC9-AE2E-0A4A113D30A2}" srcId="{614BE138-3628-4FED-ADE4-0F5F2711475B}" destId="{2977E996-D5DB-43E5-949A-4DB2899FF189}" srcOrd="1" destOrd="0" parTransId="{76D09238-E9CB-4D66-96AF-DF67B849461E}" sibTransId="{F15E0873-6D31-4FA6-A3B4-A43AA7FCFE7A}"/>
    <dgm:cxn modelId="{5927B9B2-4761-4A6E-8045-5552F0CC22EA}" type="presOf" srcId="{F5AD14B9-A5FF-4A71-B777-D9049B059328}" destId="{1332D203-F900-4375-B43E-01BDFD5DDD9F}" srcOrd="0" destOrd="4" presId="urn:microsoft.com/office/officeart/2005/8/layout/hProcess9"/>
    <dgm:cxn modelId="{CA8663B9-BD2E-4ABE-92E9-7327C88DBCA5}" type="presOf" srcId="{81125C62-2055-40F7-A372-50C32398F395}" destId="{35502A30-B49D-4B11-B371-BFECBA61CA88}" srcOrd="0" destOrd="0" presId="urn:microsoft.com/office/officeart/2005/8/layout/hProcess9"/>
    <dgm:cxn modelId="{3EDA40BB-21C6-413F-BE75-DE8F3C77610A}" type="presOf" srcId="{D5705A6C-1D4B-4BFB-A8F4-EAA64A63F0E3}" destId="{50BE8386-20F7-42D1-84B7-8A3E18BA4F07}" srcOrd="0" destOrd="1" presId="urn:microsoft.com/office/officeart/2005/8/layout/hProcess9"/>
    <dgm:cxn modelId="{CE5F72BB-F05E-4908-9A8D-4193B148E8AF}" type="presOf" srcId="{BEF353BE-3103-4250-A832-A74622CF9456}" destId="{A06F8BD3-425A-4796-B4A5-0300457B033A}" srcOrd="0" destOrd="3" presId="urn:microsoft.com/office/officeart/2005/8/layout/hProcess9"/>
    <dgm:cxn modelId="{B0B769D4-C0C9-49A2-8538-61D05AECB227}" type="presOf" srcId="{A7B875EF-F039-49DB-AE09-B68E76A7F277}" destId="{50BE8386-20F7-42D1-84B7-8A3E18BA4F07}" srcOrd="0" destOrd="0" presId="urn:microsoft.com/office/officeart/2005/8/layout/hProcess9"/>
    <dgm:cxn modelId="{6683F9DA-623E-4CB5-A227-57FD6CAE7E87}" srcId="{614BE138-3628-4FED-ADE4-0F5F2711475B}" destId="{07F303E8-F5E9-4265-81CB-18B081C2F092}" srcOrd="4" destOrd="0" parTransId="{0527392F-31B8-41CE-B553-E0251A7CA1F7}" sibTransId="{E3BA93D6-991F-4F8B-A347-D3333B632D39}"/>
    <dgm:cxn modelId="{A9ECFCDA-00F9-42F5-9E21-B837DADB12F2}" type="presOf" srcId="{B0CB09B8-4A6B-4521-9F36-212812244EF1}" destId="{A1755825-8AED-4448-950E-17D628FBCFB6}" srcOrd="0" destOrd="2" presId="urn:microsoft.com/office/officeart/2005/8/layout/hProcess9"/>
    <dgm:cxn modelId="{610760E0-1230-44CA-AED1-578AA377E87B}" srcId="{614BE138-3628-4FED-ADE4-0F5F2711475B}" destId="{65E6309E-1B10-4FF8-80CE-75A24F0C40B9}" srcOrd="3" destOrd="0" parTransId="{7D0255DA-D868-4833-A989-78791EC008EA}" sibTransId="{DFC0D60B-FF51-4A32-BBC5-E595A5EF5A4F}"/>
    <dgm:cxn modelId="{599E40E2-F190-4A8E-A818-6D00ECF5870C}" srcId="{81125C62-2055-40F7-A372-50C32398F395}" destId="{F95A1508-49A4-421F-A20F-7D3C104A1BF6}" srcOrd="0" destOrd="0" parTransId="{51110C84-89E0-444E-8E5E-1F2BB908B8E8}" sibTransId="{2A5615B7-DEC9-423B-A4CF-56CFA1E867CA}"/>
    <dgm:cxn modelId="{BF4F09E3-BAD3-4EAC-88A1-4ADD7A085C08}" srcId="{A7B875EF-F039-49DB-AE09-B68E76A7F277}" destId="{D5705A6C-1D4B-4BFB-A8F4-EAA64A63F0E3}" srcOrd="0" destOrd="0" parTransId="{FD592FBF-EBE2-466D-A737-8F2603C5DF23}" sibTransId="{C9148827-C778-42BB-B35D-E02090F44B6A}"/>
    <dgm:cxn modelId="{E998C0E3-DD16-41BE-8F69-822A8B719715}" srcId="{81125C62-2055-40F7-A372-50C32398F395}" destId="{908866BD-C738-4F3C-84E4-F74492A65D71}" srcOrd="2" destOrd="0" parTransId="{E39B3DC6-1057-4CDD-AF55-F95F9212835E}" sibTransId="{587CC901-48C6-458F-882E-939CC5CD55DC}"/>
    <dgm:cxn modelId="{FFD0B1E5-9F08-46A6-89FD-49E0A8EDA39A}" type="presOf" srcId="{F2E7BA9D-0718-4033-BA8E-69F5E6BE436D}" destId="{1332D203-F900-4375-B43E-01BDFD5DDD9F}" srcOrd="0" destOrd="3" presId="urn:microsoft.com/office/officeart/2005/8/layout/hProcess9"/>
    <dgm:cxn modelId="{FFB0D2ED-68C3-4353-8307-597EA8ECEDCC}" type="presOf" srcId="{6E7EA1DB-57F3-48F8-B5C8-CD6827AAC2DE}" destId="{A1755825-8AED-4448-950E-17D628FBCFB6}" srcOrd="0" destOrd="0" presId="urn:microsoft.com/office/officeart/2005/8/layout/hProcess9"/>
    <dgm:cxn modelId="{87F2C3EE-E6A7-4F6C-97CB-616505ECC812}" srcId="{B6981094-71EB-424B-8083-5CD4F4C169A8}" destId="{F5AD14B9-A5FF-4A71-B777-D9049B059328}" srcOrd="3" destOrd="0" parTransId="{46E29396-42DC-4492-95A5-78F22A4D8798}" sibTransId="{38014106-A17B-4A70-B0A2-38AA570EF62A}"/>
    <dgm:cxn modelId="{CBDEFBEE-7685-45FC-8A5D-7DDC6E328BEC}" type="presOf" srcId="{8AF14A22-7E51-4C09-965E-5313EA0832FF}" destId="{A06F8BD3-425A-4796-B4A5-0300457B033A}" srcOrd="0" destOrd="4" presId="urn:microsoft.com/office/officeart/2005/8/layout/hProcess9"/>
    <dgm:cxn modelId="{74FD2CF9-4872-42A3-9E8B-D590F52A341E}" type="presOf" srcId="{A2CB6595-01C4-4A97-91AE-9C5C8B638A45}" destId="{A06F8BD3-425A-4796-B4A5-0300457B033A}" srcOrd="0" destOrd="1" presId="urn:microsoft.com/office/officeart/2005/8/layout/hProcess9"/>
    <dgm:cxn modelId="{24EB80FB-94C9-4D2C-98AB-F0EBAF0C623B}" srcId="{10E71B73-2EBE-464C-9CA6-F720DE5ADA57}" destId="{81125C62-2055-40F7-A372-50C32398F395}" srcOrd="5" destOrd="0" parTransId="{1BAD0E06-FE24-40EF-BAD5-C780C2ACF8EC}" sibTransId="{7459D45A-3AB1-40EE-8365-DD52EFEEDFD6}"/>
    <dgm:cxn modelId="{C387101B-B8D0-4AEF-9937-17CEC8965041}" type="presParOf" srcId="{613CE63F-FC8C-486B-9204-FE9707F31802}" destId="{DBF3F7C0-1FFC-4FC2-ACCF-CCA17DCE8DAE}" srcOrd="0" destOrd="0" presId="urn:microsoft.com/office/officeart/2005/8/layout/hProcess9"/>
    <dgm:cxn modelId="{D6ACACCD-D3AF-4E20-8583-DADBB51BB517}" type="presParOf" srcId="{613CE63F-FC8C-486B-9204-FE9707F31802}" destId="{78505AAA-3422-49F3-9DD2-ED2CEA33F162}" srcOrd="1" destOrd="0" presId="urn:microsoft.com/office/officeart/2005/8/layout/hProcess9"/>
    <dgm:cxn modelId="{415A2AF7-00F6-4669-ABB9-7DF5B173EA91}" type="presParOf" srcId="{78505AAA-3422-49F3-9DD2-ED2CEA33F162}" destId="{A1755825-8AED-4448-950E-17D628FBCFB6}" srcOrd="0" destOrd="0" presId="urn:microsoft.com/office/officeart/2005/8/layout/hProcess9"/>
    <dgm:cxn modelId="{0D756C74-9867-4C1C-A817-B669F3403CC9}" type="presParOf" srcId="{78505AAA-3422-49F3-9DD2-ED2CEA33F162}" destId="{AD609317-52A3-4157-BEFA-8576F0DC06D8}" srcOrd="1" destOrd="0" presId="urn:microsoft.com/office/officeart/2005/8/layout/hProcess9"/>
    <dgm:cxn modelId="{90CD5892-8EE2-46CE-9EA1-E9EB94531C6E}" type="presParOf" srcId="{78505AAA-3422-49F3-9DD2-ED2CEA33F162}" destId="{A06F8BD3-425A-4796-B4A5-0300457B033A}" srcOrd="2" destOrd="0" presId="urn:microsoft.com/office/officeart/2005/8/layout/hProcess9"/>
    <dgm:cxn modelId="{B7972588-6BA3-46C9-A583-9194E9C1C2CA}" type="presParOf" srcId="{78505AAA-3422-49F3-9DD2-ED2CEA33F162}" destId="{C6875DB9-D553-46FD-BD48-AB9F2B60E3A3}" srcOrd="3" destOrd="0" presId="urn:microsoft.com/office/officeart/2005/8/layout/hProcess9"/>
    <dgm:cxn modelId="{AFC5B9BD-79B9-434A-8056-E45788C5D2FE}" type="presParOf" srcId="{78505AAA-3422-49F3-9DD2-ED2CEA33F162}" destId="{1332D203-F900-4375-B43E-01BDFD5DDD9F}" srcOrd="4" destOrd="0" presId="urn:microsoft.com/office/officeart/2005/8/layout/hProcess9"/>
    <dgm:cxn modelId="{FB5DFB00-62F2-4A71-9FE1-926201E0640E}" type="presParOf" srcId="{78505AAA-3422-49F3-9DD2-ED2CEA33F162}" destId="{A1EE6751-33D7-4383-9917-ECF4A3E25061}" srcOrd="5" destOrd="0" presId="urn:microsoft.com/office/officeart/2005/8/layout/hProcess9"/>
    <dgm:cxn modelId="{86B0ED0D-3DDC-497A-96FA-C50B26CDE2F8}" type="presParOf" srcId="{78505AAA-3422-49F3-9DD2-ED2CEA33F162}" destId="{B4A89886-6880-4AD0-A16B-5B05016C8731}" srcOrd="6" destOrd="0" presId="urn:microsoft.com/office/officeart/2005/8/layout/hProcess9"/>
    <dgm:cxn modelId="{F6523906-6921-4245-974C-ABA650B9CE5B}" type="presParOf" srcId="{78505AAA-3422-49F3-9DD2-ED2CEA33F162}" destId="{F120B29D-8FC9-4C1E-9802-455F9E3CC399}" srcOrd="7" destOrd="0" presId="urn:microsoft.com/office/officeart/2005/8/layout/hProcess9"/>
    <dgm:cxn modelId="{7B211BF4-8600-44EE-82E0-93086B47B4E6}" type="presParOf" srcId="{78505AAA-3422-49F3-9DD2-ED2CEA33F162}" destId="{50BE8386-20F7-42D1-84B7-8A3E18BA4F07}" srcOrd="8" destOrd="0" presId="urn:microsoft.com/office/officeart/2005/8/layout/hProcess9"/>
    <dgm:cxn modelId="{54A04213-6322-4B2E-9EF1-938EC8578BD3}" type="presParOf" srcId="{78505AAA-3422-49F3-9DD2-ED2CEA33F162}" destId="{70D36551-D27B-4F87-9F2B-7D3CA3BCB44B}" srcOrd="9" destOrd="0" presId="urn:microsoft.com/office/officeart/2005/8/layout/hProcess9"/>
    <dgm:cxn modelId="{D6F4E253-679A-46DB-BEDF-D456BDFC2312}" type="presParOf" srcId="{78505AAA-3422-49F3-9DD2-ED2CEA33F162}" destId="{35502A30-B49D-4B11-B371-BFECBA61CA88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3C9D37-968A-446B-9482-4877BA5E890A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990B4A7-19DF-4CE7-844B-3FC9AEE89375}">
      <dgm:prSet phldrT="[Text]" custT="1"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en-IN" sz="1300">
              <a:solidFill>
                <a:schemeClr val="tx1"/>
              </a:solidFill>
            </a:rPr>
            <a:t>Scope</a:t>
          </a:r>
          <a:endParaRPr lang="en-IN" sz="1300"/>
        </a:p>
      </dgm:t>
    </dgm:pt>
    <dgm:pt modelId="{2FDC8501-A2F1-4D72-B29C-725C4A1527D5}" type="parTrans" cxnId="{4AB45F5D-8D4E-4CF3-AA26-D1349D75F105}">
      <dgm:prSet/>
      <dgm:spPr/>
      <dgm:t>
        <a:bodyPr/>
        <a:lstStyle/>
        <a:p>
          <a:endParaRPr lang="en-IN"/>
        </a:p>
      </dgm:t>
    </dgm:pt>
    <dgm:pt modelId="{C4FB75E7-B1FB-4B76-84B8-38786D675BEF}" type="sibTrans" cxnId="{4AB45F5D-8D4E-4CF3-AA26-D1349D75F105}">
      <dgm:prSet/>
      <dgm:spPr/>
      <dgm:t>
        <a:bodyPr/>
        <a:lstStyle/>
        <a:p>
          <a:endParaRPr lang="en-IN"/>
        </a:p>
      </dgm:t>
    </dgm:pt>
    <dgm:pt modelId="{9D210BD4-EEF7-4E67-B734-7C2B7F44791C}">
      <dgm:prSet phldrT="[Text]" custT="1"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kumimoji="0" lang="en-US" sz="10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Start: Customer PO received</a:t>
          </a:r>
          <a:endParaRPr lang="en-IN" sz="1000" dirty="0"/>
        </a:p>
      </dgm:t>
    </dgm:pt>
    <dgm:pt modelId="{65BA8682-99DF-41F5-82D9-03D58DAAD6C6}" type="parTrans" cxnId="{57B6AE8C-B836-4A80-850B-B199A522793A}">
      <dgm:prSet/>
      <dgm:spPr/>
      <dgm:t>
        <a:bodyPr/>
        <a:lstStyle/>
        <a:p>
          <a:endParaRPr lang="en-IN" sz="1300"/>
        </a:p>
      </dgm:t>
    </dgm:pt>
    <dgm:pt modelId="{0872BD50-8295-4AC9-844C-BB4FD2A28871}" type="sibTrans" cxnId="{57B6AE8C-B836-4A80-850B-B199A522793A}">
      <dgm:prSet/>
      <dgm:spPr/>
      <dgm:t>
        <a:bodyPr/>
        <a:lstStyle/>
        <a:p>
          <a:endParaRPr lang="en-IN"/>
        </a:p>
      </dgm:t>
    </dgm:pt>
    <dgm:pt modelId="{7639C73D-B633-4ABA-A231-045AAA9AA216}">
      <dgm:prSet custT="1"/>
      <dgm:spPr/>
      <dgm:t>
        <a:bodyPr/>
        <a:lstStyle/>
        <a:p>
          <a:r>
            <a:rPr kumimoji="0" lang="en-US" sz="10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End: Cash applied &amp; dispute closed</a:t>
          </a:r>
        </a:p>
      </dgm:t>
    </dgm:pt>
    <dgm:pt modelId="{12B3AE13-EEDF-4CF0-B58E-AC605CCD5ECC}" type="parTrans" cxnId="{3328A145-7D7F-43BC-B9B6-C841BF254D91}">
      <dgm:prSet/>
      <dgm:spPr/>
      <dgm:t>
        <a:bodyPr/>
        <a:lstStyle/>
        <a:p>
          <a:endParaRPr lang="en-IN" sz="1300"/>
        </a:p>
      </dgm:t>
    </dgm:pt>
    <dgm:pt modelId="{9525E70C-0652-446C-8A0E-015626CFFC4D}" type="sibTrans" cxnId="{3328A145-7D7F-43BC-B9B6-C841BF254D91}">
      <dgm:prSet/>
      <dgm:spPr/>
      <dgm:t>
        <a:bodyPr/>
        <a:lstStyle/>
        <a:p>
          <a:endParaRPr lang="en-IN"/>
        </a:p>
      </dgm:t>
    </dgm:pt>
    <dgm:pt modelId="{0887B029-BD99-4832-BD6F-88453656FA3E}">
      <dgm:prSet custT="1"/>
      <dgm:spPr/>
      <dgm:t>
        <a:bodyPr/>
        <a:lstStyle/>
        <a:p>
          <a:r>
            <a:rPr kumimoji="0" lang="en-US" sz="1300" b="1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Suppliers</a:t>
          </a:r>
        </a:p>
      </dgm:t>
    </dgm:pt>
    <dgm:pt modelId="{242DDEBA-9E97-47A7-AB72-DACE11F5E7A6}" type="parTrans" cxnId="{0DC3316C-6F56-46F9-8339-ACF9493FA83E}">
      <dgm:prSet/>
      <dgm:spPr/>
      <dgm:t>
        <a:bodyPr/>
        <a:lstStyle/>
        <a:p>
          <a:endParaRPr lang="en-IN"/>
        </a:p>
      </dgm:t>
    </dgm:pt>
    <dgm:pt modelId="{989CD60E-D3D7-4835-B8F7-4FB1E34FF337}" type="sibTrans" cxnId="{0DC3316C-6F56-46F9-8339-ACF9493FA83E}">
      <dgm:prSet/>
      <dgm:spPr/>
      <dgm:t>
        <a:bodyPr/>
        <a:lstStyle/>
        <a:p>
          <a:endParaRPr lang="en-IN"/>
        </a:p>
      </dgm:t>
    </dgm:pt>
    <dgm:pt modelId="{C4B9AAB7-CD08-42A9-895C-64B7A4BC514F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</a:t>
          </a:r>
        </a:p>
      </dgm:t>
    </dgm:pt>
    <dgm:pt modelId="{C9001C89-7FA8-48A9-B1B2-828775EFBC9B}" type="parTrans" cxnId="{309130F7-D625-4B9C-BD90-52003E579225}">
      <dgm:prSet/>
      <dgm:spPr/>
      <dgm:t>
        <a:bodyPr/>
        <a:lstStyle/>
        <a:p>
          <a:endParaRPr lang="en-IN" sz="1300"/>
        </a:p>
      </dgm:t>
    </dgm:pt>
    <dgm:pt modelId="{28265989-AD54-40D8-BCDF-CF472DA9B24C}" type="sibTrans" cxnId="{309130F7-D625-4B9C-BD90-52003E579225}">
      <dgm:prSet/>
      <dgm:spPr/>
      <dgm:t>
        <a:bodyPr/>
        <a:lstStyle/>
        <a:p>
          <a:endParaRPr lang="en-IN"/>
        </a:p>
      </dgm:t>
    </dgm:pt>
    <dgm:pt modelId="{15A22AE2-3AF8-4AB2-A917-B2D4470E08A1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Sales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F237A03D-428D-4024-B623-2169A5AB11A2}" type="parTrans" cxnId="{54C672D0-C537-4F50-BA53-609441CCBD5C}">
      <dgm:prSet/>
      <dgm:spPr/>
      <dgm:t>
        <a:bodyPr/>
        <a:lstStyle/>
        <a:p>
          <a:endParaRPr lang="en-IN" sz="1300"/>
        </a:p>
      </dgm:t>
    </dgm:pt>
    <dgm:pt modelId="{B871204E-8AFB-4925-BDAA-F45814E7D1A0}" type="sibTrans" cxnId="{54C672D0-C537-4F50-BA53-609441CCBD5C}">
      <dgm:prSet/>
      <dgm:spPr/>
      <dgm:t>
        <a:bodyPr/>
        <a:lstStyle/>
        <a:p>
          <a:endParaRPr lang="en-IN"/>
        </a:p>
      </dgm:t>
    </dgm:pt>
    <dgm:pt modelId="{9F45130C-A879-4753-9222-406A1DFE3418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Master Data</a:t>
          </a:r>
        </a:p>
      </dgm:t>
    </dgm:pt>
    <dgm:pt modelId="{11997648-3ABE-413E-A430-84468C0F79EB}" type="parTrans" cxnId="{B8360625-D25B-4658-B6D9-83AD617B51A7}">
      <dgm:prSet/>
      <dgm:spPr/>
      <dgm:t>
        <a:bodyPr/>
        <a:lstStyle/>
        <a:p>
          <a:endParaRPr lang="en-IN" sz="1300"/>
        </a:p>
      </dgm:t>
    </dgm:pt>
    <dgm:pt modelId="{7B27C6DF-1D02-4FBC-8FDE-367E272AFECA}" type="sibTrans" cxnId="{B8360625-D25B-4658-B6D9-83AD617B51A7}">
      <dgm:prSet/>
      <dgm:spPr/>
      <dgm:t>
        <a:bodyPr/>
        <a:lstStyle/>
        <a:p>
          <a:endParaRPr lang="en-IN"/>
        </a:p>
      </dgm:t>
    </dgm:pt>
    <dgm:pt modelId="{F2E586D1-9A9F-43CA-BF28-12411B970BE5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3PL/Warehouse</a:t>
          </a:r>
        </a:p>
      </dgm:t>
    </dgm:pt>
    <dgm:pt modelId="{2CDBF9FD-8864-4DF4-BB58-26226704902A}" type="parTrans" cxnId="{4D052FAA-6E59-4DA1-8475-DE9DEC55100F}">
      <dgm:prSet/>
      <dgm:spPr/>
      <dgm:t>
        <a:bodyPr/>
        <a:lstStyle/>
        <a:p>
          <a:endParaRPr lang="en-IN" sz="1300"/>
        </a:p>
      </dgm:t>
    </dgm:pt>
    <dgm:pt modelId="{665A9D03-EEF6-470B-96A3-C680CD1F2EBB}" type="sibTrans" cxnId="{4D052FAA-6E59-4DA1-8475-DE9DEC55100F}">
      <dgm:prSet/>
      <dgm:spPr/>
      <dgm:t>
        <a:bodyPr/>
        <a:lstStyle/>
        <a:p>
          <a:endParaRPr lang="en-IN"/>
        </a:p>
      </dgm:t>
    </dgm:pt>
    <dgm:pt modelId="{773E0209-E56E-48F1-B13F-5389647121E7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IT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4D2435A1-B056-441C-9E33-688D7AE233D6}" type="parTrans" cxnId="{ACFA3E08-CE35-4582-A910-B6B1BD6E9461}">
      <dgm:prSet/>
      <dgm:spPr/>
      <dgm:t>
        <a:bodyPr/>
        <a:lstStyle/>
        <a:p>
          <a:endParaRPr lang="en-IN" sz="1300"/>
        </a:p>
      </dgm:t>
    </dgm:pt>
    <dgm:pt modelId="{F5572300-CE6C-4D6C-8ECE-C8B020280B2A}" type="sibTrans" cxnId="{ACFA3E08-CE35-4582-A910-B6B1BD6E9461}">
      <dgm:prSet/>
      <dgm:spPr/>
      <dgm:t>
        <a:bodyPr/>
        <a:lstStyle/>
        <a:p>
          <a:endParaRPr lang="en-IN"/>
        </a:p>
      </dgm:t>
    </dgm:pt>
    <dgm:pt modelId="{36C0967C-848A-45DF-A29E-1BF5BC28F2A8}">
      <dgm:prSet custT="1"/>
      <dgm:spPr/>
      <dgm:t>
        <a:bodyPr/>
        <a:lstStyle/>
        <a:p>
          <a:r>
            <a:rPr kumimoji="0" lang="en-US" sz="1300" b="1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Inputs</a:t>
          </a:r>
        </a:p>
      </dgm:t>
    </dgm:pt>
    <dgm:pt modelId="{AD396C0B-6215-42A1-93F1-DAD027D62A98}" type="parTrans" cxnId="{98BC00F3-B9E2-427D-AAE0-B43F11697E33}">
      <dgm:prSet/>
      <dgm:spPr/>
      <dgm:t>
        <a:bodyPr/>
        <a:lstStyle/>
        <a:p>
          <a:endParaRPr lang="en-IN"/>
        </a:p>
      </dgm:t>
    </dgm:pt>
    <dgm:pt modelId="{ECAB1AC5-DB05-4FC0-9384-11731F59C154}" type="sibTrans" cxnId="{98BC00F3-B9E2-427D-AAE0-B43F11697E33}">
      <dgm:prSet/>
      <dgm:spPr/>
      <dgm:t>
        <a:bodyPr/>
        <a:lstStyle/>
        <a:p>
          <a:endParaRPr lang="en-IN"/>
        </a:p>
      </dgm:t>
    </dgm:pt>
    <dgm:pt modelId="{0829245A-96EC-474D-8A56-2FF99B92933C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 PO</a:t>
          </a:r>
        </a:p>
      </dgm:t>
    </dgm:pt>
    <dgm:pt modelId="{B59ED91B-CC0E-4574-9977-700A49BC755B}" type="parTrans" cxnId="{862DC4A5-736B-4B0B-949B-2292325903DB}">
      <dgm:prSet/>
      <dgm:spPr/>
      <dgm:t>
        <a:bodyPr/>
        <a:lstStyle/>
        <a:p>
          <a:endParaRPr lang="en-IN" sz="1300"/>
        </a:p>
      </dgm:t>
    </dgm:pt>
    <dgm:pt modelId="{EB958CD4-2F9A-4A9E-A30C-3E371E141357}" type="sibTrans" cxnId="{862DC4A5-736B-4B0B-949B-2292325903DB}">
      <dgm:prSet/>
      <dgm:spPr/>
      <dgm:t>
        <a:bodyPr/>
        <a:lstStyle/>
        <a:p>
          <a:endParaRPr lang="en-IN"/>
        </a:p>
      </dgm:t>
    </dgm:pt>
    <dgm:pt modelId="{8C6BF1E9-8E17-47BA-9ECA-F533195B51B8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Pricing/Master Data</a:t>
          </a:r>
        </a:p>
      </dgm:t>
    </dgm:pt>
    <dgm:pt modelId="{8246ABD2-D233-44B1-A76B-059C23D7AED5}" type="parTrans" cxnId="{69991C0D-E40D-4A11-B9A3-86155E801AFB}">
      <dgm:prSet/>
      <dgm:spPr/>
      <dgm:t>
        <a:bodyPr/>
        <a:lstStyle/>
        <a:p>
          <a:endParaRPr lang="en-IN" sz="1300"/>
        </a:p>
      </dgm:t>
    </dgm:pt>
    <dgm:pt modelId="{B88A03DE-87E4-4597-911E-475140C423FD}" type="sibTrans" cxnId="{69991C0D-E40D-4A11-B9A3-86155E801AFB}">
      <dgm:prSet/>
      <dgm:spPr/>
      <dgm:t>
        <a:bodyPr/>
        <a:lstStyle/>
        <a:p>
          <a:endParaRPr lang="en-IN"/>
        </a:p>
      </dgm:t>
    </dgm:pt>
    <dgm:pt modelId="{2D5DB25F-C5FB-4E34-BCD4-86D78C4ADD5E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Inventory availability</a:t>
          </a:r>
        </a:p>
      </dgm:t>
    </dgm:pt>
    <dgm:pt modelId="{DFDCF242-46AC-4F82-97B3-C66531F4EC47}" type="parTrans" cxnId="{86DD2016-DA68-4657-9929-F195800605C9}">
      <dgm:prSet/>
      <dgm:spPr/>
      <dgm:t>
        <a:bodyPr/>
        <a:lstStyle/>
        <a:p>
          <a:endParaRPr lang="en-IN" sz="1300"/>
        </a:p>
      </dgm:t>
    </dgm:pt>
    <dgm:pt modelId="{252F9E1F-F974-4B7D-BC9A-7DC121B9B023}" type="sibTrans" cxnId="{86DD2016-DA68-4657-9929-F195800605C9}">
      <dgm:prSet/>
      <dgm:spPr/>
      <dgm:t>
        <a:bodyPr/>
        <a:lstStyle/>
        <a:p>
          <a:endParaRPr lang="en-IN"/>
        </a:p>
      </dgm:t>
    </dgm:pt>
    <dgm:pt modelId="{568BDB62-6FC6-4848-8AD0-2E1DC14E1631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Credit limit status</a:t>
          </a:r>
        </a:p>
      </dgm:t>
    </dgm:pt>
    <dgm:pt modelId="{1C4218F5-1268-45AC-AECB-00D6C01FECFF}" type="parTrans" cxnId="{205D1D62-23AB-4A44-AEAF-253B9C449504}">
      <dgm:prSet/>
      <dgm:spPr/>
      <dgm:t>
        <a:bodyPr/>
        <a:lstStyle/>
        <a:p>
          <a:endParaRPr lang="en-IN" sz="1300"/>
        </a:p>
      </dgm:t>
    </dgm:pt>
    <dgm:pt modelId="{E30D2166-BDD3-4078-AB46-FF242064759E}" type="sibTrans" cxnId="{205D1D62-23AB-4A44-AEAF-253B9C449504}">
      <dgm:prSet/>
      <dgm:spPr/>
      <dgm:t>
        <a:bodyPr/>
        <a:lstStyle/>
        <a:p>
          <a:endParaRPr lang="en-IN"/>
        </a:p>
      </dgm:t>
    </dgm:pt>
    <dgm:pt modelId="{C5F54199-A916-4741-81C5-57F5F73B7733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Delivery slots</a:t>
          </a:r>
        </a:p>
      </dgm:t>
    </dgm:pt>
    <dgm:pt modelId="{B228E16C-5E86-43FA-852E-50CDA2F4C787}" type="parTrans" cxnId="{AD4BACCA-93DF-4270-99EF-FD148AD91E17}">
      <dgm:prSet/>
      <dgm:spPr/>
      <dgm:t>
        <a:bodyPr/>
        <a:lstStyle/>
        <a:p>
          <a:endParaRPr lang="en-IN" sz="1300"/>
        </a:p>
      </dgm:t>
    </dgm:pt>
    <dgm:pt modelId="{03C4C14E-4D93-44C1-9989-50A3FACCB090}" type="sibTrans" cxnId="{AD4BACCA-93DF-4270-99EF-FD148AD91E17}">
      <dgm:prSet/>
      <dgm:spPr/>
      <dgm:t>
        <a:bodyPr/>
        <a:lstStyle/>
        <a:p>
          <a:endParaRPr lang="en-IN"/>
        </a:p>
      </dgm:t>
    </dgm:pt>
    <dgm:pt modelId="{CDFD01B2-F9C6-4D1F-B451-644E55246006}">
      <dgm:prSet custT="1"/>
      <dgm:spPr/>
      <dgm:t>
        <a:bodyPr/>
        <a:lstStyle/>
        <a:p>
          <a:r>
            <a:rPr kumimoji="0" lang="en-US" sz="1300" b="1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Process (5–7 Steps)</a:t>
          </a:r>
        </a:p>
      </dgm:t>
    </dgm:pt>
    <dgm:pt modelId="{B5D6C02F-FEDD-4FA4-BD42-E21E46AC2922}" type="parTrans" cxnId="{7BC23D92-F673-46D9-B9D9-7326288D59AD}">
      <dgm:prSet/>
      <dgm:spPr/>
      <dgm:t>
        <a:bodyPr/>
        <a:lstStyle/>
        <a:p>
          <a:endParaRPr lang="en-IN"/>
        </a:p>
      </dgm:t>
    </dgm:pt>
    <dgm:pt modelId="{3FF9339B-28A6-4483-8AE6-EFE181B7347B}" type="sibTrans" cxnId="{7BC23D92-F673-46D9-B9D9-7326288D59AD}">
      <dgm:prSet/>
      <dgm:spPr/>
      <dgm:t>
        <a:bodyPr/>
        <a:lstStyle/>
        <a:p>
          <a:endParaRPr lang="en-IN"/>
        </a:p>
      </dgm:t>
    </dgm:pt>
    <dgm:pt modelId="{3872C654-EAB7-4E0F-9983-DB8BD68227C8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Capture PO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3DFE261B-AD33-444D-97B0-0DAA70B4C7DF}" type="parTrans" cxnId="{551E5332-1AEA-4C0C-8698-58570768C602}">
      <dgm:prSet/>
      <dgm:spPr/>
      <dgm:t>
        <a:bodyPr/>
        <a:lstStyle/>
        <a:p>
          <a:endParaRPr lang="en-IN" sz="1300"/>
        </a:p>
      </dgm:t>
    </dgm:pt>
    <dgm:pt modelId="{230CE84F-7394-41AB-9930-5FB76CB3B5C9}" type="sibTrans" cxnId="{551E5332-1AEA-4C0C-8698-58570768C602}">
      <dgm:prSet/>
      <dgm:spPr/>
      <dgm:t>
        <a:bodyPr/>
        <a:lstStyle/>
        <a:p>
          <a:endParaRPr lang="en-IN"/>
        </a:p>
      </dgm:t>
    </dgm:pt>
    <dgm:pt modelId="{27D00C92-7F58-448E-B0A4-088FE406C08D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Validate pricing/master data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1F441E88-FA85-482B-B9B6-1B2CB5D6F6AD}" type="parTrans" cxnId="{1F2A16B6-0AED-4F0F-939D-0C352AA08FDC}">
      <dgm:prSet/>
      <dgm:spPr/>
      <dgm:t>
        <a:bodyPr/>
        <a:lstStyle/>
        <a:p>
          <a:endParaRPr lang="en-IN" sz="1300"/>
        </a:p>
      </dgm:t>
    </dgm:pt>
    <dgm:pt modelId="{55551071-A035-4EC1-9E6B-A727F6F04CC2}" type="sibTrans" cxnId="{1F2A16B6-0AED-4F0F-939D-0C352AA08FDC}">
      <dgm:prSet/>
      <dgm:spPr/>
      <dgm:t>
        <a:bodyPr/>
        <a:lstStyle/>
        <a:p>
          <a:endParaRPr lang="en-IN"/>
        </a:p>
      </dgm:t>
    </dgm:pt>
    <dgm:pt modelId="{162A0EF5-B5A9-4D91-81F3-553774AA10D7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Confirm inventory &amp; allocate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2CF73D00-37F7-48FA-9CBA-BD2B76C136C7}" type="parTrans" cxnId="{6BE590F1-D61E-4DDF-9FFB-0B51E24D02A6}">
      <dgm:prSet/>
      <dgm:spPr/>
      <dgm:t>
        <a:bodyPr/>
        <a:lstStyle/>
        <a:p>
          <a:endParaRPr lang="en-IN" sz="1300"/>
        </a:p>
      </dgm:t>
    </dgm:pt>
    <dgm:pt modelId="{4056E3CA-57E8-4C95-8695-8FD2ED60D9AD}" type="sibTrans" cxnId="{6BE590F1-D61E-4DDF-9FFB-0B51E24D02A6}">
      <dgm:prSet/>
      <dgm:spPr/>
      <dgm:t>
        <a:bodyPr/>
        <a:lstStyle/>
        <a:p>
          <a:endParaRPr lang="en-IN"/>
        </a:p>
      </dgm:t>
    </dgm:pt>
    <dgm:pt modelId="{501A3CA6-F924-4B62-8EB0-4470F0107A8D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Pick–Pack–Ship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ADCAC730-7487-43BB-AEA4-2DF80D0D014A}" type="parTrans" cxnId="{5C44F6A5-14EE-4CD4-B524-D5F6356F51DE}">
      <dgm:prSet/>
      <dgm:spPr/>
      <dgm:t>
        <a:bodyPr/>
        <a:lstStyle/>
        <a:p>
          <a:endParaRPr lang="en-IN" sz="1300"/>
        </a:p>
      </dgm:t>
    </dgm:pt>
    <dgm:pt modelId="{05A2B7A4-C091-4F02-9521-621FE7C2D96C}" type="sibTrans" cxnId="{5C44F6A5-14EE-4CD4-B524-D5F6356F51DE}">
      <dgm:prSet/>
      <dgm:spPr/>
      <dgm:t>
        <a:bodyPr/>
        <a:lstStyle/>
        <a:p>
          <a:endParaRPr lang="en-IN"/>
        </a:p>
      </dgm:t>
    </dgm:pt>
    <dgm:pt modelId="{B3E4E238-C0AB-44C4-939E-6E0E38A8491A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Invoice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FFBB0D38-2A04-45E8-9B42-DC6B9B037FA2}" type="parTrans" cxnId="{893B9763-9261-4FD3-942E-0CB843C7E0C5}">
      <dgm:prSet/>
      <dgm:spPr/>
      <dgm:t>
        <a:bodyPr/>
        <a:lstStyle/>
        <a:p>
          <a:endParaRPr lang="en-IN" sz="1300"/>
        </a:p>
      </dgm:t>
    </dgm:pt>
    <dgm:pt modelId="{5EAC7C65-0C78-4A4A-BC5D-E5CDDA2AB89A}" type="sibTrans" cxnId="{893B9763-9261-4FD3-942E-0CB843C7E0C5}">
      <dgm:prSet/>
      <dgm:spPr/>
      <dgm:t>
        <a:bodyPr/>
        <a:lstStyle/>
        <a:p>
          <a:endParaRPr lang="en-IN"/>
        </a:p>
      </dgm:t>
    </dgm:pt>
    <dgm:pt modelId="{ACE65AF3-F0A5-425F-A75E-C984FF7940EA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Cash application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C683B4C9-FFFE-4162-9001-3D02BD0BB16A}" type="parTrans" cxnId="{227B3301-550B-40A9-AF7D-DCD32F5600E4}">
      <dgm:prSet/>
      <dgm:spPr/>
      <dgm:t>
        <a:bodyPr/>
        <a:lstStyle/>
        <a:p>
          <a:endParaRPr lang="en-IN" sz="1300"/>
        </a:p>
      </dgm:t>
    </dgm:pt>
    <dgm:pt modelId="{E7333041-6D10-473E-BA82-73F730BF7D70}" type="sibTrans" cxnId="{227B3301-550B-40A9-AF7D-DCD32F5600E4}">
      <dgm:prSet/>
      <dgm:spPr/>
      <dgm:t>
        <a:bodyPr/>
        <a:lstStyle/>
        <a:p>
          <a:endParaRPr lang="en-IN"/>
        </a:p>
      </dgm:t>
    </dgm:pt>
    <dgm:pt modelId="{3617BF73-FB3A-4380-997C-3F9968C1E775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Dispute management (if any)</a:t>
          </a:r>
        </a:p>
      </dgm:t>
    </dgm:pt>
    <dgm:pt modelId="{34AA974E-81B8-46A6-86B4-AB80506CF19F}" type="parTrans" cxnId="{1BA37939-B50A-4362-A44F-FC5CEC0A91D8}">
      <dgm:prSet/>
      <dgm:spPr/>
      <dgm:t>
        <a:bodyPr/>
        <a:lstStyle/>
        <a:p>
          <a:endParaRPr lang="en-IN" sz="1300"/>
        </a:p>
      </dgm:t>
    </dgm:pt>
    <dgm:pt modelId="{D0D133B1-F729-4B08-A864-B84DE727591E}" type="sibTrans" cxnId="{1BA37939-B50A-4362-A44F-FC5CEC0A91D8}">
      <dgm:prSet/>
      <dgm:spPr/>
      <dgm:t>
        <a:bodyPr/>
        <a:lstStyle/>
        <a:p>
          <a:endParaRPr lang="en-IN"/>
        </a:p>
      </dgm:t>
    </dgm:pt>
    <dgm:pt modelId="{727D1BD7-8BE3-42F4-9324-766FFF843D41}">
      <dgm:prSet custT="1"/>
      <dgm:spPr/>
      <dgm:t>
        <a:bodyPr/>
        <a:lstStyle/>
        <a:p>
          <a:r>
            <a:rPr kumimoji="0" lang="en-US" sz="1300" b="1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Outputs</a:t>
          </a:r>
          <a:endParaRPr kumimoji="0" lang="en-US" sz="1300" b="1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D79C8463-01A2-4223-9694-0E4E2798CF0C}" type="parTrans" cxnId="{EC5EE126-67F6-4A75-879F-5C05627AA0E6}">
      <dgm:prSet/>
      <dgm:spPr/>
      <dgm:t>
        <a:bodyPr/>
        <a:lstStyle/>
        <a:p>
          <a:endParaRPr lang="en-IN"/>
        </a:p>
      </dgm:t>
    </dgm:pt>
    <dgm:pt modelId="{D3E3DCFA-DC60-4025-8A17-D53CE68FC0A8}" type="sibTrans" cxnId="{EC5EE126-67F6-4A75-879F-5C05627AA0E6}">
      <dgm:prSet/>
      <dgm:spPr/>
      <dgm:t>
        <a:bodyPr/>
        <a:lstStyle/>
        <a:p>
          <a:endParaRPr lang="en-IN"/>
        </a:p>
      </dgm:t>
    </dgm:pt>
    <dgm:pt modelId="{9A8F3C55-79B1-4DC7-BFCA-8AADB28FEC40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Confirmed order</a:t>
          </a:r>
        </a:p>
      </dgm:t>
    </dgm:pt>
    <dgm:pt modelId="{55E370A0-494F-4AF3-BBB9-DE616705D162}" type="parTrans" cxnId="{8109136F-D9EA-4CA9-A1E0-E2DECE3F3059}">
      <dgm:prSet/>
      <dgm:spPr/>
      <dgm:t>
        <a:bodyPr/>
        <a:lstStyle/>
        <a:p>
          <a:endParaRPr lang="en-IN" sz="1300"/>
        </a:p>
      </dgm:t>
    </dgm:pt>
    <dgm:pt modelId="{4FDAE1FB-663C-462F-A6F3-936C2F855691}" type="sibTrans" cxnId="{8109136F-D9EA-4CA9-A1E0-E2DECE3F3059}">
      <dgm:prSet/>
      <dgm:spPr/>
      <dgm:t>
        <a:bodyPr/>
        <a:lstStyle/>
        <a:p>
          <a:endParaRPr lang="en-IN"/>
        </a:p>
      </dgm:t>
    </dgm:pt>
    <dgm:pt modelId="{DF92D7DD-3D5A-4C49-BBB6-F7BF7E49747C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ASN / Delivery note</a:t>
          </a:r>
        </a:p>
      </dgm:t>
    </dgm:pt>
    <dgm:pt modelId="{DD20A9A4-8C6C-45FC-94FA-F7443FB8F71B}" type="parTrans" cxnId="{3B43ADD8-884D-4E96-B1E9-2AE58089E802}">
      <dgm:prSet/>
      <dgm:spPr/>
      <dgm:t>
        <a:bodyPr/>
        <a:lstStyle/>
        <a:p>
          <a:endParaRPr lang="en-IN" sz="1300"/>
        </a:p>
      </dgm:t>
    </dgm:pt>
    <dgm:pt modelId="{67313E55-283E-49F8-9C12-AA3D4C0158FD}" type="sibTrans" cxnId="{3B43ADD8-884D-4E96-B1E9-2AE58089E802}">
      <dgm:prSet/>
      <dgm:spPr/>
      <dgm:t>
        <a:bodyPr/>
        <a:lstStyle/>
        <a:p>
          <a:endParaRPr lang="en-IN"/>
        </a:p>
      </dgm:t>
    </dgm:pt>
    <dgm:pt modelId="{26E5E261-7B37-49D5-BBF6-A22A3BCDE9D2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Invoice</a:t>
          </a:r>
          <a:endParaRPr kumimoji="0" lang="en-US" sz="1300" b="0" i="0" u="none" strike="noStrike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gm:t>
    </dgm:pt>
    <dgm:pt modelId="{5C4161B4-3613-474F-AAE2-12BD92B72CF9}" type="parTrans" cxnId="{0B20EC6D-7115-42EE-9A5B-287BDC57B0B3}">
      <dgm:prSet/>
      <dgm:spPr/>
      <dgm:t>
        <a:bodyPr/>
        <a:lstStyle/>
        <a:p>
          <a:endParaRPr lang="en-IN" sz="1300"/>
        </a:p>
      </dgm:t>
    </dgm:pt>
    <dgm:pt modelId="{26735A66-FC16-446D-9491-F8951F38FF21}" type="sibTrans" cxnId="{0B20EC6D-7115-42EE-9A5B-287BDC57B0B3}">
      <dgm:prSet/>
      <dgm:spPr/>
      <dgm:t>
        <a:bodyPr/>
        <a:lstStyle/>
        <a:p>
          <a:endParaRPr lang="en-IN"/>
        </a:p>
      </dgm:t>
    </dgm:pt>
    <dgm:pt modelId="{3D840924-6C98-425A-AC15-17CDDC1A5938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POD</a:t>
          </a:r>
        </a:p>
      </dgm:t>
    </dgm:pt>
    <dgm:pt modelId="{71C800FD-05DB-4F9C-BA72-3EAC932F4462}" type="parTrans" cxnId="{EA5FB777-773F-430F-A37C-4EE51C50B411}">
      <dgm:prSet/>
      <dgm:spPr/>
      <dgm:t>
        <a:bodyPr/>
        <a:lstStyle/>
        <a:p>
          <a:endParaRPr lang="en-IN" sz="1300"/>
        </a:p>
      </dgm:t>
    </dgm:pt>
    <dgm:pt modelId="{83B4FDBB-BFDB-46F7-A99E-82328C666CE6}" type="sibTrans" cxnId="{EA5FB777-773F-430F-A37C-4EE51C50B411}">
      <dgm:prSet/>
      <dgm:spPr/>
      <dgm:t>
        <a:bodyPr/>
        <a:lstStyle/>
        <a:p>
          <a:endParaRPr lang="en-IN"/>
        </a:p>
      </dgm:t>
    </dgm:pt>
    <dgm:pt modelId="{CE179174-860D-433B-8E38-DB837BCC7560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Applied cash</a:t>
          </a:r>
        </a:p>
      </dgm:t>
    </dgm:pt>
    <dgm:pt modelId="{2DA1EDB1-5592-4A0D-B2E2-A264FCA5FDF8}" type="parTrans" cxnId="{EADAB0D0-F692-44BC-AE8D-E2C5305FEAB5}">
      <dgm:prSet/>
      <dgm:spPr/>
      <dgm:t>
        <a:bodyPr/>
        <a:lstStyle/>
        <a:p>
          <a:endParaRPr lang="en-IN" sz="1300"/>
        </a:p>
      </dgm:t>
    </dgm:pt>
    <dgm:pt modelId="{CFB295A1-53EA-4F22-9D5F-0A8B97DF36AF}" type="sibTrans" cxnId="{EADAB0D0-F692-44BC-AE8D-E2C5305FEAB5}">
      <dgm:prSet/>
      <dgm:spPr/>
      <dgm:t>
        <a:bodyPr/>
        <a:lstStyle/>
        <a:p>
          <a:endParaRPr lang="en-IN"/>
        </a:p>
      </dgm:t>
    </dgm:pt>
    <dgm:pt modelId="{38B1E362-623C-4CFA-9D1B-4C1B823AA36C}">
      <dgm:prSet custT="1"/>
      <dgm:spPr/>
      <dgm:t>
        <a:bodyPr/>
        <a:lstStyle/>
        <a:p>
          <a:r>
            <a:rPr kumimoji="0" lang="en-US" sz="1300" b="1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Customers</a:t>
          </a:r>
        </a:p>
      </dgm:t>
    </dgm:pt>
    <dgm:pt modelId="{AE2BC816-DD5C-4960-8F30-FB96E7AB649E}" type="parTrans" cxnId="{95BB1B97-A8A7-47D2-949C-66E535416E6B}">
      <dgm:prSet/>
      <dgm:spPr/>
      <dgm:t>
        <a:bodyPr/>
        <a:lstStyle/>
        <a:p>
          <a:endParaRPr lang="en-IN"/>
        </a:p>
      </dgm:t>
    </dgm:pt>
    <dgm:pt modelId="{4525DE7C-1092-4F9C-9FB7-F6A80C3A8A83}" type="sibTrans" cxnId="{95BB1B97-A8A7-47D2-949C-66E535416E6B}">
      <dgm:prSet/>
      <dgm:spPr/>
      <dgm:t>
        <a:bodyPr/>
        <a:lstStyle/>
        <a:p>
          <a:endParaRPr lang="en-IN"/>
        </a:p>
      </dgm:t>
    </dgm:pt>
    <dgm:pt modelId="{999B69AA-DEB4-423F-8E44-A5775636C23A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 (Retailer/Distributor)</a:t>
          </a:r>
        </a:p>
      </dgm:t>
    </dgm:pt>
    <dgm:pt modelId="{24068878-9F4F-4F3F-B5E2-96EEF15B4A3D}" type="parTrans" cxnId="{1B8C9D37-C9FC-43EC-9E4E-03D259B6CFFA}">
      <dgm:prSet/>
      <dgm:spPr/>
      <dgm:t>
        <a:bodyPr/>
        <a:lstStyle/>
        <a:p>
          <a:endParaRPr lang="en-IN" sz="1300"/>
        </a:p>
      </dgm:t>
    </dgm:pt>
    <dgm:pt modelId="{C6D3FD65-DCEE-4C57-899D-05A5D27BAA1D}" type="sibTrans" cxnId="{1B8C9D37-C9FC-43EC-9E4E-03D259B6CFFA}">
      <dgm:prSet/>
      <dgm:spPr/>
      <dgm:t>
        <a:bodyPr/>
        <a:lstStyle/>
        <a:p>
          <a:endParaRPr lang="en-IN"/>
        </a:p>
      </dgm:t>
    </dgm:pt>
    <dgm:pt modelId="{86E83F9C-F40C-46E7-B13A-4E5E03CCCE69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Sales</a:t>
          </a:r>
        </a:p>
      </dgm:t>
    </dgm:pt>
    <dgm:pt modelId="{F1B18561-ED8E-4713-91A3-1F98E85C7C30}" type="parTrans" cxnId="{8BA990EE-7B1F-4768-A87B-27C0ABC85389}">
      <dgm:prSet/>
      <dgm:spPr/>
      <dgm:t>
        <a:bodyPr/>
        <a:lstStyle/>
        <a:p>
          <a:endParaRPr lang="en-IN" sz="1300"/>
        </a:p>
      </dgm:t>
    </dgm:pt>
    <dgm:pt modelId="{AE4B006C-0A7B-4F63-AE70-E64DCEF0A5E9}" type="sibTrans" cxnId="{8BA990EE-7B1F-4768-A87B-27C0ABC85389}">
      <dgm:prSet/>
      <dgm:spPr/>
      <dgm:t>
        <a:bodyPr/>
        <a:lstStyle/>
        <a:p>
          <a:endParaRPr lang="en-IN"/>
        </a:p>
      </dgm:t>
    </dgm:pt>
    <dgm:pt modelId="{AE0F6469-B106-4818-A496-DD271FAE1B24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Finance (AR)</a:t>
          </a:r>
        </a:p>
      </dgm:t>
    </dgm:pt>
    <dgm:pt modelId="{2A3DA8E9-1D9D-47C8-8D61-178C1E4E4BC1}" type="parTrans" cxnId="{09F560A1-25F8-46C6-AC03-F5AD4B8D9A63}">
      <dgm:prSet/>
      <dgm:spPr/>
      <dgm:t>
        <a:bodyPr/>
        <a:lstStyle/>
        <a:p>
          <a:endParaRPr lang="en-IN" sz="1300"/>
        </a:p>
      </dgm:t>
    </dgm:pt>
    <dgm:pt modelId="{BFEAD50F-C17E-4B2F-9191-06002DE876C6}" type="sibTrans" cxnId="{09F560A1-25F8-46C6-AC03-F5AD4B8D9A63}">
      <dgm:prSet/>
      <dgm:spPr/>
      <dgm:t>
        <a:bodyPr/>
        <a:lstStyle/>
        <a:p>
          <a:endParaRPr lang="en-IN"/>
        </a:p>
      </dgm:t>
    </dgm:pt>
    <dgm:pt modelId="{EEDAB5B0-7CB5-4D24-A973-C3BD01010806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Supply Chain</a:t>
          </a:r>
        </a:p>
      </dgm:t>
    </dgm:pt>
    <dgm:pt modelId="{390CC70D-2B4F-470F-AC65-C736FEAC4AA3}" type="parTrans" cxnId="{9351126A-1761-4C89-9306-43349CBC5691}">
      <dgm:prSet/>
      <dgm:spPr/>
      <dgm:t>
        <a:bodyPr/>
        <a:lstStyle/>
        <a:p>
          <a:endParaRPr lang="en-IN" sz="1300"/>
        </a:p>
      </dgm:t>
    </dgm:pt>
    <dgm:pt modelId="{5B83A4D4-2678-41F7-A147-F3242DFDBB08}" type="sibTrans" cxnId="{9351126A-1761-4C89-9306-43349CBC5691}">
      <dgm:prSet/>
      <dgm:spPr/>
      <dgm:t>
        <a:bodyPr/>
        <a:lstStyle/>
        <a:p>
          <a:endParaRPr lang="en-IN"/>
        </a:p>
      </dgm:t>
    </dgm:pt>
    <dgm:pt modelId="{6D193217-7300-404E-A55A-C17B5CF96986}">
      <dgm:prSet custT="1"/>
      <dgm:spPr/>
      <dgm:t>
        <a:bodyPr/>
        <a:lstStyle/>
        <a:p>
          <a:r>
            <a:rPr kumimoji="0" lang="en-US" sz="1300" b="1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High‑Level KPIs</a:t>
          </a:r>
        </a:p>
      </dgm:t>
    </dgm:pt>
    <dgm:pt modelId="{CFFEFAA8-F2AD-42C5-A66B-61E6BCE7A012}" type="parTrans" cxnId="{7A7BC153-5777-4DBD-9BF8-78CC9EB7DB34}">
      <dgm:prSet/>
      <dgm:spPr/>
      <dgm:t>
        <a:bodyPr/>
        <a:lstStyle/>
        <a:p>
          <a:endParaRPr lang="en-IN"/>
        </a:p>
      </dgm:t>
    </dgm:pt>
    <dgm:pt modelId="{62B2391C-C2FB-49C9-82AF-E95C6D91B9FD}" type="sibTrans" cxnId="{7A7BC153-5777-4DBD-9BF8-78CC9EB7DB34}">
      <dgm:prSet/>
      <dgm:spPr/>
      <dgm:t>
        <a:bodyPr/>
        <a:lstStyle/>
        <a:p>
          <a:endParaRPr lang="en-IN"/>
        </a:p>
      </dgm:t>
    </dgm:pt>
    <dgm:pt modelId="{5E55C790-7B01-4959-8B1C-10C48706D7CE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OTIF %</a:t>
          </a:r>
        </a:p>
      </dgm:t>
    </dgm:pt>
    <dgm:pt modelId="{95859530-FD15-4BB7-9E94-C4F2034A5C05}" type="parTrans" cxnId="{6FDA689E-8076-41BB-8620-211CAE3F6E5C}">
      <dgm:prSet/>
      <dgm:spPr/>
      <dgm:t>
        <a:bodyPr/>
        <a:lstStyle/>
        <a:p>
          <a:endParaRPr lang="en-IN" sz="1300"/>
        </a:p>
      </dgm:t>
    </dgm:pt>
    <dgm:pt modelId="{AE02B9E7-79AA-4A04-85DE-037E4D114824}" type="sibTrans" cxnId="{6FDA689E-8076-41BB-8620-211CAE3F6E5C}">
      <dgm:prSet/>
      <dgm:spPr/>
      <dgm:t>
        <a:bodyPr/>
        <a:lstStyle/>
        <a:p>
          <a:endParaRPr lang="en-IN"/>
        </a:p>
      </dgm:t>
    </dgm:pt>
    <dgm:pt modelId="{28686C1A-A3E5-418D-B204-1978D76C0DF4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Perfect Order %</a:t>
          </a:r>
        </a:p>
      </dgm:t>
    </dgm:pt>
    <dgm:pt modelId="{303FA2DC-1863-4601-B2F3-5ABE82A060D3}" type="parTrans" cxnId="{B7448AD4-525F-4B8E-B156-5A6EAD95FEB1}">
      <dgm:prSet/>
      <dgm:spPr/>
      <dgm:t>
        <a:bodyPr/>
        <a:lstStyle/>
        <a:p>
          <a:endParaRPr lang="en-IN" sz="1300"/>
        </a:p>
      </dgm:t>
    </dgm:pt>
    <dgm:pt modelId="{BB6AED99-FC62-4812-AB4F-ACE40E96428B}" type="sibTrans" cxnId="{B7448AD4-525F-4B8E-B156-5A6EAD95FEB1}">
      <dgm:prSet/>
      <dgm:spPr/>
      <dgm:t>
        <a:bodyPr/>
        <a:lstStyle/>
        <a:p>
          <a:endParaRPr lang="en-IN"/>
        </a:p>
      </dgm:t>
    </dgm:pt>
    <dgm:pt modelId="{0EAFB6AE-F541-4AED-B231-7E69D0830802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DSO</a:t>
          </a:r>
        </a:p>
      </dgm:t>
    </dgm:pt>
    <dgm:pt modelId="{A7562E7B-0409-45FF-BFB6-43CD2920E594}" type="parTrans" cxnId="{1B5EECA8-D341-4F96-A6B2-A503E1C5BB22}">
      <dgm:prSet/>
      <dgm:spPr/>
      <dgm:t>
        <a:bodyPr/>
        <a:lstStyle/>
        <a:p>
          <a:endParaRPr lang="en-IN" sz="1300"/>
        </a:p>
      </dgm:t>
    </dgm:pt>
    <dgm:pt modelId="{1DBF86A9-0501-46B5-BA3A-BCFEB7FFCA9A}" type="sibTrans" cxnId="{1B5EECA8-D341-4F96-A6B2-A503E1C5BB22}">
      <dgm:prSet/>
      <dgm:spPr/>
      <dgm:t>
        <a:bodyPr/>
        <a:lstStyle/>
        <a:p>
          <a:endParaRPr lang="en-IN"/>
        </a:p>
      </dgm:t>
    </dgm:pt>
    <dgm:pt modelId="{27C85B70-FCF5-4CC2-84A9-F0C6A1479A36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Claim / Return rate %</a:t>
          </a:r>
        </a:p>
      </dgm:t>
    </dgm:pt>
    <dgm:pt modelId="{775ABB6F-FE57-4B5D-B394-FC1855F2CEC0}" type="parTrans" cxnId="{0C5623BD-E681-4F28-9DF1-FD3A6AC5C0AF}">
      <dgm:prSet/>
      <dgm:spPr/>
      <dgm:t>
        <a:bodyPr/>
        <a:lstStyle/>
        <a:p>
          <a:endParaRPr lang="en-IN" sz="1300"/>
        </a:p>
      </dgm:t>
    </dgm:pt>
    <dgm:pt modelId="{04FD6D6C-03B0-43F7-B579-0CC5F04F77D0}" type="sibTrans" cxnId="{0C5623BD-E681-4F28-9DF1-FD3A6AC5C0AF}">
      <dgm:prSet/>
      <dgm:spPr/>
      <dgm:t>
        <a:bodyPr/>
        <a:lstStyle/>
        <a:p>
          <a:endParaRPr lang="en-IN"/>
        </a:p>
      </dgm:t>
    </dgm:pt>
    <dgm:pt modelId="{6123F5E0-338A-437E-B789-0674A2BAFBFE}">
      <dgm:prSet custT="1"/>
      <dgm:spPr/>
      <dgm:t>
        <a:bodyPr/>
        <a:lstStyle/>
        <a:p>
          <a:r>
            <a:rPr kumimoji="0" lang="en-US" sz="1300" b="0" i="0" u="none" strike="noStrike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Invoice accuracy %</a:t>
          </a:r>
        </a:p>
      </dgm:t>
    </dgm:pt>
    <dgm:pt modelId="{C14CBCE9-D32E-4E90-927B-87217533EB3C}" type="parTrans" cxnId="{984F60A4-2471-4459-875A-AD413F4CA021}">
      <dgm:prSet/>
      <dgm:spPr/>
      <dgm:t>
        <a:bodyPr/>
        <a:lstStyle/>
        <a:p>
          <a:endParaRPr lang="en-IN" sz="1300"/>
        </a:p>
      </dgm:t>
    </dgm:pt>
    <dgm:pt modelId="{7703B760-1F6B-4893-8863-512D428948E6}" type="sibTrans" cxnId="{984F60A4-2471-4459-875A-AD413F4CA021}">
      <dgm:prSet/>
      <dgm:spPr/>
      <dgm:t>
        <a:bodyPr/>
        <a:lstStyle/>
        <a:p>
          <a:endParaRPr lang="en-IN"/>
        </a:p>
      </dgm:t>
    </dgm:pt>
    <dgm:pt modelId="{0C9946AE-96BB-416F-95AD-072877A706B4}" type="pres">
      <dgm:prSet presAssocID="{F63C9D37-968A-446B-9482-4877BA5E890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13155C-A222-495A-B0FE-D1418CB491B8}" type="pres">
      <dgm:prSet presAssocID="{B990B4A7-19DF-4CE7-844B-3FC9AEE89375}" presName="root" presStyleCnt="0"/>
      <dgm:spPr/>
    </dgm:pt>
    <dgm:pt modelId="{1032A14E-6F7A-4F04-AB5C-07553AB5F70B}" type="pres">
      <dgm:prSet presAssocID="{B990B4A7-19DF-4CE7-844B-3FC9AEE89375}" presName="rootComposite" presStyleCnt="0"/>
      <dgm:spPr/>
    </dgm:pt>
    <dgm:pt modelId="{5235413B-D342-4F61-A13D-9E6EFE2EF81B}" type="pres">
      <dgm:prSet presAssocID="{B990B4A7-19DF-4CE7-844B-3FC9AEE89375}" presName="rootText" presStyleLbl="node1" presStyleIdx="0" presStyleCnt="7" custScaleX="146410" custScaleY="146410"/>
      <dgm:spPr/>
    </dgm:pt>
    <dgm:pt modelId="{B145A028-116D-4CF1-B3A5-E7AAD3B1A6B2}" type="pres">
      <dgm:prSet presAssocID="{B990B4A7-19DF-4CE7-844B-3FC9AEE89375}" presName="rootConnector" presStyleLbl="node1" presStyleIdx="0" presStyleCnt="7"/>
      <dgm:spPr/>
    </dgm:pt>
    <dgm:pt modelId="{E6B186C8-4EB3-4361-9B11-6532B26B16DB}" type="pres">
      <dgm:prSet presAssocID="{B990B4A7-19DF-4CE7-844B-3FC9AEE89375}" presName="childShape" presStyleCnt="0"/>
      <dgm:spPr/>
    </dgm:pt>
    <dgm:pt modelId="{5710ECB0-767F-4E9E-B6B8-A7A4E012942F}" type="pres">
      <dgm:prSet presAssocID="{65BA8682-99DF-41F5-82D9-03D58DAAD6C6}" presName="Name13" presStyleLbl="parChTrans1D2" presStyleIdx="0" presStyleCnt="33"/>
      <dgm:spPr/>
    </dgm:pt>
    <dgm:pt modelId="{D6A26427-EE05-4A55-A9B6-C302EFA38486}" type="pres">
      <dgm:prSet presAssocID="{9D210BD4-EEF7-4E67-B734-7C2B7F44791C}" presName="childText" presStyleLbl="bgAcc1" presStyleIdx="0" presStyleCnt="33" custScaleX="146410" custScaleY="146410">
        <dgm:presLayoutVars>
          <dgm:bulletEnabled val="1"/>
        </dgm:presLayoutVars>
      </dgm:prSet>
      <dgm:spPr/>
    </dgm:pt>
    <dgm:pt modelId="{C5E589EC-93FD-4B4B-A76F-EAC0922CC604}" type="pres">
      <dgm:prSet presAssocID="{12B3AE13-EEDF-4CF0-B58E-AC605CCD5ECC}" presName="Name13" presStyleLbl="parChTrans1D2" presStyleIdx="1" presStyleCnt="33"/>
      <dgm:spPr/>
    </dgm:pt>
    <dgm:pt modelId="{7E9A67DE-1A85-436B-A5E5-998B47F3C1C0}" type="pres">
      <dgm:prSet presAssocID="{7639C73D-B633-4ABA-A231-045AAA9AA216}" presName="childText" presStyleLbl="bgAcc1" presStyleIdx="1" presStyleCnt="33" custScaleX="146410" custScaleY="146410">
        <dgm:presLayoutVars>
          <dgm:bulletEnabled val="1"/>
        </dgm:presLayoutVars>
      </dgm:prSet>
      <dgm:spPr/>
    </dgm:pt>
    <dgm:pt modelId="{F27B6AD3-054A-4AC1-9691-98E6B4776F17}" type="pres">
      <dgm:prSet presAssocID="{0887B029-BD99-4832-BD6F-88453656FA3E}" presName="root" presStyleCnt="0"/>
      <dgm:spPr/>
    </dgm:pt>
    <dgm:pt modelId="{15E3FC59-0CCC-474D-9CDF-DAF1A7D2E38C}" type="pres">
      <dgm:prSet presAssocID="{0887B029-BD99-4832-BD6F-88453656FA3E}" presName="rootComposite" presStyleCnt="0"/>
      <dgm:spPr/>
    </dgm:pt>
    <dgm:pt modelId="{E18C91BC-7409-4422-8D75-196FF421CA58}" type="pres">
      <dgm:prSet presAssocID="{0887B029-BD99-4832-BD6F-88453656FA3E}" presName="rootText" presStyleLbl="node1" presStyleIdx="1" presStyleCnt="7" custScaleX="146410" custScaleY="146410"/>
      <dgm:spPr/>
    </dgm:pt>
    <dgm:pt modelId="{903AA316-60AE-4003-AFB6-E95E31ACC905}" type="pres">
      <dgm:prSet presAssocID="{0887B029-BD99-4832-BD6F-88453656FA3E}" presName="rootConnector" presStyleLbl="node1" presStyleIdx="1" presStyleCnt="7"/>
      <dgm:spPr/>
    </dgm:pt>
    <dgm:pt modelId="{7344B41B-DD26-49E5-B938-67FA6FB196EA}" type="pres">
      <dgm:prSet presAssocID="{0887B029-BD99-4832-BD6F-88453656FA3E}" presName="childShape" presStyleCnt="0"/>
      <dgm:spPr/>
    </dgm:pt>
    <dgm:pt modelId="{F8D0914F-B4C2-4257-B891-32888CEB2B07}" type="pres">
      <dgm:prSet presAssocID="{C9001C89-7FA8-48A9-B1B2-828775EFBC9B}" presName="Name13" presStyleLbl="parChTrans1D2" presStyleIdx="2" presStyleCnt="33"/>
      <dgm:spPr/>
    </dgm:pt>
    <dgm:pt modelId="{ED1C8175-1B64-4433-B890-D9305C78DA6C}" type="pres">
      <dgm:prSet presAssocID="{C4B9AAB7-CD08-42A9-895C-64B7A4BC514F}" presName="childText" presStyleLbl="bgAcc1" presStyleIdx="2" presStyleCnt="33" custScaleX="146410" custScaleY="146410">
        <dgm:presLayoutVars>
          <dgm:bulletEnabled val="1"/>
        </dgm:presLayoutVars>
      </dgm:prSet>
      <dgm:spPr/>
    </dgm:pt>
    <dgm:pt modelId="{35A38084-2460-402A-B523-42E412045C6D}" type="pres">
      <dgm:prSet presAssocID="{F237A03D-428D-4024-B623-2169A5AB11A2}" presName="Name13" presStyleLbl="parChTrans1D2" presStyleIdx="3" presStyleCnt="33"/>
      <dgm:spPr/>
    </dgm:pt>
    <dgm:pt modelId="{C34E62C1-8121-4C0C-B02D-E7C55AAC54A4}" type="pres">
      <dgm:prSet presAssocID="{15A22AE2-3AF8-4AB2-A917-B2D4470E08A1}" presName="childText" presStyleLbl="bgAcc1" presStyleIdx="3" presStyleCnt="33" custScaleX="146410" custScaleY="146410">
        <dgm:presLayoutVars>
          <dgm:bulletEnabled val="1"/>
        </dgm:presLayoutVars>
      </dgm:prSet>
      <dgm:spPr/>
    </dgm:pt>
    <dgm:pt modelId="{07F9CCD0-88FD-4570-803D-9969F293DB7F}" type="pres">
      <dgm:prSet presAssocID="{11997648-3ABE-413E-A430-84468C0F79EB}" presName="Name13" presStyleLbl="parChTrans1D2" presStyleIdx="4" presStyleCnt="33"/>
      <dgm:spPr/>
    </dgm:pt>
    <dgm:pt modelId="{5D47CD71-A7C6-44D9-B532-71990495BB21}" type="pres">
      <dgm:prSet presAssocID="{9F45130C-A879-4753-9222-406A1DFE3418}" presName="childText" presStyleLbl="bgAcc1" presStyleIdx="4" presStyleCnt="33" custScaleX="146410" custScaleY="146410">
        <dgm:presLayoutVars>
          <dgm:bulletEnabled val="1"/>
        </dgm:presLayoutVars>
      </dgm:prSet>
      <dgm:spPr/>
    </dgm:pt>
    <dgm:pt modelId="{35E46531-C936-48AD-A315-2DA8D01EF8D6}" type="pres">
      <dgm:prSet presAssocID="{2CDBF9FD-8864-4DF4-BB58-26226704902A}" presName="Name13" presStyleLbl="parChTrans1D2" presStyleIdx="5" presStyleCnt="33"/>
      <dgm:spPr/>
    </dgm:pt>
    <dgm:pt modelId="{3EF41B15-C192-41D9-A639-BB31B50DA16D}" type="pres">
      <dgm:prSet presAssocID="{F2E586D1-9A9F-43CA-BF28-12411B970BE5}" presName="childText" presStyleLbl="bgAcc1" presStyleIdx="5" presStyleCnt="33" custScaleX="146410" custScaleY="146410">
        <dgm:presLayoutVars>
          <dgm:bulletEnabled val="1"/>
        </dgm:presLayoutVars>
      </dgm:prSet>
      <dgm:spPr/>
    </dgm:pt>
    <dgm:pt modelId="{40EE5347-B0C6-4866-AB19-7C2763A122C9}" type="pres">
      <dgm:prSet presAssocID="{4D2435A1-B056-441C-9E33-688D7AE233D6}" presName="Name13" presStyleLbl="parChTrans1D2" presStyleIdx="6" presStyleCnt="33"/>
      <dgm:spPr/>
    </dgm:pt>
    <dgm:pt modelId="{A05223DC-9130-48B8-AD3F-6749608D4AB2}" type="pres">
      <dgm:prSet presAssocID="{773E0209-E56E-48F1-B13F-5389647121E7}" presName="childText" presStyleLbl="bgAcc1" presStyleIdx="6" presStyleCnt="33" custScaleX="146410" custScaleY="146410">
        <dgm:presLayoutVars>
          <dgm:bulletEnabled val="1"/>
        </dgm:presLayoutVars>
      </dgm:prSet>
      <dgm:spPr/>
    </dgm:pt>
    <dgm:pt modelId="{2E6C3AA4-6966-4C71-B17A-E8637B2A2259}" type="pres">
      <dgm:prSet presAssocID="{36C0967C-848A-45DF-A29E-1BF5BC28F2A8}" presName="root" presStyleCnt="0"/>
      <dgm:spPr/>
    </dgm:pt>
    <dgm:pt modelId="{798EDEFC-AAC2-4442-8F2F-0BA7FD47F052}" type="pres">
      <dgm:prSet presAssocID="{36C0967C-848A-45DF-A29E-1BF5BC28F2A8}" presName="rootComposite" presStyleCnt="0"/>
      <dgm:spPr/>
    </dgm:pt>
    <dgm:pt modelId="{AD4CF5DC-277C-40B7-B0D5-42FA6015733C}" type="pres">
      <dgm:prSet presAssocID="{36C0967C-848A-45DF-A29E-1BF5BC28F2A8}" presName="rootText" presStyleLbl="node1" presStyleIdx="2" presStyleCnt="7" custScaleX="146410" custScaleY="146410"/>
      <dgm:spPr/>
    </dgm:pt>
    <dgm:pt modelId="{584BE9BB-3395-4BB5-81C1-D8F623F18564}" type="pres">
      <dgm:prSet presAssocID="{36C0967C-848A-45DF-A29E-1BF5BC28F2A8}" presName="rootConnector" presStyleLbl="node1" presStyleIdx="2" presStyleCnt="7"/>
      <dgm:spPr/>
    </dgm:pt>
    <dgm:pt modelId="{C7294078-EADF-4F83-AB92-9DD3E828F03C}" type="pres">
      <dgm:prSet presAssocID="{36C0967C-848A-45DF-A29E-1BF5BC28F2A8}" presName="childShape" presStyleCnt="0"/>
      <dgm:spPr/>
    </dgm:pt>
    <dgm:pt modelId="{36EE7A3B-6DA8-4D31-9C72-11EF25C3011A}" type="pres">
      <dgm:prSet presAssocID="{B59ED91B-CC0E-4574-9977-700A49BC755B}" presName="Name13" presStyleLbl="parChTrans1D2" presStyleIdx="7" presStyleCnt="33"/>
      <dgm:spPr/>
    </dgm:pt>
    <dgm:pt modelId="{1FF22560-EA8D-4D42-9686-2F99769ACD99}" type="pres">
      <dgm:prSet presAssocID="{0829245A-96EC-474D-8A56-2FF99B92933C}" presName="childText" presStyleLbl="bgAcc1" presStyleIdx="7" presStyleCnt="33" custScaleX="146410" custScaleY="146410">
        <dgm:presLayoutVars>
          <dgm:bulletEnabled val="1"/>
        </dgm:presLayoutVars>
      </dgm:prSet>
      <dgm:spPr/>
    </dgm:pt>
    <dgm:pt modelId="{5590837E-E134-4C7F-92C6-62632AF0E6D3}" type="pres">
      <dgm:prSet presAssocID="{8246ABD2-D233-44B1-A76B-059C23D7AED5}" presName="Name13" presStyleLbl="parChTrans1D2" presStyleIdx="8" presStyleCnt="33"/>
      <dgm:spPr/>
    </dgm:pt>
    <dgm:pt modelId="{9E21A3D9-6D12-4B68-B52D-A1B44FA1365C}" type="pres">
      <dgm:prSet presAssocID="{8C6BF1E9-8E17-47BA-9ECA-F533195B51B8}" presName="childText" presStyleLbl="bgAcc1" presStyleIdx="8" presStyleCnt="33" custScaleX="146410" custScaleY="146410">
        <dgm:presLayoutVars>
          <dgm:bulletEnabled val="1"/>
        </dgm:presLayoutVars>
      </dgm:prSet>
      <dgm:spPr/>
    </dgm:pt>
    <dgm:pt modelId="{D31A5A93-29A5-477C-9A52-17D4E366995A}" type="pres">
      <dgm:prSet presAssocID="{DFDCF242-46AC-4F82-97B3-C66531F4EC47}" presName="Name13" presStyleLbl="parChTrans1D2" presStyleIdx="9" presStyleCnt="33"/>
      <dgm:spPr/>
    </dgm:pt>
    <dgm:pt modelId="{85B3DE4E-C7BD-4316-8C15-0A5A03310E98}" type="pres">
      <dgm:prSet presAssocID="{2D5DB25F-C5FB-4E34-BCD4-86D78C4ADD5E}" presName="childText" presStyleLbl="bgAcc1" presStyleIdx="9" presStyleCnt="33" custScaleX="146410" custScaleY="146410">
        <dgm:presLayoutVars>
          <dgm:bulletEnabled val="1"/>
        </dgm:presLayoutVars>
      </dgm:prSet>
      <dgm:spPr/>
    </dgm:pt>
    <dgm:pt modelId="{516E10CB-78A4-4D21-A423-4088F577E52A}" type="pres">
      <dgm:prSet presAssocID="{1C4218F5-1268-45AC-AECB-00D6C01FECFF}" presName="Name13" presStyleLbl="parChTrans1D2" presStyleIdx="10" presStyleCnt="33"/>
      <dgm:spPr/>
    </dgm:pt>
    <dgm:pt modelId="{8E285218-D485-4D44-BD83-ABA65F9ADC18}" type="pres">
      <dgm:prSet presAssocID="{568BDB62-6FC6-4848-8AD0-2E1DC14E1631}" presName="childText" presStyleLbl="bgAcc1" presStyleIdx="10" presStyleCnt="33" custScaleX="146410" custScaleY="146410">
        <dgm:presLayoutVars>
          <dgm:bulletEnabled val="1"/>
        </dgm:presLayoutVars>
      </dgm:prSet>
      <dgm:spPr/>
    </dgm:pt>
    <dgm:pt modelId="{1EFF6166-D117-4CC1-8E71-6294D58D1E61}" type="pres">
      <dgm:prSet presAssocID="{B228E16C-5E86-43FA-852E-50CDA2F4C787}" presName="Name13" presStyleLbl="parChTrans1D2" presStyleIdx="11" presStyleCnt="33"/>
      <dgm:spPr/>
    </dgm:pt>
    <dgm:pt modelId="{38D885B1-2020-4993-8879-9A813C38F8C7}" type="pres">
      <dgm:prSet presAssocID="{C5F54199-A916-4741-81C5-57F5F73B7733}" presName="childText" presStyleLbl="bgAcc1" presStyleIdx="11" presStyleCnt="33" custScaleX="146410" custScaleY="146410">
        <dgm:presLayoutVars>
          <dgm:bulletEnabled val="1"/>
        </dgm:presLayoutVars>
      </dgm:prSet>
      <dgm:spPr/>
    </dgm:pt>
    <dgm:pt modelId="{7C8A3A46-CB10-4707-B7F3-4330D354DA7F}" type="pres">
      <dgm:prSet presAssocID="{CDFD01B2-F9C6-4D1F-B451-644E55246006}" presName="root" presStyleCnt="0"/>
      <dgm:spPr/>
    </dgm:pt>
    <dgm:pt modelId="{63C0FCBA-58C5-40BD-BFEE-C1916594C417}" type="pres">
      <dgm:prSet presAssocID="{CDFD01B2-F9C6-4D1F-B451-644E55246006}" presName="rootComposite" presStyleCnt="0"/>
      <dgm:spPr/>
    </dgm:pt>
    <dgm:pt modelId="{9C942B2F-6F3D-40A3-8DF8-A29E1528DB48}" type="pres">
      <dgm:prSet presAssocID="{CDFD01B2-F9C6-4D1F-B451-644E55246006}" presName="rootText" presStyleLbl="node1" presStyleIdx="3" presStyleCnt="7" custScaleX="146410" custScaleY="146410"/>
      <dgm:spPr/>
    </dgm:pt>
    <dgm:pt modelId="{1A6965C9-AC76-4CE8-9BA4-4CD7DC613764}" type="pres">
      <dgm:prSet presAssocID="{CDFD01B2-F9C6-4D1F-B451-644E55246006}" presName="rootConnector" presStyleLbl="node1" presStyleIdx="3" presStyleCnt="7"/>
      <dgm:spPr/>
    </dgm:pt>
    <dgm:pt modelId="{0720F0EB-9983-4308-83FC-4D63C2E1BD54}" type="pres">
      <dgm:prSet presAssocID="{CDFD01B2-F9C6-4D1F-B451-644E55246006}" presName="childShape" presStyleCnt="0"/>
      <dgm:spPr/>
    </dgm:pt>
    <dgm:pt modelId="{2FE7F052-AD9E-4EFF-8901-ECBC3F13C586}" type="pres">
      <dgm:prSet presAssocID="{3DFE261B-AD33-444D-97B0-0DAA70B4C7DF}" presName="Name13" presStyleLbl="parChTrans1D2" presStyleIdx="12" presStyleCnt="33"/>
      <dgm:spPr/>
    </dgm:pt>
    <dgm:pt modelId="{494756EF-AF95-4F9A-B6EC-2C815C7FC428}" type="pres">
      <dgm:prSet presAssocID="{3872C654-EAB7-4E0F-9983-DB8BD68227C8}" presName="childText" presStyleLbl="bgAcc1" presStyleIdx="12" presStyleCnt="33" custScaleX="146410" custScaleY="146410">
        <dgm:presLayoutVars>
          <dgm:bulletEnabled val="1"/>
        </dgm:presLayoutVars>
      </dgm:prSet>
      <dgm:spPr/>
    </dgm:pt>
    <dgm:pt modelId="{3BE7935F-766F-43C1-918D-A2C0E2E379E4}" type="pres">
      <dgm:prSet presAssocID="{1F441E88-FA85-482B-B9B6-1B2CB5D6F6AD}" presName="Name13" presStyleLbl="parChTrans1D2" presStyleIdx="13" presStyleCnt="33"/>
      <dgm:spPr/>
    </dgm:pt>
    <dgm:pt modelId="{48AFDB07-242C-4A51-AE15-44537BC7C909}" type="pres">
      <dgm:prSet presAssocID="{27D00C92-7F58-448E-B0A4-088FE406C08D}" presName="childText" presStyleLbl="bgAcc1" presStyleIdx="13" presStyleCnt="33" custScaleX="146410" custScaleY="146410">
        <dgm:presLayoutVars>
          <dgm:bulletEnabled val="1"/>
        </dgm:presLayoutVars>
      </dgm:prSet>
      <dgm:spPr/>
    </dgm:pt>
    <dgm:pt modelId="{FF8338F3-457B-4B1F-9011-E4503F623BD7}" type="pres">
      <dgm:prSet presAssocID="{2CF73D00-37F7-48FA-9CBA-BD2B76C136C7}" presName="Name13" presStyleLbl="parChTrans1D2" presStyleIdx="14" presStyleCnt="33"/>
      <dgm:spPr/>
    </dgm:pt>
    <dgm:pt modelId="{401E0D3A-EEEC-4DA4-B707-0E30F84D35F2}" type="pres">
      <dgm:prSet presAssocID="{162A0EF5-B5A9-4D91-81F3-553774AA10D7}" presName="childText" presStyleLbl="bgAcc1" presStyleIdx="14" presStyleCnt="33" custScaleX="146410" custScaleY="146410">
        <dgm:presLayoutVars>
          <dgm:bulletEnabled val="1"/>
        </dgm:presLayoutVars>
      </dgm:prSet>
      <dgm:spPr/>
    </dgm:pt>
    <dgm:pt modelId="{24B65B4B-1FB0-48E2-9733-0D88BB23CBBA}" type="pres">
      <dgm:prSet presAssocID="{ADCAC730-7487-43BB-AEA4-2DF80D0D014A}" presName="Name13" presStyleLbl="parChTrans1D2" presStyleIdx="15" presStyleCnt="33"/>
      <dgm:spPr/>
    </dgm:pt>
    <dgm:pt modelId="{D2CD1D38-969C-48AA-A57C-E580760D6E1C}" type="pres">
      <dgm:prSet presAssocID="{501A3CA6-F924-4B62-8EB0-4470F0107A8D}" presName="childText" presStyleLbl="bgAcc1" presStyleIdx="15" presStyleCnt="33" custScaleX="146410" custScaleY="146410">
        <dgm:presLayoutVars>
          <dgm:bulletEnabled val="1"/>
        </dgm:presLayoutVars>
      </dgm:prSet>
      <dgm:spPr/>
    </dgm:pt>
    <dgm:pt modelId="{8D041C6C-79D1-4733-818F-D4203B43CDE1}" type="pres">
      <dgm:prSet presAssocID="{FFBB0D38-2A04-45E8-9B42-DC6B9B037FA2}" presName="Name13" presStyleLbl="parChTrans1D2" presStyleIdx="16" presStyleCnt="33"/>
      <dgm:spPr/>
    </dgm:pt>
    <dgm:pt modelId="{80435722-9916-4E29-9BC5-56B5515B6CDD}" type="pres">
      <dgm:prSet presAssocID="{B3E4E238-C0AB-44C4-939E-6E0E38A8491A}" presName="childText" presStyleLbl="bgAcc1" presStyleIdx="16" presStyleCnt="33" custScaleX="146410" custScaleY="146410">
        <dgm:presLayoutVars>
          <dgm:bulletEnabled val="1"/>
        </dgm:presLayoutVars>
      </dgm:prSet>
      <dgm:spPr/>
    </dgm:pt>
    <dgm:pt modelId="{876A79C5-036C-4F39-BDDC-DFD38032B46F}" type="pres">
      <dgm:prSet presAssocID="{C683B4C9-FFFE-4162-9001-3D02BD0BB16A}" presName="Name13" presStyleLbl="parChTrans1D2" presStyleIdx="17" presStyleCnt="33"/>
      <dgm:spPr/>
    </dgm:pt>
    <dgm:pt modelId="{16E7A23B-5DDE-453C-A565-47659F4A7CD5}" type="pres">
      <dgm:prSet presAssocID="{ACE65AF3-F0A5-425F-A75E-C984FF7940EA}" presName="childText" presStyleLbl="bgAcc1" presStyleIdx="17" presStyleCnt="33" custScaleX="146410" custScaleY="146410">
        <dgm:presLayoutVars>
          <dgm:bulletEnabled val="1"/>
        </dgm:presLayoutVars>
      </dgm:prSet>
      <dgm:spPr/>
    </dgm:pt>
    <dgm:pt modelId="{E7DB3147-6A3A-46FB-B707-4881D07D06CB}" type="pres">
      <dgm:prSet presAssocID="{34AA974E-81B8-46A6-86B4-AB80506CF19F}" presName="Name13" presStyleLbl="parChTrans1D2" presStyleIdx="18" presStyleCnt="33"/>
      <dgm:spPr/>
    </dgm:pt>
    <dgm:pt modelId="{83D43038-18D4-42A2-AF09-34C741D05AD1}" type="pres">
      <dgm:prSet presAssocID="{3617BF73-FB3A-4380-997C-3F9968C1E775}" presName="childText" presStyleLbl="bgAcc1" presStyleIdx="18" presStyleCnt="33" custScaleX="303509" custScaleY="146410">
        <dgm:presLayoutVars>
          <dgm:bulletEnabled val="1"/>
        </dgm:presLayoutVars>
      </dgm:prSet>
      <dgm:spPr/>
    </dgm:pt>
    <dgm:pt modelId="{9E49A724-75F9-4870-A85B-957AFB477848}" type="pres">
      <dgm:prSet presAssocID="{727D1BD7-8BE3-42F4-9324-766FFF843D41}" presName="root" presStyleCnt="0"/>
      <dgm:spPr/>
    </dgm:pt>
    <dgm:pt modelId="{F7E318BD-E5F8-4676-A08B-21E364D2893D}" type="pres">
      <dgm:prSet presAssocID="{727D1BD7-8BE3-42F4-9324-766FFF843D41}" presName="rootComposite" presStyleCnt="0"/>
      <dgm:spPr/>
    </dgm:pt>
    <dgm:pt modelId="{EB7E91B2-5F19-4523-8D5A-9C765DFC902E}" type="pres">
      <dgm:prSet presAssocID="{727D1BD7-8BE3-42F4-9324-766FFF843D41}" presName="rootText" presStyleLbl="node1" presStyleIdx="4" presStyleCnt="7" custScaleX="146410" custScaleY="146410"/>
      <dgm:spPr/>
    </dgm:pt>
    <dgm:pt modelId="{CD917326-134B-41E6-A4DC-183A16B6D642}" type="pres">
      <dgm:prSet presAssocID="{727D1BD7-8BE3-42F4-9324-766FFF843D41}" presName="rootConnector" presStyleLbl="node1" presStyleIdx="4" presStyleCnt="7"/>
      <dgm:spPr/>
    </dgm:pt>
    <dgm:pt modelId="{33BC970F-5FC8-4599-8E0E-2E89365911EB}" type="pres">
      <dgm:prSet presAssocID="{727D1BD7-8BE3-42F4-9324-766FFF843D41}" presName="childShape" presStyleCnt="0"/>
      <dgm:spPr/>
    </dgm:pt>
    <dgm:pt modelId="{41AF1A97-2682-410A-8763-BE8E2D401DEB}" type="pres">
      <dgm:prSet presAssocID="{55E370A0-494F-4AF3-BBB9-DE616705D162}" presName="Name13" presStyleLbl="parChTrans1D2" presStyleIdx="19" presStyleCnt="33"/>
      <dgm:spPr/>
    </dgm:pt>
    <dgm:pt modelId="{B72B5F04-39E1-43AB-BD99-409F6D1D03B4}" type="pres">
      <dgm:prSet presAssocID="{9A8F3C55-79B1-4DC7-BFCA-8AADB28FEC40}" presName="childText" presStyleLbl="bgAcc1" presStyleIdx="19" presStyleCnt="33" custScaleX="146410" custScaleY="146410">
        <dgm:presLayoutVars>
          <dgm:bulletEnabled val="1"/>
        </dgm:presLayoutVars>
      </dgm:prSet>
      <dgm:spPr/>
    </dgm:pt>
    <dgm:pt modelId="{B42F1E00-2361-48D1-9D3B-DF30D2E15728}" type="pres">
      <dgm:prSet presAssocID="{DD20A9A4-8C6C-45FC-94FA-F7443FB8F71B}" presName="Name13" presStyleLbl="parChTrans1D2" presStyleIdx="20" presStyleCnt="33"/>
      <dgm:spPr/>
    </dgm:pt>
    <dgm:pt modelId="{FC26CF53-C111-4952-8017-230317E029C5}" type="pres">
      <dgm:prSet presAssocID="{DF92D7DD-3D5A-4C49-BBB6-F7BF7E49747C}" presName="childText" presStyleLbl="bgAcc1" presStyleIdx="20" presStyleCnt="33" custScaleX="146410" custScaleY="146410">
        <dgm:presLayoutVars>
          <dgm:bulletEnabled val="1"/>
        </dgm:presLayoutVars>
      </dgm:prSet>
      <dgm:spPr/>
    </dgm:pt>
    <dgm:pt modelId="{CE6E0FA4-D50A-4D42-AF09-6A911DEF8C2C}" type="pres">
      <dgm:prSet presAssocID="{5C4161B4-3613-474F-AAE2-12BD92B72CF9}" presName="Name13" presStyleLbl="parChTrans1D2" presStyleIdx="21" presStyleCnt="33"/>
      <dgm:spPr/>
    </dgm:pt>
    <dgm:pt modelId="{A47FE935-74F7-4BB3-99C8-FF1F2E218B79}" type="pres">
      <dgm:prSet presAssocID="{26E5E261-7B37-49D5-BBF6-A22A3BCDE9D2}" presName="childText" presStyleLbl="bgAcc1" presStyleIdx="21" presStyleCnt="33" custScaleX="146410" custScaleY="146410">
        <dgm:presLayoutVars>
          <dgm:bulletEnabled val="1"/>
        </dgm:presLayoutVars>
      </dgm:prSet>
      <dgm:spPr/>
    </dgm:pt>
    <dgm:pt modelId="{6471BFB7-9314-40B2-918F-B2469D0640D4}" type="pres">
      <dgm:prSet presAssocID="{71C800FD-05DB-4F9C-BA72-3EAC932F4462}" presName="Name13" presStyleLbl="parChTrans1D2" presStyleIdx="22" presStyleCnt="33"/>
      <dgm:spPr/>
    </dgm:pt>
    <dgm:pt modelId="{DCAC4F25-68AD-4D1C-A472-7AB44F6220AB}" type="pres">
      <dgm:prSet presAssocID="{3D840924-6C98-425A-AC15-17CDDC1A5938}" presName="childText" presStyleLbl="bgAcc1" presStyleIdx="22" presStyleCnt="33" custScaleX="146410" custScaleY="146410">
        <dgm:presLayoutVars>
          <dgm:bulletEnabled val="1"/>
        </dgm:presLayoutVars>
      </dgm:prSet>
      <dgm:spPr/>
    </dgm:pt>
    <dgm:pt modelId="{2B1B7412-1FEA-442F-B22A-E34699AF8CDD}" type="pres">
      <dgm:prSet presAssocID="{2DA1EDB1-5592-4A0D-B2E2-A264FCA5FDF8}" presName="Name13" presStyleLbl="parChTrans1D2" presStyleIdx="23" presStyleCnt="33"/>
      <dgm:spPr/>
    </dgm:pt>
    <dgm:pt modelId="{7956B295-9625-4E79-8A8E-D3E4786E024E}" type="pres">
      <dgm:prSet presAssocID="{CE179174-860D-433B-8E38-DB837BCC7560}" presName="childText" presStyleLbl="bgAcc1" presStyleIdx="23" presStyleCnt="33" custScaleX="146410" custScaleY="146410">
        <dgm:presLayoutVars>
          <dgm:bulletEnabled val="1"/>
        </dgm:presLayoutVars>
      </dgm:prSet>
      <dgm:spPr/>
    </dgm:pt>
    <dgm:pt modelId="{4EC530C5-8C18-4049-96D5-04A9816F6D94}" type="pres">
      <dgm:prSet presAssocID="{38B1E362-623C-4CFA-9D1B-4C1B823AA36C}" presName="root" presStyleCnt="0"/>
      <dgm:spPr/>
    </dgm:pt>
    <dgm:pt modelId="{82D1141F-CA82-4A0B-8A8D-E99E96F936C8}" type="pres">
      <dgm:prSet presAssocID="{38B1E362-623C-4CFA-9D1B-4C1B823AA36C}" presName="rootComposite" presStyleCnt="0"/>
      <dgm:spPr/>
    </dgm:pt>
    <dgm:pt modelId="{CC4A45D9-26DC-4AC6-8B3B-21E74D624E2E}" type="pres">
      <dgm:prSet presAssocID="{38B1E362-623C-4CFA-9D1B-4C1B823AA36C}" presName="rootText" presStyleLbl="node1" presStyleIdx="5" presStyleCnt="7" custScaleX="146410" custScaleY="146410"/>
      <dgm:spPr/>
    </dgm:pt>
    <dgm:pt modelId="{9F94B0E9-1E61-4E5D-AA80-9AD7DBC41CCF}" type="pres">
      <dgm:prSet presAssocID="{38B1E362-623C-4CFA-9D1B-4C1B823AA36C}" presName="rootConnector" presStyleLbl="node1" presStyleIdx="5" presStyleCnt="7"/>
      <dgm:spPr/>
    </dgm:pt>
    <dgm:pt modelId="{A818CD03-993D-417B-9C31-B19F71557BAC}" type="pres">
      <dgm:prSet presAssocID="{38B1E362-623C-4CFA-9D1B-4C1B823AA36C}" presName="childShape" presStyleCnt="0"/>
      <dgm:spPr/>
    </dgm:pt>
    <dgm:pt modelId="{14E0F0BD-BE7F-4636-BC61-3EF7218954D9}" type="pres">
      <dgm:prSet presAssocID="{24068878-9F4F-4F3F-B5E2-96EEF15B4A3D}" presName="Name13" presStyleLbl="parChTrans1D2" presStyleIdx="24" presStyleCnt="33"/>
      <dgm:spPr/>
    </dgm:pt>
    <dgm:pt modelId="{F0F57DB0-E06C-4B0D-8046-10E5280D4035}" type="pres">
      <dgm:prSet presAssocID="{999B69AA-DEB4-423F-8E44-A5775636C23A}" presName="childText" presStyleLbl="bgAcc1" presStyleIdx="24" presStyleCnt="33" custScaleX="146410" custScaleY="146410">
        <dgm:presLayoutVars>
          <dgm:bulletEnabled val="1"/>
        </dgm:presLayoutVars>
      </dgm:prSet>
      <dgm:spPr/>
    </dgm:pt>
    <dgm:pt modelId="{B24EA2E1-B0B4-4E09-8167-8176BC4D5798}" type="pres">
      <dgm:prSet presAssocID="{F1B18561-ED8E-4713-91A3-1F98E85C7C30}" presName="Name13" presStyleLbl="parChTrans1D2" presStyleIdx="25" presStyleCnt="33"/>
      <dgm:spPr/>
    </dgm:pt>
    <dgm:pt modelId="{E833FC2E-25B6-43C6-931F-140DB778A104}" type="pres">
      <dgm:prSet presAssocID="{86E83F9C-F40C-46E7-B13A-4E5E03CCCE69}" presName="childText" presStyleLbl="bgAcc1" presStyleIdx="25" presStyleCnt="33" custScaleX="146410" custScaleY="146410">
        <dgm:presLayoutVars>
          <dgm:bulletEnabled val="1"/>
        </dgm:presLayoutVars>
      </dgm:prSet>
      <dgm:spPr/>
    </dgm:pt>
    <dgm:pt modelId="{20784971-134B-48D6-8E57-0E17EBD6B444}" type="pres">
      <dgm:prSet presAssocID="{2A3DA8E9-1D9D-47C8-8D61-178C1E4E4BC1}" presName="Name13" presStyleLbl="parChTrans1D2" presStyleIdx="26" presStyleCnt="33"/>
      <dgm:spPr/>
    </dgm:pt>
    <dgm:pt modelId="{8917C8C5-AD22-4959-B1E0-BE6059225150}" type="pres">
      <dgm:prSet presAssocID="{AE0F6469-B106-4818-A496-DD271FAE1B24}" presName="childText" presStyleLbl="bgAcc1" presStyleIdx="26" presStyleCnt="33" custScaleX="146410" custScaleY="146410">
        <dgm:presLayoutVars>
          <dgm:bulletEnabled val="1"/>
        </dgm:presLayoutVars>
      </dgm:prSet>
      <dgm:spPr/>
    </dgm:pt>
    <dgm:pt modelId="{4CE9F7F3-1E40-44AC-A5EF-B556E9D2B621}" type="pres">
      <dgm:prSet presAssocID="{390CC70D-2B4F-470F-AC65-C736FEAC4AA3}" presName="Name13" presStyleLbl="parChTrans1D2" presStyleIdx="27" presStyleCnt="33"/>
      <dgm:spPr/>
    </dgm:pt>
    <dgm:pt modelId="{E02410C4-0F60-43CB-BEBF-778DCD198ABF}" type="pres">
      <dgm:prSet presAssocID="{EEDAB5B0-7CB5-4D24-A973-C3BD01010806}" presName="childText" presStyleLbl="bgAcc1" presStyleIdx="27" presStyleCnt="33" custScaleX="146410" custScaleY="146410">
        <dgm:presLayoutVars>
          <dgm:bulletEnabled val="1"/>
        </dgm:presLayoutVars>
      </dgm:prSet>
      <dgm:spPr/>
    </dgm:pt>
    <dgm:pt modelId="{81B9BB3E-7F7B-4E6D-8580-A70067FC57DE}" type="pres">
      <dgm:prSet presAssocID="{6D193217-7300-404E-A55A-C17B5CF96986}" presName="root" presStyleCnt="0"/>
      <dgm:spPr/>
    </dgm:pt>
    <dgm:pt modelId="{8F6A4DF0-FB30-45B2-84F5-8D1E08D068D9}" type="pres">
      <dgm:prSet presAssocID="{6D193217-7300-404E-A55A-C17B5CF96986}" presName="rootComposite" presStyleCnt="0"/>
      <dgm:spPr/>
    </dgm:pt>
    <dgm:pt modelId="{28BE8193-A066-4BDD-9AEF-4E8DA1FB3802}" type="pres">
      <dgm:prSet presAssocID="{6D193217-7300-404E-A55A-C17B5CF96986}" presName="rootText" presStyleLbl="node1" presStyleIdx="6" presStyleCnt="7" custScaleX="146410" custScaleY="146410"/>
      <dgm:spPr/>
    </dgm:pt>
    <dgm:pt modelId="{B9B45FB4-CED0-46C3-B141-3A2882E49E27}" type="pres">
      <dgm:prSet presAssocID="{6D193217-7300-404E-A55A-C17B5CF96986}" presName="rootConnector" presStyleLbl="node1" presStyleIdx="6" presStyleCnt="7"/>
      <dgm:spPr/>
    </dgm:pt>
    <dgm:pt modelId="{23E54E98-650B-4AF5-9A18-DFE26BA563D3}" type="pres">
      <dgm:prSet presAssocID="{6D193217-7300-404E-A55A-C17B5CF96986}" presName="childShape" presStyleCnt="0"/>
      <dgm:spPr/>
    </dgm:pt>
    <dgm:pt modelId="{4CBBD256-BC5A-455D-B25F-092ADECF24DD}" type="pres">
      <dgm:prSet presAssocID="{95859530-FD15-4BB7-9E94-C4F2034A5C05}" presName="Name13" presStyleLbl="parChTrans1D2" presStyleIdx="28" presStyleCnt="33"/>
      <dgm:spPr/>
    </dgm:pt>
    <dgm:pt modelId="{0B8D3F97-C485-4C62-9B49-04373419DCA0}" type="pres">
      <dgm:prSet presAssocID="{5E55C790-7B01-4959-8B1C-10C48706D7CE}" presName="childText" presStyleLbl="bgAcc1" presStyleIdx="28" presStyleCnt="33" custScaleX="146410" custScaleY="146410">
        <dgm:presLayoutVars>
          <dgm:bulletEnabled val="1"/>
        </dgm:presLayoutVars>
      </dgm:prSet>
      <dgm:spPr/>
    </dgm:pt>
    <dgm:pt modelId="{753C2893-A0B4-4531-9972-025FC662A6E8}" type="pres">
      <dgm:prSet presAssocID="{303FA2DC-1863-4601-B2F3-5ABE82A060D3}" presName="Name13" presStyleLbl="parChTrans1D2" presStyleIdx="29" presStyleCnt="33"/>
      <dgm:spPr/>
    </dgm:pt>
    <dgm:pt modelId="{060951FF-0BA3-4CBA-8E5A-7B65F9F40FD5}" type="pres">
      <dgm:prSet presAssocID="{28686C1A-A3E5-418D-B204-1978D76C0DF4}" presName="childText" presStyleLbl="bgAcc1" presStyleIdx="29" presStyleCnt="33" custScaleX="146410" custScaleY="146410">
        <dgm:presLayoutVars>
          <dgm:bulletEnabled val="1"/>
        </dgm:presLayoutVars>
      </dgm:prSet>
      <dgm:spPr/>
    </dgm:pt>
    <dgm:pt modelId="{E845EF09-7A69-4A20-9C8B-6CFD96E13F5B}" type="pres">
      <dgm:prSet presAssocID="{A7562E7B-0409-45FF-BFB6-43CD2920E594}" presName="Name13" presStyleLbl="parChTrans1D2" presStyleIdx="30" presStyleCnt="33"/>
      <dgm:spPr/>
    </dgm:pt>
    <dgm:pt modelId="{0043CD33-3301-4577-94B8-CD033A7B2AE1}" type="pres">
      <dgm:prSet presAssocID="{0EAFB6AE-F541-4AED-B231-7E69D0830802}" presName="childText" presStyleLbl="bgAcc1" presStyleIdx="30" presStyleCnt="33" custScaleX="146410" custScaleY="146410">
        <dgm:presLayoutVars>
          <dgm:bulletEnabled val="1"/>
        </dgm:presLayoutVars>
      </dgm:prSet>
      <dgm:spPr/>
    </dgm:pt>
    <dgm:pt modelId="{9A66AFDC-D16E-4639-B14F-27F8EF4CC4A1}" type="pres">
      <dgm:prSet presAssocID="{775ABB6F-FE57-4B5D-B394-FC1855F2CEC0}" presName="Name13" presStyleLbl="parChTrans1D2" presStyleIdx="31" presStyleCnt="33"/>
      <dgm:spPr/>
    </dgm:pt>
    <dgm:pt modelId="{68C43F9B-51EE-4E88-AEA4-F8D9E1A985FA}" type="pres">
      <dgm:prSet presAssocID="{27C85B70-FCF5-4CC2-84A9-F0C6A1479A36}" presName="childText" presStyleLbl="bgAcc1" presStyleIdx="31" presStyleCnt="33" custScaleX="146410" custScaleY="146410">
        <dgm:presLayoutVars>
          <dgm:bulletEnabled val="1"/>
        </dgm:presLayoutVars>
      </dgm:prSet>
      <dgm:spPr/>
    </dgm:pt>
    <dgm:pt modelId="{2D5EB056-97AD-4730-90DA-FE0DDA7725B9}" type="pres">
      <dgm:prSet presAssocID="{C14CBCE9-D32E-4E90-927B-87217533EB3C}" presName="Name13" presStyleLbl="parChTrans1D2" presStyleIdx="32" presStyleCnt="33"/>
      <dgm:spPr/>
    </dgm:pt>
    <dgm:pt modelId="{D17D622B-B197-49C8-993F-F3E040BC9BE1}" type="pres">
      <dgm:prSet presAssocID="{6123F5E0-338A-437E-B789-0674A2BAFBFE}" presName="childText" presStyleLbl="bgAcc1" presStyleIdx="32" presStyleCnt="33" custScaleX="146410" custScaleY="146410">
        <dgm:presLayoutVars>
          <dgm:bulletEnabled val="1"/>
        </dgm:presLayoutVars>
      </dgm:prSet>
      <dgm:spPr/>
    </dgm:pt>
  </dgm:ptLst>
  <dgm:cxnLst>
    <dgm:cxn modelId="{227B3301-550B-40A9-AF7D-DCD32F5600E4}" srcId="{CDFD01B2-F9C6-4D1F-B451-644E55246006}" destId="{ACE65AF3-F0A5-425F-A75E-C984FF7940EA}" srcOrd="5" destOrd="0" parTransId="{C683B4C9-FFFE-4162-9001-3D02BD0BB16A}" sibTransId="{E7333041-6D10-473E-BA82-73F730BF7D70}"/>
    <dgm:cxn modelId="{B08F8A03-49B7-47AC-8B4A-55C0B346C57F}" type="presOf" srcId="{FFBB0D38-2A04-45E8-9B42-DC6B9B037FA2}" destId="{8D041C6C-79D1-4733-818F-D4203B43CDE1}" srcOrd="0" destOrd="0" presId="urn:microsoft.com/office/officeart/2005/8/layout/hierarchy3"/>
    <dgm:cxn modelId="{082A5B06-9524-4AA0-A899-9ADD62B6F85C}" type="presOf" srcId="{C14CBCE9-D32E-4E90-927B-87217533EB3C}" destId="{2D5EB056-97AD-4730-90DA-FE0DDA7725B9}" srcOrd="0" destOrd="0" presId="urn:microsoft.com/office/officeart/2005/8/layout/hierarchy3"/>
    <dgm:cxn modelId="{ACFA3E08-CE35-4582-A910-B6B1BD6E9461}" srcId="{0887B029-BD99-4832-BD6F-88453656FA3E}" destId="{773E0209-E56E-48F1-B13F-5389647121E7}" srcOrd="4" destOrd="0" parTransId="{4D2435A1-B056-441C-9E33-688D7AE233D6}" sibTransId="{F5572300-CE6C-4D6C-8ECE-C8B020280B2A}"/>
    <dgm:cxn modelId="{3AE3A108-C68C-4BB5-8167-BDDA31D563DD}" type="presOf" srcId="{36C0967C-848A-45DF-A29E-1BF5BC28F2A8}" destId="{AD4CF5DC-277C-40B7-B0D5-42FA6015733C}" srcOrd="0" destOrd="0" presId="urn:microsoft.com/office/officeart/2005/8/layout/hierarchy3"/>
    <dgm:cxn modelId="{020C5B09-F812-4656-B7E9-8E75FD51702B}" type="presOf" srcId="{B990B4A7-19DF-4CE7-844B-3FC9AEE89375}" destId="{B145A028-116D-4CF1-B3A5-E7AAD3B1A6B2}" srcOrd="1" destOrd="0" presId="urn:microsoft.com/office/officeart/2005/8/layout/hierarchy3"/>
    <dgm:cxn modelId="{69991C0D-E40D-4A11-B9A3-86155E801AFB}" srcId="{36C0967C-848A-45DF-A29E-1BF5BC28F2A8}" destId="{8C6BF1E9-8E17-47BA-9ECA-F533195B51B8}" srcOrd="1" destOrd="0" parTransId="{8246ABD2-D233-44B1-A76B-059C23D7AED5}" sibTransId="{B88A03DE-87E4-4597-911E-475140C423FD}"/>
    <dgm:cxn modelId="{4C652D0D-E9C0-40AF-8B62-1BE5DA17EF92}" type="presOf" srcId="{ACE65AF3-F0A5-425F-A75E-C984FF7940EA}" destId="{16E7A23B-5DDE-453C-A565-47659F4A7CD5}" srcOrd="0" destOrd="0" presId="urn:microsoft.com/office/officeart/2005/8/layout/hierarchy3"/>
    <dgm:cxn modelId="{5951B00D-6F0D-434F-B536-FAB5E0189E97}" type="presOf" srcId="{0829245A-96EC-474D-8A56-2FF99B92933C}" destId="{1FF22560-EA8D-4D42-9686-2F99769ACD99}" srcOrd="0" destOrd="0" presId="urn:microsoft.com/office/officeart/2005/8/layout/hierarchy3"/>
    <dgm:cxn modelId="{C2EB9910-686D-41CD-93B5-189085101381}" type="presOf" srcId="{7639C73D-B633-4ABA-A231-045AAA9AA216}" destId="{7E9A67DE-1A85-436B-A5E5-998B47F3C1C0}" srcOrd="0" destOrd="0" presId="urn:microsoft.com/office/officeart/2005/8/layout/hierarchy3"/>
    <dgm:cxn modelId="{5444DB10-83CC-4068-A721-C342B04FAD73}" type="presOf" srcId="{38B1E362-623C-4CFA-9D1B-4C1B823AA36C}" destId="{CC4A45D9-26DC-4AC6-8B3B-21E74D624E2E}" srcOrd="0" destOrd="0" presId="urn:microsoft.com/office/officeart/2005/8/layout/hierarchy3"/>
    <dgm:cxn modelId="{62655213-4446-41A6-BFC6-3C5EA5319E15}" type="presOf" srcId="{9F45130C-A879-4753-9222-406A1DFE3418}" destId="{5D47CD71-A7C6-44D9-B532-71990495BB21}" srcOrd="0" destOrd="0" presId="urn:microsoft.com/office/officeart/2005/8/layout/hierarchy3"/>
    <dgm:cxn modelId="{AF26BE15-0EA0-4D24-88F5-6BE62600D79D}" type="presOf" srcId="{303FA2DC-1863-4601-B2F3-5ABE82A060D3}" destId="{753C2893-A0B4-4531-9972-025FC662A6E8}" srcOrd="0" destOrd="0" presId="urn:microsoft.com/office/officeart/2005/8/layout/hierarchy3"/>
    <dgm:cxn modelId="{86DD2016-DA68-4657-9929-F195800605C9}" srcId="{36C0967C-848A-45DF-A29E-1BF5BC28F2A8}" destId="{2D5DB25F-C5FB-4E34-BCD4-86D78C4ADD5E}" srcOrd="2" destOrd="0" parTransId="{DFDCF242-46AC-4F82-97B3-C66531F4EC47}" sibTransId="{252F9E1F-F974-4B7D-BC9A-7DC121B9B023}"/>
    <dgm:cxn modelId="{B653FF1A-F167-42BA-AEB1-BDB95B3BA77D}" type="presOf" srcId="{3D840924-6C98-425A-AC15-17CDDC1A5938}" destId="{DCAC4F25-68AD-4D1C-A472-7AB44F6220AB}" srcOrd="0" destOrd="0" presId="urn:microsoft.com/office/officeart/2005/8/layout/hierarchy3"/>
    <dgm:cxn modelId="{8CF0F01B-4C73-4D5D-A47D-2ACCCDD00EC1}" type="presOf" srcId="{C4B9AAB7-CD08-42A9-895C-64B7A4BC514F}" destId="{ED1C8175-1B64-4433-B890-D9305C78DA6C}" srcOrd="0" destOrd="0" presId="urn:microsoft.com/office/officeart/2005/8/layout/hierarchy3"/>
    <dgm:cxn modelId="{009FA11C-D064-47EB-A7D9-9BCFDDB620DA}" type="presOf" srcId="{B59ED91B-CC0E-4574-9977-700A49BC755B}" destId="{36EE7A3B-6DA8-4D31-9C72-11EF25C3011A}" srcOrd="0" destOrd="0" presId="urn:microsoft.com/office/officeart/2005/8/layout/hierarchy3"/>
    <dgm:cxn modelId="{B8360625-D25B-4658-B6D9-83AD617B51A7}" srcId="{0887B029-BD99-4832-BD6F-88453656FA3E}" destId="{9F45130C-A879-4753-9222-406A1DFE3418}" srcOrd="2" destOrd="0" parTransId="{11997648-3ABE-413E-A430-84468C0F79EB}" sibTransId="{7B27C6DF-1D02-4FBC-8FDE-367E272AFECA}"/>
    <dgm:cxn modelId="{D21A2B25-D4C4-4F2B-A55F-70779737AF9A}" type="presOf" srcId="{55E370A0-494F-4AF3-BBB9-DE616705D162}" destId="{41AF1A97-2682-410A-8763-BE8E2D401DEB}" srcOrd="0" destOrd="0" presId="urn:microsoft.com/office/officeart/2005/8/layout/hierarchy3"/>
    <dgm:cxn modelId="{08C0C625-E878-4D28-AD49-CC414BA8F4FF}" type="presOf" srcId="{9A8F3C55-79B1-4DC7-BFCA-8AADB28FEC40}" destId="{B72B5F04-39E1-43AB-BD99-409F6D1D03B4}" srcOrd="0" destOrd="0" presId="urn:microsoft.com/office/officeart/2005/8/layout/hierarchy3"/>
    <dgm:cxn modelId="{EC5EE126-67F6-4A75-879F-5C05627AA0E6}" srcId="{F63C9D37-968A-446B-9482-4877BA5E890A}" destId="{727D1BD7-8BE3-42F4-9324-766FFF843D41}" srcOrd="4" destOrd="0" parTransId="{D79C8463-01A2-4223-9694-0E4E2798CF0C}" sibTransId="{D3E3DCFA-DC60-4025-8A17-D53CE68FC0A8}"/>
    <dgm:cxn modelId="{29C0EA2B-ECAD-407A-97B9-73E4BB6399F5}" type="presOf" srcId="{CDFD01B2-F9C6-4D1F-B451-644E55246006}" destId="{9C942B2F-6F3D-40A3-8DF8-A29E1528DB48}" srcOrd="0" destOrd="0" presId="urn:microsoft.com/office/officeart/2005/8/layout/hierarchy3"/>
    <dgm:cxn modelId="{6B623F30-6C8C-47FC-AB4F-054124530B6B}" type="presOf" srcId="{DFDCF242-46AC-4F82-97B3-C66531F4EC47}" destId="{D31A5A93-29A5-477C-9A52-17D4E366995A}" srcOrd="0" destOrd="0" presId="urn:microsoft.com/office/officeart/2005/8/layout/hierarchy3"/>
    <dgm:cxn modelId="{551E5332-1AEA-4C0C-8698-58570768C602}" srcId="{CDFD01B2-F9C6-4D1F-B451-644E55246006}" destId="{3872C654-EAB7-4E0F-9983-DB8BD68227C8}" srcOrd="0" destOrd="0" parTransId="{3DFE261B-AD33-444D-97B0-0DAA70B4C7DF}" sibTransId="{230CE84F-7394-41AB-9930-5FB76CB3B5C9}"/>
    <dgm:cxn modelId="{281CD133-3B69-475A-B529-2BBAA09EA582}" type="presOf" srcId="{F2E586D1-9A9F-43CA-BF28-12411B970BE5}" destId="{3EF41B15-C192-41D9-A639-BB31B50DA16D}" srcOrd="0" destOrd="0" presId="urn:microsoft.com/office/officeart/2005/8/layout/hierarchy3"/>
    <dgm:cxn modelId="{1FA05F34-C8FD-4749-B826-389F74D45DFB}" type="presOf" srcId="{CE179174-860D-433B-8E38-DB837BCC7560}" destId="{7956B295-9625-4E79-8A8E-D3E4786E024E}" srcOrd="0" destOrd="0" presId="urn:microsoft.com/office/officeart/2005/8/layout/hierarchy3"/>
    <dgm:cxn modelId="{1B8C9D37-C9FC-43EC-9E4E-03D259B6CFFA}" srcId="{38B1E362-623C-4CFA-9D1B-4C1B823AA36C}" destId="{999B69AA-DEB4-423F-8E44-A5775636C23A}" srcOrd="0" destOrd="0" parTransId="{24068878-9F4F-4F3F-B5E2-96EEF15B4A3D}" sibTransId="{C6D3FD65-DCEE-4C57-899D-05A5D27BAA1D}"/>
    <dgm:cxn modelId="{F290AC37-0FA7-41D6-A5BB-0988BFB07B9A}" type="presOf" srcId="{5E55C790-7B01-4959-8B1C-10C48706D7CE}" destId="{0B8D3F97-C485-4C62-9B49-04373419DCA0}" srcOrd="0" destOrd="0" presId="urn:microsoft.com/office/officeart/2005/8/layout/hierarchy3"/>
    <dgm:cxn modelId="{1BA37939-B50A-4362-A44F-FC5CEC0A91D8}" srcId="{CDFD01B2-F9C6-4D1F-B451-644E55246006}" destId="{3617BF73-FB3A-4380-997C-3F9968C1E775}" srcOrd="6" destOrd="0" parTransId="{34AA974E-81B8-46A6-86B4-AB80506CF19F}" sibTransId="{D0D133B1-F729-4B08-A864-B84DE727591E}"/>
    <dgm:cxn modelId="{39AFAC39-747D-4E85-9148-7BD3286A889C}" type="presOf" srcId="{2A3DA8E9-1D9D-47C8-8D61-178C1E4E4BC1}" destId="{20784971-134B-48D6-8E57-0E17EBD6B444}" srcOrd="0" destOrd="0" presId="urn:microsoft.com/office/officeart/2005/8/layout/hierarchy3"/>
    <dgm:cxn modelId="{0DA13840-CC36-4508-BC26-A7D459AF5055}" type="presOf" srcId="{DF92D7DD-3D5A-4C49-BBB6-F7BF7E49747C}" destId="{FC26CF53-C111-4952-8017-230317E029C5}" srcOrd="0" destOrd="0" presId="urn:microsoft.com/office/officeart/2005/8/layout/hierarchy3"/>
    <dgm:cxn modelId="{20E5615B-08F3-4396-808E-25E4C328DE4E}" type="presOf" srcId="{28686C1A-A3E5-418D-B204-1978D76C0DF4}" destId="{060951FF-0BA3-4CBA-8E5A-7B65F9F40FD5}" srcOrd="0" destOrd="0" presId="urn:microsoft.com/office/officeart/2005/8/layout/hierarchy3"/>
    <dgm:cxn modelId="{DC9E5A5B-4B97-4003-90DD-59C7391CD83D}" type="presOf" srcId="{2DA1EDB1-5592-4A0D-B2E2-A264FCA5FDF8}" destId="{2B1B7412-1FEA-442F-B22A-E34699AF8CDD}" srcOrd="0" destOrd="0" presId="urn:microsoft.com/office/officeart/2005/8/layout/hierarchy3"/>
    <dgm:cxn modelId="{4AB45F5D-8D4E-4CF3-AA26-D1349D75F105}" srcId="{F63C9D37-968A-446B-9482-4877BA5E890A}" destId="{B990B4A7-19DF-4CE7-844B-3FC9AEE89375}" srcOrd="0" destOrd="0" parTransId="{2FDC8501-A2F1-4D72-B29C-725C4A1527D5}" sibTransId="{C4FB75E7-B1FB-4B76-84B8-38786D675BEF}"/>
    <dgm:cxn modelId="{1859C45D-AD7A-416B-82F4-8466780E4E51}" type="presOf" srcId="{27C85B70-FCF5-4CC2-84A9-F0C6A1479A36}" destId="{68C43F9B-51EE-4E88-AEA4-F8D9E1A985FA}" srcOrd="0" destOrd="0" presId="urn:microsoft.com/office/officeart/2005/8/layout/hierarchy3"/>
    <dgm:cxn modelId="{84133560-DA1A-4EAE-A009-A7F0A405F1A0}" type="presOf" srcId="{EEDAB5B0-7CB5-4D24-A973-C3BD01010806}" destId="{E02410C4-0F60-43CB-BEBF-778DCD198ABF}" srcOrd="0" destOrd="0" presId="urn:microsoft.com/office/officeart/2005/8/layout/hierarchy3"/>
    <dgm:cxn modelId="{205D1D62-23AB-4A44-AEAF-253B9C449504}" srcId="{36C0967C-848A-45DF-A29E-1BF5BC28F2A8}" destId="{568BDB62-6FC6-4848-8AD0-2E1DC14E1631}" srcOrd="3" destOrd="0" parTransId="{1C4218F5-1268-45AC-AECB-00D6C01FECFF}" sibTransId="{E30D2166-BDD3-4078-AB46-FF242064759E}"/>
    <dgm:cxn modelId="{B6F7E442-A486-4690-A305-971B2E38E061}" type="presOf" srcId="{6D193217-7300-404E-A55A-C17B5CF96986}" destId="{B9B45FB4-CED0-46C3-B141-3A2882E49E27}" srcOrd="1" destOrd="0" presId="urn:microsoft.com/office/officeart/2005/8/layout/hierarchy3"/>
    <dgm:cxn modelId="{2AFA3263-3560-4492-AC36-69A3D0825F60}" type="presOf" srcId="{4D2435A1-B056-441C-9E33-688D7AE233D6}" destId="{40EE5347-B0C6-4866-AB19-7C2763A122C9}" srcOrd="0" destOrd="0" presId="urn:microsoft.com/office/officeart/2005/8/layout/hierarchy3"/>
    <dgm:cxn modelId="{403A9643-76D7-44B4-8D03-D7681A9AF403}" type="presOf" srcId="{B3E4E238-C0AB-44C4-939E-6E0E38A8491A}" destId="{80435722-9916-4E29-9BC5-56B5515B6CDD}" srcOrd="0" destOrd="0" presId="urn:microsoft.com/office/officeart/2005/8/layout/hierarchy3"/>
    <dgm:cxn modelId="{893B9763-9261-4FD3-942E-0CB843C7E0C5}" srcId="{CDFD01B2-F9C6-4D1F-B451-644E55246006}" destId="{B3E4E238-C0AB-44C4-939E-6E0E38A8491A}" srcOrd="4" destOrd="0" parTransId="{FFBB0D38-2A04-45E8-9B42-DC6B9B037FA2}" sibTransId="{5EAC7C65-0C78-4A4A-BC5D-E5CDDA2AB89A}"/>
    <dgm:cxn modelId="{ED76BB64-3EF5-4683-81BB-7643A827229C}" type="presOf" srcId="{1F441E88-FA85-482B-B9B6-1B2CB5D6F6AD}" destId="{3BE7935F-766F-43C1-918D-A2C0E2E379E4}" srcOrd="0" destOrd="0" presId="urn:microsoft.com/office/officeart/2005/8/layout/hierarchy3"/>
    <dgm:cxn modelId="{E7FC2F45-A4A4-4365-B6DD-4987C7B60B73}" type="presOf" srcId="{2CDBF9FD-8864-4DF4-BB58-26226704902A}" destId="{35E46531-C936-48AD-A315-2DA8D01EF8D6}" srcOrd="0" destOrd="0" presId="urn:microsoft.com/office/officeart/2005/8/layout/hierarchy3"/>
    <dgm:cxn modelId="{3328A145-7D7F-43BC-B9B6-C841BF254D91}" srcId="{B990B4A7-19DF-4CE7-844B-3FC9AEE89375}" destId="{7639C73D-B633-4ABA-A231-045AAA9AA216}" srcOrd="1" destOrd="0" parTransId="{12B3AE13-EEDF-4CF0-B58E-AC605CCD5ECC}" sibTransId="{9525E70C-0652-446C-8A0E-015626CFFC4D}"/>
    <dgm:cxn modelId="{47A6C845-E6FE-4023-AB9C-EC907F84849E}" type="presOf" srcId="{F1B18561-ED8E-4713-91A3-1F98E85C7C30}" destId="{B24EA2E1-B0B4-4E09-8167-8176BC4D5798}" srcOrd="0" destOrd="0" presId="urn:microsoft.com/office/officeart/2005/8/layout/hierarchy3"/>
    <dgm:cxn modelId="{528D3967-D3F8-4017-96FC-670EF8B9DE97}" type="presOf" srcId="{568BDB62-6FC6-4848-8AD0-2E1DC14E1631}" destId="{8E285218-D485-4D44-BD83-ABA65F9ADC18}" srcOrd="0" destOrd="0" presId="urn:microsoft.com/office/officeart/2005/8/layout/hierarchy3"/>
    <dgm:cxn modelId="{8CDD0969-D9C1-49E8-8BDF-71D8D56AF02E}" type="presOf" srcId="{3617BF73-FB3A-4380-997C-3F9968C1E775}" destId="{83D43038-18D4-42A2-AF09-34C741D05AD1}" srcOrd="0" destOrd="0" presId="urn:microsoft.com/office/officeart/2005/8/layout/hierarchy3"/>
    <dgm:cxn modelId="{0AE81669-42A2-4DA3-BACB-119380220E48}" type="presOf" srcId="{15A22AE2-3AF8-4AB2-A917-B2D4470E08A1}" destId="{C34E62C1-8121-4C0C-B02D-E7C55AAC54A4}" srcOrd="0" destOrd="0" presId="urn:microsoft.com/office/officeart/2005/8/layout/hierarchy3"/>
    <dgm:cxn modelId="{9351126A-1761-4C89-9306-43349CBC5691}" srcId="{38B1E362-623C-4CFA-9D1B-4C1B823AA36C}" destId="{EEDAB5B0-7CB5-4D24-A973-C3BD01010806}" srcOrd="3" destOrd="0" parTransId="{390CC70D-2B4F-470F-AC65-C736FEAC4AA3}" sibTransId="{5B83A4D4-2678-41F7-A147-F3242DFDBB08}"/>
    <dgm:cxn modelId="{8EDBD16B-13CF-4BC8-920A-778708771D22}" type="presOf" srcId="{38B1E362-623C-4CFA-9D1B-4C1B823AA36C}" destId="{9F94B0E9-1E61-4E5D-AA80-9AD7DBC41CCF}" srcOrd="1" destOrd="0" presId="urn:microsoft.com/office/officeart/2005/8/layout/hierarchy3"/>
    <dgm:cxn modelId="{B10D2C4C-55D0-4EBF-B683-AA8388DBADD9}" type="presOf" srcId="{1C4218F5-1268-45AC-AECB-00D6C01FECFF}" destId="{516E10CB-78A4-4D21-A423-4088F577E52A}" srcOrd="0" destOrd="0" presId="urn:microsoft.com/office/officeart/2005/8/layout/hierarchy3"/>
    <dgm:cxn modelId="{0DC3316C-6F56-46F9-8339-ACF9493FA83E}" srcId="{F63C9D37-968A-446B-9482-4877BA5E890A}" destId="{0887B029-BD99-4832-BD6F-88453656FA3E}" srcOrd="1" destOrd="0" parTransId="{242DDEBA-9E97-47A7-AB72-DACE11F5E7A6}" sibTransId="{989CD60E-D3D7-4835-B8F7-4FB1E34FF337}"/>
    <dgm:cxn modelId="{0338DA4D-5368-489F-91FF-1C990E3AEF36}" type="presOf" srcId="{C5F54199-A916-4741-81C5-57F5F73B7733}" destId="{38D885B1-2020-4993-8879-9A813C38F8C7}" srcOrd="0" destOrd="0" presId="urn:microsoft.com/office/officeart/2005/8/layout/hierarchy3"/>
    <dgm:cxn modelId="{0B20EC6D-7115-42EE-9A5B-287BDC57B0B3}" srcId="{727D1BD7-8BE3-42F4-9324-766FFF843D41}" destId="{26E5E261-7B37-49D5-BBF6-A22A3BCDE9D2}" srcOrd="2" destOrd="0" parTransId="{5C4161B4-3613-474F-AAE2-12BD92B72CF9}" sibTransId="{26735A66-FC16-446D-9491-F8951F38FF21}"/>
    <dgm:cxn modelId="{F281596E-BCC0-4C20-AC05-579D82C901E6}" type="presOf" srcId="{DD20A9A4-8C6C-45FC-94FA-F7443FB8F71B}" destId="{B42F1E00-2361-48D1-9D3B-DF30D2E15728}" srcOrd="0" destOrd="0" presId="urn:microsoft.com/office/officeart/2005/8/layout/hierarchy3"/>
    <dgm:cxn modelId="{8109136F-D9EA-4CA9-A1E0-E2DECE3F3059}" srcId="{727D1BD7-8BE3-42F4-9324-766FFF843D41}" destId="{9A8F3C55-79B1-4DC7-BFCA-8AADB28FEC40}" srcOrd="0" destOrd="0" parTransId="{55E370A0-494F-4AF3-BBB9-DE616705D162}" sibTransId="{4FDAE1FB-663C-462F-A6F3-936C2F855691}"/>
    <dgm:cxn modelId="{8E364D50-09C9-4684-BEB9-41F62B4D8A89}" type="presOf" srcId="{999B69AA-DEB4-423F-8E44-A5775636C23A}" destId="{F0F57DB0-E06C-4B0D-8046-10E5280D4035}" srcOrd="0" destOrd="0" presId="urn:microsoft.com/office/officeart/2005/8/layout/hierarchy3"/>
    <dgm:cxn modelId="{8ADEDB70-A0CC-44D0-B550-BF803DE9DA91}" type="presOf" srcId="{CDFD01B2-F9C6-4D1F-B451-644E55246006}" destId="{1A6965C9-AC76-4CE8-9BA4-4CD7DC613764}" srcOrd="1" destOrd="0" presId="urn:microsoft.com/office/officeart/2005/8/layout/hierarchy3"/>
    <dgm:cxn modelId="{C5D23972-BDBD-4F51-8941-321B2FB93030}" type="presOf" srcId="{F63C9D37-968A-446B-9482-4877BA5E890A}" destId="{0C9946AE-96BB-416F-95AD-072877A706B4}" srcOrd="0" destOrd="0" presId="urn:microsoft.com/office/officeart/2005/8/layout/hierarchy3"/>
    <dgm:cxn modelId="{BEDBCF52-DB64-4906-9135-DD265E468B97}" type="presOf" srcId="{390CC70D-2B4F-470F-AC65-C736FEAC4AA3}" destId="{4CE9F7F3-1E40-44AC-A5EF-B556E9D2B621}" srcOrd="0" destOrd="0" presId="urn:microsoft.com/office/officeart/2005/8/layout/hierarchy3"/>
    <dgm:cxn modelId="{7A7BC153-5777-4DBD-9BF8-78CC9EB7DB34}" srcId="{F63C9D37-968A-446B-9482-4877BA5E890A}" destId="{6D193217-7300-404E-A55A-C17B5CF96986}" srcOrd="6" destOrd="0" parTransId="{CFFEFAA8-F2AD-42C5-A66B-61E6BCE7A012}" sibTransId="{62B2391C-C2FB-49C9-82AF-E95C6D91B9FD}"/>
    <dgm:cxn modelId="{5C1FBF74-17A5-4835-8275-87802721FC9B}" type="presOf" srcId="{B990B4A7-19DF-4CE7-844B-3FC9AEE89375}" destId="{5235413B-D342-4F61-A13D-9E6EFE2EF81B}" srcOrd="0" destOrd="0" presId="urn:microsoft.com/office/officeart/2005/8/layout/hierarchy3"/>
    <dgm:cxn modelId="{940D5355-5CE9-499E-BA69-C060902E5A98}" type="presOf" srcId="{501A3CA6-F924-4B62-8EB0-4470F0107A8D}" destId="{D2CD1D38-969C-48AA-A57C-E580760D6E1C}" srcOrd="0" destOrd="0" presId="urn:microsoft.com/office/officeart/2005/8/layout/hierarchy3"/>
    <dgm:cxn modelId="{EA5FB777-773F-430F-A37C-4EE51C50B411}" srcId="{727D1BD7-8BE3-42F4-9324-766FFF843D41}" destId="{3D840924-6C98-425A-AC15-17CDDC1A5938}" srcOrd="3" destOrd="0" parTransId="{71C800FD-05DB-4F9C-BA72-3EAC932F4462}" sibTransId="{83B4FDBB-BFDB-46F7-A99E-82328C666CE6}"/>
    <dgm:cxn modelId="{C40FD058-29B3-48A2-BF48-B27F47DF9B49}" type="presOf" srcId="{86E83F9C-F40C-46E7-B13A-4E5E03CCCE69}" destId="{E833FC2E-25B6-43C6-931F-140DB778A104}" srcOrd="0" destOrd="0" presId="urn:microsoft.com/office/officeart/2005/8/layout/hierarchy3"/>
    <dgm:cxn modelId="{2E95777A-FAAE-48C7-B3E1-C5FAC88FC1B7}" type="presOf" srcId="{12B3AE13-EEDF-4CF0-B58E-AC605CCD5ECC}" destId="{C5E589EC-93FD-4B4B-A76F-EAC0922CC604}" srcOrd="0" destOrd="0" presId="urn:microsoft.com/office/officeart/2005/8/layout/hierarchy3"/>
    <dgm:cxn modelId="{40619E83-0C3B-4B21-A8AF-37A746AE475A}" type="presOf" srcId="{A7562E7B-0409-45FF-BFB6-43CD2920E594}" destId="{E845EF09-7A69-4A20-9C8B-6CFD96E13F5B}" srcOrd="0" destOrd="0" presId="urn:microsoft.com/office/officeart/2005/8/layout/hierarchy3"/>
    <dgm:cxn modelId="{6672E983-97BE-4FEF-A1D4-E9E3D688EC2E}" type="presOf" srcId="{11997648-3ABE-413E-A430-84468C0F79EB}" destId="{07F9CCD0-88FD-4570-803D-9969F293DB7F}" srcOrd="0" destOrd="0" presId="urn:microsoft.com/office/officeart/2005/8/layout/hierarchy3"/>
    <dgm:cxn modelId="{57B6AE8C-B836-4A80-850B-B199A522793A}" srcId="{B990B4A7-19DF-4CE7-844B-3FC9AEE89375}" destId="{9D210BD4-EEF7-4E67-B734-7C2B7F44791C}" srcOrd="0" destOrd="0" parTransId="{65BA8682-99DF-41F5-82D9-03D58DAAD6C6}" sibTransId="{0872BD50-8295-4AC9-844C-BB4FD2A28871}"/>
    <dgm:cxn modelId="{D4680B8D-835C-4FF6-9D21-FEFDA219F50D}" type="presOf" srcId="{0887B029-BD99-4832-BD6F-88453656FA3E}" destId="{E18C91BC-7409-4422-8D75-196FF421CA58}" srcOrd="0" destOrd="0" presId="urn:microsoft.com/office/officeart/2005/8/layout/hierarchy3"/>
    <dgm:cxn modelId="{C0FA268E-76B5-4E7D-9837-1C30297B50F4}" type="presOf" srcId="{71C800FD-05DB-4F9C-BA72-3EAC932F4462}" destId="{6471BFB7-9314-40B2-918F-B2469D0640D4}" srcOrd="0" destOrd="0" presId="urn:microsoft.com/office/officeart/2005/8/layout/hierarchy3"/>
    <dgm:cxn modelId="{22F8F691-45E5-44BD-A0E5-94E42482C4AC}" type="presOf" srcId="{8246ABD2-D233-44B1-A76B-059C23D7AED5}" destId="{5590837E-E134-4C7F-92C6-62632AF0E6D3}" srcOrd="0" destOrd="0" presId="urn:microsoft.com/office/officeart/2005/8/layout/hierarchy3"/>
    <dgm:cxn modelId="{7BC23D92-F673-46D9-B9D9-7326288D59AD}" srcId="{F63C9D37-968A-446B-9482-4877BA5E890A}" destId="{CDFD01B2-F9C6-4D1F-B451-644E55246006}" srcOrd="3" destOrd="0" parTransId="{B5D6C02F-FEDD-4FA4-BD42-E21E46AC2922}" sibTransId="{3FF9339B-28A6-4483-8AE6-EFE181B7347B}"/>
    <dgm:cxn modelId="{52D6A395-3782-4139-8BD2-7EFB095CFDCB}" type="presOf" srcId="{C9001C89-7FA8-48A9-B1B2-828775EFBC9B}" destId="{F8D0914F-B4C2-4257-B891-32888CEB2B07}" srcOrd="0" destOrd="0" presId="urn:microsoft.com/office/officeart/2005/8/layout/hierarchy3"/>
    <dgm:cxn modelId="{95BB1B97-A8A7-47D2-949C-66E535416E6B}" srcId="{F63C9D37-968A-446B-9482-4877BA5E890A}" destId="{38B1E362-623C-4CFA-9D1B-4C1B823AA36C}" srcOrd="5" destOrd="0" parTransId="{AE2BC816-DD5C-4960-8F30-FB96E7AB649E}" sibTransId="{4525DE7C-1092-4F9C-9FB7-F6A80C3A8A83}"/>
    <dgm:cxn modelId="{35F27097-B4C4-4862-868C-FB336EA1CBEB}" type="presOf" srcId="{27D00C92-7F58-448E-B0A4-088FE406C08D}" destId="{48AFDB07-242C-4A51-AE15-44537BC7C909}" srcOrd="0" destOrd="0" presId="urn:microsoft.com/office/officeart/2005/8/layout/hierarchy3"/>
    <dgm:cxn modelId="{C138D997-198F-4468-B623-79023E193FA5}" type="presOf" srcId="{5C4161B4-3613-474F-AAE2-12BD92B72CF9}" destId="{CE6E0FA4-D50A-4D42-AF09-6A911DEF8C2C}" srcOrd="0" destOrd="0" presId="urn:microsoft.com/office/officeart/2005/8/layout/hierarchy3"/>
    <dgm:cxn modelId="{A2D3FA98-E3B7-41A7-9EC6-ECDF92F0E211}" type="presOf" srcId="{2CF73D00-37F7-48FA-9CBA-BD2B76C136C7}" destId="{FF8338F3-457B-4B1F-9011-E4503F623BD7}" srcOrd="0" destOrd="0" presId="urn:microsoft.com/office/officeart/2005/8/layout/hierarchy3"/>
    <dgm:cxn modelId="{F48A369A-0F5E-48C8-974A-9DB9802BB83C}" type="presOf" srcId="{6123F5E0-338A-437E-B789-0674A2BAFBFE}" destId="{D17D622B-B197-49C8-993F-F3E040BC9BE1}" srcOrd="0" destOrd="0" presId="urn:microsoft.com/office/officeart/2005/8/layout/hierarchy3"/>
    <dgm:cxn modelId="{7084199C-DD05-47D4-8C35-5135AA799D46}" type="presOf" srcId="{3DFE261B-AD33-444D-97B0-0DAA70B4C7DF}" destId="{2FE7F052-AD9E-4EFF-8901-ECBC3F13C586}" srcOrd="0" destOrd="0" presId="urn:microsoft.com/office/officeart/2005/8/layout/hierarchy3"/>
    <dgm:cxn modelId="{7865A29C-0DCA-4228-999A-CF86AD4F6463}" type="presOf" srcId="{8C6BF1E9-8E17-47BA-9ECA-F533195B51B8}" destId="{9E21A3D9-6D12-4B68-B52D-A1B44FA1365C}" srcOrd="0" destOrd="0" presId="urn:microsoft.com/office/officeart/2005/8/layout/hierarchy3"/>
    <dgm:cxn modelId="{6FDA689E-8076-41BB-8620-211CAE3F6E5C}" srcId="{6D193217-7300-404E-A55A-C17B5CF96986}" destId="{5E55C790-7B01-4959-8B1C-10C48706D7CE}" srcOrd="0" destOrd="0" parTransId="{95859530-FD15-4BB7-9E94-C4F2034A5C05}" sibTransId="{AE02B9E7-79AA-4A04-85DE-037E4D114824}"/>
    <dgm:cxn modelId="{288F5C9F-C8EC-410E-8B28-4FB563CC313E}" type="presOf" srcId="{6D193217-7300-404E-A55A-C17B5CF96986}" destId="{28BE8193-A066-4BDD-9AEF-4E8DA1FB3802}" srcOrd="0" destOrd="0" presId="urn:microsoft.com/office/officeart/2005/8/layout/hierarchy3"/>
    <dgm:cxn modelId="{CA8CB69F-B9F3-4DF9-8BFC-5E43CE6BC5B6}" type="presOf" srcId="{26E5E261-7B37-49D5-BBF6-A22A3BCDE9D2}" destId="{A47FE935-74F7-4BB3-99C8-FF1F2E218B79}" srcOrd="0" destOrd="0" presId="urn:microsoft.com/office/officeart/2005/8/layout/hierarchy3"/>
    <dgm:cxn modelId="{09F560A1-25F8-46C6-AC03-F5AD4B8D9A63}" srcId="{38B1E362-623C-4CFA-9D1B-4C1B823AA36C}" destId="{AE0F6469-B106-4818-A496-DD271FAE1B24}" srcOrd="2" destOrd="0" parTransId="{2A3DA8E9-1D9D-47C8-8D61-178C1E4E4BC1}" sibTransId="{BFEAD50F-C17E-4B2F-9191-06002DE876C6}"/>
    <dgm:cxn modelId="{984F60A4-2471-4459-875A-AD413F4CA021}" srcId="{6D193217-7300-404E-A55A-C17B5CF96986}" destId="{6123F5E0-338A-437E-B789-0674A2BAFBFE}" srcOrd="4" destOrd="0" parTransId="{C14CBCE9-D32E-4E90-927B-87217533EB3C}" sibTransId="{7703B760-1F6B-4893-8863-512D428948E6}"/>
    <dgm:cxn modelId="{862DC4A5-736B-4B0B-949B-2292325903DB}" srcId="{36C0967C-848A-45DF-A29E-1BF5BC28F2A8}" destId="{0829245A-96EC-474D-8A56-2FF99B92933C}" srcOrd="0" destOrd="0" parTransId="{B59ED91B-CC0E-4574-9977-700A49BC755B}" sibTransId="{EB958CD4-2F9A-4A9E-A30C-3E371E141357}"/>
    <dgm:cxn modelId="{5C44F6A5-14EE-4CD4-B524-D5F6356F51DE}" srcId="{CDFD01B2-F9C6-4D1F-B451-644E55246006}" destId="{501A3CA6-F924-4B62-8EB0-4470F0107A8D}" srcOrd="3" destOrd="0" parTransId="{ADCAC730-7487-43BB-AEA4-2DF80D0D014A}" sibTransId="{05A2B7A4-C091-4F02-9521-621FE7C2D96C}"/>
    <dgm:cxn modelId="{4E167AA8-7C80-4CDD-9089-1AAA76FA6B74}" type="presOf" srcId="{0887B029-BD99-4832-BD6F-88453656FA3E}" destId="{903AA316-60AE-4003-AFB6-E95E31ACC905}" srcOrd="1" destOrd="0" presId="urn:microsoft.com/office/officeart/2005/8/layout/hierarchy3"/>
    <dgm:cxn modelId="{7A178AA8-1E1E-4205-9E02-FEC9610A8A0B}" type="presOf" srcId="{773E0209-E56E-48F1-B13F-5389647121E7}" destId="{A05223DC-9130-48B8-AD3F-6749608D4AB2}" srcOrd="0" destOrd="0" presId="urn:microsoft.com/office/officeart/2005/8/layout/hierarchy3"/>
    <dgm:cxn modelId="{1B5EECA8-D341-4F96-A6B2-A503E1C5BB22}" srcId="{6D193217-7300-404E-A55A-C17B5CF96986}" destId="{0EAFB6AE-F541-4AED-B231-7E69D0830802}" srcOrd="2" destOrd="0" parTransId="{A7562E7B-0409-45FF-BFB6-43CD2920E594}" sibTransId="{1DBF86A9-0501-46B5-BA3A-BCFEB7FFCA9A}"/>
    <dgm:cxn modelId="{4D052FAA-6E59-4DA1-8475-DE9DEC55100F}" srcId="{0887B029-BD99-4832-BD6F-88453656FA3E}" destId="{F2E586D1-9A9F-43CA-BF28-12411B970BE5}" srcOrd="3" destOrd="0" parTransId="{2CDBF9FD-8864-4DF4-BB58-26226704902A}" sibTransId="{665A9D03-EEF6-470B-96A3-C680CD1F2EBB}"/>
    <dgm:cxn modelId="{2B3471AC-E993-4648-8BE5-AE0CC0C2217D}" type="presOf" srcId="{36C0967C-848A-45DF-A29E-1BF5BC28F2A8}" destId="{584BE9BB-3395-4BB5-81C1-D8F623F18564}" srcOrd="1" destOrd="0" presId="urn:microsoft.com/office/officeart/2005/8/layout/hierarchy3"/>
    <dgm:cxn modelId="{5E46E7AD-6728-4E0B-9DD3-5214DB166419}" type="presOf" srcId="{B228E16C-5E86-43FA-852E-50CDA2F4C787}" destId="{1EFF6166-D117-4CC1-8E71-6294D58D1E61}" srcOrd="0" destOrd="0" presId="urn:microsoft.com/office/officeart/2005/8/layout/hierarchy3"/>
    <dgm:cxn modelId="{2D2D53B0-7A24-42AD-BF0C-338FDE292C13}" type="presOf" srcId="{ADCAC730-7487-43BB-AEA4-2DF80D0D014A}" destId="{24B65B4B-1FB0-48E2-9733-0D88BB23CBBA}" srcOrd="0" destOrd="0" presId="urn:microsoft.com/office/officeart/2005/8/layout/hierarchy3"/>
    <dgm:cxn modelId="{84F502B1-F26D-435E-8BFE-A4EFFFA0CFCC}" type="presOf" srcId="{727D1BD7-8BE3-42F4-9324-766FFF843D41}" destId="{EB7E91B2-5F19-4523-8D5A-9C765DFC902E}" srcOrd="0" destOrd="0" presId="urn:microsoft.com/office/officeart/2005/8/layout/hierarchy3"/>
    <dgm:cxn modelId="{57A961B3-BE27-47FA-BE75-722920E08D80}" type="presOf" srcId="{65BA8682-99DF-41F5-82D9-03D58DAAD6C6}" destId="{5710ECB0-767F-4E9E-B6B8-A7A4E012942F}" srcOrd="0" destOrd="0" presId="urn:microsoft.com/office/officeart/2005/8/layout/hierarchy3"/>
    <dgm:cxn modelId="{1F2A16B6-0AED-4F0F-939D-0C352AA08FDC}" srcId="{CDFD01B2-F9C6-4D1F-B451-644E55246006}" destId="{27D00C92-7F58-448E-B0A4-088FE406C08D}" srcOrd="1" destOrd="0" parTransId="{1F441E88-FA85-482B-B9B6-1B2CB5D6F6AD}" sibTransId="{55551071-A035-4EC1-9E6B-A727F6F04CC2}"/>
    <dgm:cxn modelId="{0C5623BD-E681-4F28-9DF1-FD3A6AC5C0AF}" srcId="{6D193217-7300-404E-A55A-C17B5CF96986}" destId="{27C85B70-FCF5-4CC2-84A9-F0C6A1479A36}" srcOrd="3" destOrd="0" parTransId="{775ABB6F-FE57-4B5D-B394-FC1855F2CEC0}" sibTransId="{04FD6D6C-03B0-43F7-B579-0CC5F04F77D0}"/>
    <dgm:cxn modelId="{E03B87BE-02C9-4BF6-90FD-E0CF8379BBAC}" type="presOf" srcId="{3872C654-EAB7-4E0F-9983-DB8BD68227C8}" destId="{494756EF-AF95-4F9A-B6EC-2C815C7FC428}" srcOrd="0" destOrd="0" presId="urn:microsoft.com/office/officeart/2005/8/layout/hierarchy3"/>
    <dgm:cxn modelId="{E1D40CBF-4834-4DBC-990F-484EF2E75AE7}" type="presOf" srcId="{162A0EF5-B5A9-4D91-81F3-553774AA10D7}" destId="{401E0D3A-EEEC-4DA4-B707-0E30F84D35F2}" srcOrd="0" destOrd="0" presId="urn:microsoft.com/office/officeart/2005/8/layout/hierarchy3"/>
    <dgm:cxn modelId="{10A539C1-DED3-4DA6-896D-B21969A78A25}" type="presOf" srcId="{9D210BD4-EEF7-4E67-B734-7C2B7F44791C}" destId="{D6A26427-EE05-4A55-A9B6-C302EFA38486}" srcOrd="0" destOrd="0" presId="urn:microsoft.com/office/officeart/2005/8/layout/hierarchy3"/>
    <dgm:cxn modelId="{AD4BACCA-93DF-4270-99EF-FD148AD91E17}" srcId="{36C0967C-848A-45DF-A29E-1BF5BC28F2A8}" destId="{C5F54199-A916-4741-81C5-57F5F73B7733}" srcOrd="4" destOrd="0" parTransId="{B228E16C-5E86-43FA-852E-50CDA2F4C787}" sibTransId="{03C4C14E-4D93-44C1-9989-50A3FACCB090}"/>
    <dgm:cxn modelId="{2B31DDCF-65A4-419D-909A-50CDC49BAA20}" type="presOf" srcId="{F237A03D-428D-4024-B623-2169A5AB11A2}" destId="{35A38084-2460-402A-B523-42E412045C6D}" srcOrd="0" destOrd="0" presId="urn:microsoft.com/office/officeart/2005/8/layout/hierarchy3"/>
    <dgm:cxn modelId="{54C672D0-C537-4F50-BA53-609441CCBD5C}" srcId="{0887B029-BD99-4832-BD6F-88453656FA3E}" destId="{15A22AE2-3AF8-4AB2-A917-B2D4470E08A1}" srcOrd="1" destOrd="0" parTransId="{F237A03D-428D-4024-B623-2169A5AB11A2}" sibTransId="{B871204E-8AFB-4925-BDAA-F45814E7D1A0}"/>
    <dgm:cxn modelId="{EADAB0D0-F692-44BC-AE8D-E2C5305FEAB5}" srcId="{727D1BD7-8BE3-42F4-9324-766FFF843D41}" destId="{CE179174-860D-433B-8E38-DB837BCC7560}" srcOrd="4" destOrd="0" parTransId="{2DA1EDB1-5592-4A0D-B2E2-A264FCA5FDF8}" sibTransId="{CFB295A1-53EA-4F22-9D5F-0A8B97DF36AF}"/>
    <dgm:cxn modelId="{B7448AD4-525F-4B8E-B156-5A6EAD95FEB1}" srcId="{6D193217-7300-404E-A55A-C17B5CF96986}" destId="{28686C1A-A3E5-418D-B204-1978D76C0DF4}" srcOrd="1" destOrd="0" parTransId="{303FA2DC-1863-4601-B2F3-5ABE82A060D3}" sibTransId="{BB6AED99-FC62-4812-AB4F-ACE40E96428B}"/>
    <dgm:cxn modelId="{3B43ADD8-884D-4E96-B1E9-2AE58089E802}" srcId="{727D1BD7-8BE3-42F4-9324-766FFF843D41}" destId="{DF92D7DD-3D5A-4C49-BBB6-F7BF7E49747C}" srcOrd="1" destOrd="0" parTransId="{DD20A9A4-8C6C-45FC-94FA-F7443FB8F71B}" sibTransId="{67313E55-283E-49F8-9C12-AA3D4C0158FD}"/>
    <dgm:cxn modelId="{5C18E7DA-A0EC-4ACF-9493-9A06162F9A56}" type="presOf" srcId="{775ABB6F-FE57-4B5D-B394-FC1855F2CEC0}" destId="{9A66AFDC-D16E-4639-B14F-27F8EF4CC4A1}" srcOrd="0" destOrd="0" presId="urn:microsoft.com/office/officeart/2005/8/layout/hierarchy3"/>
    <dgm:cxn modelId="{3F7256E2-E009-402C-8530-AF417AF01577}" type="presOf" srcId="{2D5DB25F-C5FB-4E34-BCD4-86D78C4ADD5E}" destId="{85B3DE4E-C7BD-4316-8C15-0A5A03310E98}" srcOrd="0" destOrd="0" presId="urn:microsoft.com/office/officeart/2005/8/layout/hierarchy3"/>
    <dgm:cxn modelId="{576F26E7-8C19-4C81-BB4C-B686933F69E5}" type="presOf" srcId="{727D1BD7-8BE3-42F4-9324-766FFF843D41}" destId="{CD917326-134B-41E6-A4DC-183A16B6D642}" srcOrd="1" destOrd="0" presId="urn:microsoft.com/office/officeart/2005/8/layout/hierarchy3"/>
    <dgm:cxn modelId="{2ACC0BED-2911-4A31-A72F-6CBCAE63C9A7}" type="presOf" srcId="{C683B4C9-FFFE-4162-9001-3D02BD0BB16A}" destId="{876A79C5-036C-4F39-BDDC-DFD38032B46F}" srcOrd="0" destOrd="0" presId="urn:microsoft.com/office/officeart/2005/8/layout/hierarchy3"/>
    <dgm:cxn modelId="{8BA990EE-7B1F-4768-A87B-27C0ABC85389}" srcId="{38B1E362-623C-4CFA-9D1B-4C1B823AA36C}" destId="{86E83F9C-F40C-46E7-B13A-4E5E03CCCE69}" srcOrd="1" destOrd="0" parTransId="{F1B18561-ED8E-4713-91A3-1F98E85C7C30}" sibTransId="{AE4B006C-0A7B-4F63-AE70-E64DCEF0A5E9}"/>
    <dgm:cxn modelId="{6BE590F1-D61E-4DDF-9FFB-0B51E24D02A6}" srcId="{CDFD01B2-F9C6-4D1F-B451-644E55246006}" destId="{162A0EF5-B5A9-4D91-81F3-553774AA10D7}" srcOrd="2" destOrd="0" parTransId="{2CF73D00-37F7-48FA-9CBA-BD2B76C136C7}" sibTransId="{4056E3CA-57E8-4C95-8695-8FD2ED60D9AD}"/>
    <dgm:cxn modelId="{98BC00F3-B9E2-427D-AAE0-B43F11697E33}" srcId="{F63C9D37-968A-446B-9482-4877BA5E890A}" destId="{36C0967C-848A-45DF-A29E-1BF5BC28F2A8}" srcOrd="2" destOrd="0" parTransId="{AD396C0B-6215-42A1-93F1-DAD027D62A98}" sibTransId="{ECAB1AC5-DB05-4FC0-9384-11731F59C154}"/>
    <dgm:cxn modelId="{57D494F5-5AD0-478B-B5A9-2DA1AAB0A4B9}" type="presOf" srcId="{0EAFB6AE-F541-4AED-B231-7E69D0830802}" destId="{0043CD33-3301-4577-94B8-CD033A7B2AE1}" srcOrd="0" destOrd="0" presId="urn:microsoft.com/office/officeart/2005/8/layout/hierarchy3"/>
    <dgm:cxn modelId="{8CE4CDF5-0CC6-4D89-8262-DEC820D9F4F9}" type="presOf" srcId="{24068878-9F4F-4F3F-B5E2-96EEF15B4A3D}" destId="{14E0F0BD-BE7F-4636-BC61-3EF7218954D9}" srcOrd="0" destOrd="0" presId="urn:microsoft.com/office/officeart/2005/8/layout/hierarchy3"/>
    <dgm:cxn modelId="{BA8CFCF5-2B6D-4DA6-BB9B-182413D4C67B}" type="presOf" srcId="{AE0F6469-B106-4818-A496-DD271FAE1B24}" destId="{8917C8C5-AD22-4959-B1E0-BE6059225150}" srcOrd="0" destOrd="0" presId="urn:microsoft.com/office/officeart/2005/8/layout/hierarchy3"/>
    <dgm:cxn modelId="{309130F7-D625-4B9C-BD90-52003E579225}" srcId="{0887B029-BD99-4832-BD6F-88453656FA3E}" destId="{C4B9AAB7-CD08-42A9-895C-64B7A4BC514F}" srcOrd="0" destOrd="0" parTransId="{C9001C89-7FA8-48A9-B1B2-828775EFBC9B}" sibTransId="{28265989-AD54-40D8-BCDF-CF472DA9B24C}"/>
    <dgm:cxn modelId="{165EF2FC-7076-4792-A1BD-6F84B62F4BE3}" type="presOf" srcId="{95859530-FD15-4BB7-9E94-C4F2034A5C05}" destId="{4CBBD256-BC5A-455D-B25F-092ADECF24DD}" srcOrd="0" destOrd="0" presId="urn:microsoft.com/office/officeart/2005/8/layout/hierarchy3"/>
    <dgm:cxn modelId="{9BCC86FF-3E50-4DA5-AE8F-365A3DEAFC8F}" type="presOf" srcId="{34AA974E-81B8-46A6-86B4-AB80506CF19F}" destId="{E7DB3147-6A3A-46FB-B707-4881D07D06CB}" srcOrd="0" destOrd="0" presId="urn:microsoft.com/office/officeart/2005/8/layout/hierarchy3"/>
    <dgm:cxn modelId="{014C0D6B-4162-46E0-957E-9AB5C69F54A8}" type="presParOf" srcId="{0C9946AE-96BB-416F-95AD-072877A706B4}" destId="{6D13155C-A222-495A-B0FE-D1418CB491B8}" srcOrd="0" destOrd="0" presId="urn:microsoft.com/office/officeart/2005/8/layout/hierarchy3"/>
    <dgm:cxn modelId="{F153B92E-760D-46B1-81D0-4AD43686D3B3}" type="presParOf" srcId="{6D13155C-A222-495A-B0FE-D1418CB491B8}" destId="{1032A14E-6F7A-4F04-AB5C-07553AB5F70B}" srcOrd="0" destOrd="0" presId="urn:microsoft.com/office/officeart/2005/8/layout/hierarchy3"/>
    <dgm:cxn modelId="{3DBFC0F9-DE74-4282-80DD-70A3D03A7794}" type="presParOf" srcId="{1032A14E-6F7A-4F04-AB5C-07553AB5F70B}" destId="{5235413B-D342-4F61-A13D-9E6EFE2EF81B}" srcOrd="0" destOrd="0" presId="urn:microsoft.com/office/officeart/2005/8/layout/hierarchy3"/>
    <dgm:cxn modelId="{39ADA61B-4DDD-4877-98D7-061B53F5FC14}" type="presParOf" srcId="{1032A14E-6F7A-4F04-AB5C-07553AB5F70B}" destId="{B145A028-116D-4CF1-B3A5-E7AAD3B1A6B2}" srcOrd="1" destOrd="0" presId="urn:microsoft.com/office/officeart/2005/8/layout/hierarchy3"/>
    <dgm:cxn modelId="{9F0EA053-D947-488B-A4C9-B5DD2B7D5230}" type="presParOf" srcId="{6D13155C-A222-495A-B0FE-D1418CB491B8}" destId="{E6B186C8-4EB3-4361-9B11-6532B26B16DB}" srcOrd="1" destOrd="0" presId="urn:microsoft.com/office/officeart/2005/8/layout/hierarchy3"/>
    <dgm:cxn modelId="{7FA10D91-375E-41BF-A37B-D8E29591CFE3}" type="presParOf" srcId="{E6B186C8-4EB3-4361-9B11-6532B26B16DB}" destId="{5710ECB0-767F-4E9E-B6B8-A7A4E012942F}" srcOrd="0" destOrd="0" presId="urn:microsoft.com/office/officeart/2005/8/layout/hierarchy3"/>
    <dgm:cxn modelId="{447DF3B4-1DB4-40B5-8BE7-070BE8C0D082}" type="presParOf" srcId="{E6B186C8-4EB3-4361-9B11-6532B26B16DB}" destId="{D6A26427-EE05-4A55-A9B6-C302EFA38486}" srcOrd="1" destOrd="0" presId="urn:microsoft.com/office/officeart/2005/8/layout/hierarchy3"/>
    <dgm:cxn modelId="{1839B63D-A43B-49F2-982F-5AACEB14EE12}" type="presParOf" srcId="{E6B186C8-4EB3-4361-9B11-6532B26B16DB}" destId="{C5E589EC-93FD-4B4B-A76F-EAC0922CC604}" srcOrd="2" destOrd="0" presId="urn:microsoft.com/office/officeart/2005/8/layout/hierarchy3"/>
    <dgm:cxn modelId="{4D30CEF9-01E8-4408-AAC1-4FBB148D2D91}" type="presParOf" srcId="{E6B186C8-4EB3-4361-9B11-6532B26B16DB}" destId="{7E9A67DE-1A85-436B-A5E5-998B47F3C1C0}" srcOrd="3" destOrd="0" presId="urn:microsoft.com/office/officeart/2005/8/layout/hierarchy3"/>
    <dgm:cxn modelId="{F74536AB-E4A3-4BEA-814F-3BAEEAE758AC}" type="presParOf" srcId="{0C9946AE-96BB-416F-95AD-072877A706B4}" destId="{F27B6AD3-054A-4AC1-9691-98E6B4776F17}" srcOrd="1" destOrd="0" presId="urn:microsoft.com/office/officeart/2005/8/layout/hierarchy3"/>
    <dgm:cxn modelId="{CEBA2DA6-6C07-40D5-911E-3FA49F29B1BF}" type="presParOf" srcId="{F27B6AD3-054A-4AC1-9691-98E6B4776F17}" destId="{15E3FC59-0CCC-474D-9CDF-DAF1A7D2E38C}" srcOrd="0" destOrd="0" presId="urn:microsoft.com/office/officeart/2005/8/layout/hierarchy3"/>
    <dgm:cxn modelId="{5C71C015-DEFC-4ECB-9C4B-0BE45A572838}" type="presParOf" srcId="{15E3FC59-0CCC-474D-9CDF-DAF1A7D2E38C}" destId="{E18C91BC-7409-4422-8D75-196FF421CA58}" srcOrd="0" destOrd="0" presId="urn:microsoft.com/office/officeart/2005/8/layout/hierarchy3"/>
    <dgm:cxn modelId="{42853FDC-319A-482E-A889-A9908609137F}" type="presParOf" srcId="{15E3FC59-0CCC-474D-9CDF-DAF1A7D2E38C}" destId="{903AA316-60AE-4003-AFB6-E95E31ACC905}" srcOrd="1" destOrd="0" presId="urn:microsoft.com/office/officeart/2005/8/layout/hierarchy3"/>
    <dgm:cxn modelId="{9B1C1AED-9386-47AF-A144-1C83DBFD42F6}" type="presParOf" srcId="{F27B6AD3-054A-4AC1-9691-98E6B4776F17}" destId="{7344B41B-DD26-49E5-B938-67FA6FB196EA}" srcOrd="1" destOrd="0" presId="urn:microsoft.com/office/officeart/2005/8/layout/hierarchy3"/>
    <dgm:cxn modelId="{C3413461-CC14-4112-9347-BBAA0F4F7D9D}" type="presParOf" srcId="{7344B41B-DD26-49E5-B938-67FA6FB196EA}" destId="{F8D0914F-B4C2-4257-B891-32888CEB2B07}" srcOrd="0" destOrd="0" presId="urn:microsoft.com/office/officeart/2005/8/layout/hierarchy3"/>
    <dgm:cxn modelId="{2229BE38-5088-4960-8153-C05B340CF890}" type="presParOf" srcId="{7344B41B-DD26-49E5-B938-67FA6FB196EA}" destId="{ED1C8175-1B64-4433-B890-D9305C78DA6C}" srcOrd="1" destOrd="0" presId="urn:microsoft.com/office/officeart/2005/8/layout/hierarchy3"/>
    <dgm:cxn modelId="{6AF3CD2D-9A68-41DD-88B6-3E869E30DCCD}" type="presParOf" srcId="{7344B41B-DD26-49E5-B938-67FA6FB196EA}" destId="{35A38084-2460-402A-B523-42E412045C6D}" srcOrd="2" destOrd="0" presId="urn:microsoft.com/office/officeart/2005/8/layout/hierarchy3"/>
    <dgm:cxn modelId="{E79ACC29-1181-4521-BA6C-32BE5BACF888}" type="presParOf" srcId="{7344B41B-DD26-49E5-B938-67FA6FB196EA}" destId="{C34E62C1-8121-4C0C-B02D-E7C55AAC54A4}" srcOrd="3" destOrd="0" presId="urn:microsoft.com/office/officeart/2005/8/layout/hierarchy3"/>
    <dgm:cxn modelId="{5D9122E4-6BC6-48EA-BEDD-93C3E2D25803}" type="presParOf" srcId="{7344B41B-DD26-49E5-B938-67FA6FB196EA}" destId="{07F9CCD0-88FD-4570-803D-9969F293DB7F}" srcOrd="4" destOrd="0" presId="urn:microsoft.com/office/officeart/2005/8/layout/hierarchy3"/>
    <dgm:cxn modelId="{2A409F0E-88CA-482B-9096-1D73CBCE2E21}" type="presParOf" srcId="{7344B41B-DD26-49E5-B938-67FA6FB196EA}" destId="{5D47CD71-A7C6-44D9-B532-71990495BB21}" srcOrd="5" destOrd="0" presId="urn:microsoft.com/office/officeart/2005/8/layout/hierarchy3"/>
    <dgm:cxn modelId="{C12468A0-A822-4C6B-A4F9-2565CD82006C}" type="presParOf" srcId="{7344B41B-DD26-49E5-B938-67FA6FB196EA}" destId="{35E46531-C936-48AD-A315-2DA8D01EF8D6}" srcOrd="6" destOrd="0" presId="urn:microsoft.com/office/officeart/2005/8/layout/hierarchy3"/>
    <dgm:cxn modelId="{296226EF-9A3C-4794-AA93-4D0DAEEA69F7}" type="presParOf" srcId="{7344B41B-DD26-49E5-B938-67FA6FB196EA}" destId="{3EF41B15-C192-41D9-A639-BB31B50DA16D}" srcOrd="7" destOrd="0" presId="urn:microsoft.com/office/officeart/2005/8/layout/hierarchy3"/>
    <dgm:cxn modelId="{FE876B55-1883-4015-8BA4-5E5B3C03C81F}" type="presParOf" srcId="{7344B41B-DD26-49E5-B938-67FA6FB196EA}" destId="{40EE5347-B0C6-4866-AB19-7C2763A122C9}" srcOrd="8" destOrd="0" presId="urn:microsoft.com/office/officeart/2005/8/layout/hierarchy3"/>
    <dgm:cxn modelId="{004ABC7F-E1D2-4873-9AFA-1D3A31888807}" type="presParOf" srcId="{7344B41B-DD26-49E5-B938-67FA6FB196EA}" destId="{A05223DC-9130-48B8-AD3F-6749608D4AB2}" srcOrd="9" destOrd="0" presId="urn:microsoft.com/office/officeart/2005/8/layout/hierarchy3"/>
    <dgm:cxn modelId="{D208EB81-5BBC-4AEA-A97C-B0DA9D7136A9}" type="presParOf" srcId="{0C9946AE-96BB-416F-95AD-072877A706B4}" destId="{2E6C3AA4-6966-4C71-B17A-E8637B2A2259}" srcOrd="2" destOrd="0" presId="urn:microsoft.com/office/officeart/2005/8/layout/hierarchy3"/>
    <dgm:cxn modelId="{92C1EE19-D574-4336-9E5B-B90A507ED6C3}" type="presParOf" srcId="{2E6C3AA4-6966-4C71-B17A-E8637B2A2259}" destId="{798EDEFC-AAC2-4442-8F2F-0BA7FD47F052}" srcOrd="0" destOrd="0" presId="urn:microsoft.com/office/officeart/2005/8/layout/hierarchy3"/>
    <dgm:cxn modelId="{BF870F33-76F5-4525-90C9-48CEF13B678D}" type="presParOf" srcId="{798EDEFC-AAC2-4442-8F2F-0BA7FD47F052}" destId="{AD4CF5DC-277C-40B7-B0D5-42FA6015733C}" srcOrd="0" destOrd="0" presId="urn:microsoft.com/office/officeart/2005/8/layout/hierarchy3"/>
    <dgm:cxn modelId="{A33A985B-0ABF-4225-9F5B-60866093BD4B}" type="presParOf" srcId="{798EDEFC-AAC2-4442-8F2F-0BA7FD47F052}" destId="{584BE9BB-3395-4BB5-81C1-D8F623F18564}" srcOrd="1" destOrd="0" presId="urn:microsoft.com/office/officeart/2005/8/layout/hierarchy3"/>
    <dgm:cxn modelId="{881ABAA5-2B0E-4E39-BE62-E0B3832CCA02}" type="presParOf" srcId="{2E6C3AA4-6966-4C71-B17A-E8637B2A2259}" destId="{C7294078-EADF-4F83-AB92-9DD3E828F03C}" srcOrd="1" destOrd="0" presId="urn:microsoft.com/office/officeart/2005/8/layout/hierarchy3"/>
    <dgm:cxn modelId="{3EA3018E-BE2E-4D4A-9DEC-4FCB1DBAC942}" type="presParOf" srcId="{C7294078-EADF-4F83-AB92-9DD3E828F03C}" destId="{36EE7A3B-6DA8-4D31-9C72-11EF25C3011A}" srcOrd="0" destOrd="0" presId="urn:microsoft.com/office/officeart/2005/8/layout/hierarchy3"/>
    <dgm:cxn modelId="{80BC4A36-96AE-4FF6-BB5C-58C91673D7EA}" type="presParOf" srcId="{C7294078-EADF-4F83-AB92-9DD3E828F03C}" destId="{1FF22560-EA8D-4D42-9686-2F99769ACD99}" srcOrd="1" destOrd="0" presId="urn:microsoft.com/office/officeart/2005/8/layout/hierarchy3"/>
    <dgm:cxn modelId="{A3FA87B4-9E88-45FF-92A2-0A61772DF3F9}" type="presParOf" srcId="{C7294078-EADF-4F83-AB92-9DD3E828F03C}" destId="{5590837E-E134-4C7F-92C6-62632AF0E6D3}" srcOrd="2" destOrd="0" presId="urn:microsoft.com/office/officeart/2005/8/layout/hierarchy3"/>
    <dgm:cxn modelId="{18861A79-5E0E-4ABF-836C-3AB9E08848F7}" type="presParOf" srcId="{C7294078-EADF-4F83-AB92-9DD3E828F03C}" destId="{9E21A3D9-6D12-4B68-B52D-A1B44FA1365C}" srcOrd="3" destOrd="0" presId="urn:microsoft.com/office/officeart/2005/8/layout/hierarchy3"/>
    <dgm:cxn modelId="{FE5BCDA7-C638-4A15-8B38-7FBF1E5AFCC3}" type="presParOf" srcId="{C7294078-EADF-4F83-AB92-9DD3E828F03C}" destId="{D31A5A93-29A5-477C-9A52-17D4E366995A}" srcOrd="4" destOrd="0" presId="urn:microsoft.com/office/officeart/2005/8/layout/hierarchy3"/>
    <dgm:cxn modelId="{33416738-B397-496D-8A90-FE6E01CCEFA9}" type="presParOf" srcId="{C7294078-EADF-4F83-AB92-9DD3E828F03C}" destId="{85B3DE4E-C7BD-4316-8C15-0A5A03310E98}" srcOrd="5" destOrd="0" presId="urn:microsoft.com/office/officeart/2005/8/layout/hierarchy3"/>
    <dgm:cxn modelId="{E5E05C7C-566D-49D1-8F1F-FF01B9103FF6}" type="presParOf" srcId="{C7294078-EADF-4F83-AB92-9DD3E828F03C}" destId="{516E10CB-78A4-4D21-A423-4088F577E52A}" srcOrd="6" destOrd="0" presId="urn:microsoft.com/office/officeart/2005/8/layout/hierarchy3"/>
    <dgm:cxn modelId="{EAF77CA3-5F0A-49D7-9B5B-FCFEC4603161}" type="presParOf" srcId="{C7294078-EADF-4F83-AB92-9DD3E828F03C}" destId="{8E285218-D485-4D44-BD83-ABA65F9ADC18}" srcOrd="7" destOrd="0" presId="urn:microsoft.com/office/officeart/2005/8/layout/hierarchy3"/>
    <dgm:cxn modelId="{16AD1DC3-EA06-4E3A-B5F7-BBC899662A6E}" type="presParOf" srcId="{C7294078-EADF-4F83-AB92-9DD3E828F03C}" destId="{1EFF6166-D117-4CC1-8E71-6294D58D1E61}" srcOrd="8" destOrd="0" presId="urn:microsoft.com/office/officeart/2005/8/layout/hierarchy3"/>
    <dgm:cxn modelId="{61DDB05D-E30D-4FBC-A1E2-6DDD982A7B7E}" type="presParOf" srcId="{C7294078-EADF-4F83-AB92-9DD3E828F03C}" destId="{38D885B1-2020-4993-8879-9A813C38F8C7}" srcOrd="9" destOrd="0" presId="urn:microsoft.com/office/officeart/2005/8/layout/hierarchy3"/>
    <dgm:cxn modelId="{1163775B-F882-4875-9DEF-C122561DC17A}" type="presParOf" srcId="{0C9946AE-96BB-416F-95AD-072877A706B4}" destId="{7C8A3A46-CB10-4707-B7F3-4330D354DA7F}" srcOrd="3" destOrd="0" presId="urn:microsoft.com/office/officeart/2005/8/layout/hierarchy3"/>
    <dgm:cxn modelId="{9A6A660C-F701-465A-9FE7-1485B479AC0C}" type="presParOf" srcId="{7C8A3A46-CB10-4707-B7F3-4330D354DA7F}" destId="{63C0FCBA-58C5-40BD-BFEE-C1916594C417}" srcOrd="0" destOrd="0" presId="urn:microsoft.com/office/officeart/2005/8/layout/hierarchy3"/>
    <dgm:cxn modelId="{FC5BA4ED-4891-46CB-A977-F250BCE37053}" type="presParOf" srcId="{63C0FCBA-58C5-40BD-BFEE-C1916594C417}" destId="{9C942B2F-6F3D-40A3-8DF8-A29E1528DB48}" srcOrd="0" destOrd="0" presId="urn:microsoft.com/office/officeart/2005/8/layout/hierarchy3"/>
    <dgm:cxn modelId="{1C07DFD7-3FE7-4974-A774-66FEDD2EA479}" type="presParOf" srcId="{63C0FCBA-58C5-40BD-BFEE-C1916594C417}" destId="{1A6965C9-AC76-4CE8-9BA4-4CD7DC613764}" srcOrd="1" destOrd="0" presId="urn:microsoft.com/office/officeart/2005/8/layout/hierarchy3"/>
    <dgm:cxn modelId="{E9B2D239-A286-4E67-965C-1721D8261C55}" type="presParOf" srcId="{7C8A3A46-CB10-4707-B7F3-4330D354DA7F}" destId="{0720F0EB-9983-4308-83FC-4D63C2E1BD54}" srcOrd="1" destOrd="0" presId="urn:microsoft.com/office/officeart/2005/8/layout/hierarchy3"/>
    <dgm:cxn modelId="{1B9278C0-252A-4C8B-991F-833B071F8C44}" type="presParOf" srcId="{0720F0EB-9983-4308-83FC-4D63C2E1BD54}" destId="{2FE7F052-AD9E-4EFF-8901-ECBC3F13C586}" srcOrd="0" destOrd="0" presId="urn:microsoft.com/office/officeart/2005/8/layout/hierarchy3"/>
    <dgm:cxn modelId="{222ACE21-813C-4267-AA16-A6667E4A5457}" type="presParOf" srcId="{0720F0EB-9983-4308-83FC-4D63C2E1BD54}" destId="{494756EF-AF95-4F9A-B6EC-2C815C7FC428}" srcOrd="1" destOrd="0" presId="urn:microsoft.com/office/officeart/2005/8/layout/hierarchy3"/>
    <dgm:cxn modelId="{DFE96DC2-3DA0-4894-8845-EFF4EFB4B7E2}" type="presParOf" srcId="{0720F0EB-9983-4308-83FC-4D63C2E1BD54}" destId="{3BE7935F-766F-43C1-918D-A2C0E2E379E4}" srcOrd="2" destOrd="0" presId="urn:microsoft.com/office/officeart/2005/8/layout/hierarchy3"/>
    <dgm:cxn modelId="{9720A09A-99CC-4B9C-B439-F2B23296A15A}" type="presParOf" srcId="{0720F0EB-9983-4308-83FC-4D63C2E1BD54}" destId="{48AFDB07-242C-4A51-AE15-44537BC7C909}" srcOrd="3" destOrd="0" presId="urn:microsoft.com/office/officeart/2005/8/layout/hierarchy3"/>
    <dgm:cxn modelId="{26B3317B-4CEA-46B1-B539-942C904A7562}" type="presParOf" srcId="{0720F0EB-9983-4308-83FC-4D63C2E1BD54}" destId="{FF8338F3-457B-4B1F-9011-E4503F623BD7}" srcOrd="4" destOrd="0" presId="urn:microsoft.com/office/officeart/2005/8/layout/hierarchy3"/>
    <dgm:cxn modelId="{BECD8260-4715-41FB-9225-66F56FF00A16}" type="presParOf" srcId="{0720F0EB-9983-4308-83FC-4D63C2E1BD54}" destId="{401E0D3A-EEEC-4DA4-B707-0E30F84D35F2}" srcOrd="5" destOrd="0" presId="urn:microsoft.com/office/officeart/2005/8/layout/hierarchy3"/>
    <dgm:cxn modelId="{108B7BF8-CBEB-495C-861D-2BF471296D5D}" type="presParOf" srcId="{0720F0EB-9983-4308-83FC-4D63C2E1BD54}" destId="{24B65B4B-1FB0-48E2-9733-0D88BB23CBBA}" srcOrd="6" destOrd="0" presId="urn:microsoft.com/office/officeart/2005/8/layout/hierarchy3"/>
    <dgm:cxn modelId="{72449B0D-1A4F-4C78-B488-04C642E2F2C2}" type="presParOf" srcId="{0720F0EB-9983-4308-83FC-4D63C2E1BD54}" destId="{D2CD1D38-969C-48AA-A57C-E580760D6E1C}" srcOrd="7" destOrd="0" presId="urn:microsoft.com/office/officeart/2005/8/layout/hierarchy3"/>
    <dgm:cxn modelId="{FF0FE68B-A7FE-4B97-B973-BD2D71EB87E4}" type="presParOf" srcId="{0720F0EB-9983-4308-83FC-4D63C2E1BD54}" destId="{8D041C6C-79D1-4733-818F-D4203B43CDE1}" srcOrd="8" destOrd="0" presId="urn:microsoft.com/office/officeart/2005/8/layout/hierarchy3"/>
    <dgm:cxn modelId="{B6E7043D-4609-4BD4-A6D7-9A2297E60E5C}" type="presParOf" srcId="{0720F0EB-9983-4308-83FC-4D63C2E1BD54}" destId="{80435722-9916-4E29-9BC5-56B5515B6CDD}" srcOrd="9" destOrd="0" presId="urn:microsoft.com/office/officeart/2005/8/layout/hierarchy3"/>
    <dgm:cxn modelId="{937403FB-3174-4A14-99EA-760FEA609DFA}" type="presParOf" srcId="{0720F0EB-9983-4308-83FC-4D63C2E1BD54}" destId="{876A79C5-036C-4F39-BDDC-DFD38032B46F}" srcOrd="10" destOrd="0" presId="urn:microsoft.com/office/officeart/2005/8/layout/hierarchy3"/>
    <dgm:cxn modelId="{0A569A3E-C9A5-48FD-BCC9-D57FE0F06B65}" type="presParOf" srcId="{0720F0EB-9983-4308-83FC-4D63C2E1BD54}" destId="{16E7A23B-5DDE-453C-A565-47659F4A7CD5}" srcOrd="11" destOrd="0" presId="urn:microsoft.com/office/officeart/2005/8/layout/hierarchy3"/>
    <dgm:cxn modelId="{0D41F449-4659-4337-83D3-550E39CE6389}" type="presParOf" srcId="{0720F0EB-9983-4308-83FC-4D63C2E1BD54}" destId="{E7DB3147-6A3A-46FB-B707-4881D07D06CB}" srcOrd="12" destOrd="0" presId="urn:microsoft.com/office/officeart/2005/8/layout/hierarchy3"/>
    <dgm:cxn modelId="{1C8EFAF3-64AA-4A98-9832-05E74297BDF3}" type="presParOf" srcId="{0720F0EB-9983-4308-83FC-4D63C2E1BD54}" destId="{83D43038-18D4-42A2-AF09-34C741D05AD1}" srcOrd="13" destOrd="0" presId="urn:microsoft.com/office/officeart/2005/8/layout/hierarchy3"/>
    <dgm:cxn modelId="{94E89B2E-E0EF-4A9B-93D7-1BA227E595C4}" type="presParOf" srcId="{0C9946AE-96BB-416F-95AD-072877A706B4}" destId="{9E49A724-75F9-4870-A85B-957AFB477848}" srcOrd="4" destOrd="0" presId="urn:microsoft.com/office/officeart/2005/8/layout/hierarchy3"/>
    <dgm:cxn modelId="{20540E7A-AB27-4B3E-89A4-362C3E4F55A2}" type="presParOf" srcId="{9E49A724-75F9-4870-A85B-957AFB477848}" destId="{F7E318BD-E5F8-4676-A08B-21E364D2893D}" srcOrd="0" destOrd="0" presId="urn:microsoft.com/office/officeart/2005/8/layout/hierarchy3"/>
    <dgm:cxn modelId="{C96FBAC6-425C-415E-AD0D-CA8F93CC5061}" type="presParOf" srcId="{F7E318BD-E5F8-4676-A08B-21E364D2893D}" destId="{EB7E91B2-5F19-4523-8D5A-9C765DFC902E}" srcOrd="0" destOrd="0" presId="urn:microsoft.com/office/officeart/2005/8/layout/hierarchy3"/>
    <dgm:cxn modelId="{831CA4EA-BFCE-492D-8BC1-072294413DE8}" type="presParOf" srcId="{F7E318BD-E5F8-4676-A08B-21E364D2893D}" destId="{CD917326-134B-41E6-A4DC-183A16B6D642}" srcOrd="1" destOrd="0" presId="urn:microsoft.com/office/officeart/2005/8/layout/hierarchy3"/>
    <dgm:cxn modelId="{D9D57019-65B7-47D0-A441-E5E0378D2481}" type="presParOf" srcId="{9E49A724-75F9-4870-A85B-957AFB477848}" destId="{33BC970F-5FC8-4599-8E0E-2E89365911EB}" srcOrd="1" destOrd="0" presId="urn:microsoft.com/office/officeart/2005/8/layout/hierarchy3"/>
    <dgm:cxn modelId="{30CA46AB-2DDB-4DFB-ABFC-01704A878A13}" type="presParOf" srcId="{33BC970F-5FC8-4599-8E0E-2E89365911EB}" destId="{41AF1A97-2682-410A-8763-BE8E2D401DEB}" srcOrd="0" destOrd="0" presId="urn:microsoft.com/office/officeart/2005/8/layout/hierarchy3"/>
    <dgm:cxn modelId="{22607202-6835-48A3-AE93-265E43328CC9}" type="presParOf" srcId="{33BC970F-5FC8-4599-8E0E-2E89365911EB}" destId="{B72B5F04-39E1-43AB-BD99-409F6D1D03B4}" srcOrd="1" destOrd="0" presId="urn:microsoft.com/office/officeart/2005/8/layout/hierarchy3"/>
    <dgm:cxn modelId="{FA665E66-AD0A-4285-B88C-36B4B4837320}" type="presParOf" srcId="{33BC970F-5FC8-4599-8E0E-2E89365911EB}" destId="{B42F1E00-2361-48D1-9D3B-DF30D2E15728}" srcOrd="2" destOrd="0" presId="urn:microsoft.com/office/officeart/2005/8/layout/hierarchy3"/>
    <dgm:cxn modelId="{ED49257A-E2E3-465E-B39F-14D65816F79E}" type="presParOf" srcId="{33BC970F-5FC8-4599-8E0E-2E89365911EB}" destId="{FC26CF53-C111-4952-8017-230317E029C5}" srcOrd="3" destOrd="0" presId="urn:microsoft.com/office/officeart/2005/8/layout/hierarchy3"/>
    <dgm:cxn modelId="{42E6E9D6-0E5F-4B8E-808D-430D49E1458B}" type="presParOf" srcId="{33BC970F-5FC8-4599-8E0E-2E89365911EB}" destId="{CE6E0FA4-D50A-4D42-AF09-6A911DEF8C2C}" srcOrd="4" destOrd="0" presId="urn:microsoft.com/office/officeart/2005/8/layout/hierarchy3"/>
    <dgm:cxn modelId="{68B868FA-7E1D-42B7-91B2-443567D0D19F}" type="presParOf" srcId="{33BC970F-5FC8-4599-8E0E-2E89365911EB}" destId="{A47FE935-74F7-4BB3-99C8-FF1F2E218B79}" srcOrd="5" destOrd="0" presId="urn:microsoft.com/office/officeart/2005/8/layout/hierarchy3"/>
    <dgm:cxn modelId="{B1985B77-ADDB-41DE-B550-68173D1B4CC9}" type="presParOf" srcId="{33BC970F-5FC8-4599-8E0E-2E89365911EB}" destId="{6471BFB7-9314-40B2-918F-B2469D0640D4}" srcOrd="6" destOrd="0" presId="urn:microsoft.com/office/officeart/2005/8/layout/hierarchy3"/>
    <dgm:cxn modelId="{03FB9593-0AEC-403D-B73B-C26BE7990702}" type="presParOf" srcId="{33BC970F-5FC8-4599-8E0E-2E89365911EB}" destId="{DCAC4F25-68AD-4D1C-A472-7AB44F6220AB}" srcOrd="7" destOrd="0" presId="urn:microsoft.com/office/officeart/2005/8/layout/hierarchy3"/>
    <dgm:cxn modelId="{0C491A79-E0F9-4A56-94DE-4F064F8E6B27}" type="presParOf" srcId="{33BC970F-5FC8-4599-8E0E-2E89365911EB}" destId="{2B1B7412-1FEA-442F-B22A-E34699AF8CDD}" srcOrd="8" destOrd="0" presId="urn:microsoft.com/office/officeart/2005/8/layout/hierarchy3"/>
    <dgm:cxn modelId="{2030409E-F8CA-4895-B7F8-4CD056B4B0F5}" type="presParOf" srcId="{33BC970F-5FC8-4599-8E0E-2E89365911EB}" destId="{7956B295-9625-4E79-8A8E-D3E4786E024E}" srcOrd="9" destOrd="0" presId="urn:microsoft.com/office/officeart/2005/8/layout/hierarchy3"/>
    <dgm:cxn modelId="{3B897AD2-24F6-4B0D-A7A8-68A334842383}" type="presParOf" srcId="{0C9946AE-96BB-416F-95AD-072877A706B4}" destId="{4EC530C5-8C18-4049-96D5-04A9816F6D94}" srcOrd="5" destOrd="0" presId="urn:microsoft.com/office/officeart/2005/8/layout/hierarchy3"/>
    <dgm:cxn modelId="{D5F34F4F-49C0-4755-AFF8-0D69499AD0FC}" type="presParOf" srcId="{4EC530C5-8C18-4049-96D5-04A9816F6D94}" destId="{82D1141F-CA82-4A0B-8A8D-E99E96F936C8}" srcOrd="0" destOrd="0" presId="urn:microsoft.com/office/officeart/2005/8/layout/hierarchy3"/>
    <dgm:cxn modelId="{56A3EBAF-223A-42EF-A8D1-DA1CE7A253FA}" type="presParOf" srcId="{82D1141F-CA82-4A0B-8A8D-E99E96F936C8}" destId="{CC4A45D9-26DC-4AC6-8B3B-21E74D624E2E}" srcOrd="0" destOrd="0" presId="urn:microsoft.com/office/officeart/2005/8/layout/hierarchy3"/>
    <dgm:cxn modelId="{E5CCE5D0-AA6E-4DB9-80B5-D453135BF4DE}" type="presParOf" srcId="{82D1141F-CA82-4A0B-8A8D-E99E96F936C8}" destId="{9F94B0E9-1E61-4E5D-AA80-9AD7DBC41CCF}" srcOrd="1" destOrd="0" presId="urn:microsoft.com/office/officeart/2005/8/layout/hierarchy3"/>
    <dgm:cxn modelId="{07EED271-6693-4C29-87EA-CC0953D9CEB1}" type="presParOf" srcId="{4EC530C5-8C18-4049-96D5-04A9816F6D94}" destId="{A818CD03-993D-417B-9C31-B19F71557BAC}" srcOrd="1" destOrd="0" presId="urn:microsoft.com/office/officeart/2005/8/layout/hierarchy3"/>
    <dgm:cxn modelId="{858D87E6-3AE8-4D81-8EE4-2D2D6B913109}" type="presParOf" srcId="{A818CD03-993D-417B-9C31-B19F71557BAC}" destId="{14E0F0BD-BE7F-4636-BC61-3EF7218954D9}" srcOrd="0" destOrd="0" presId="urn:microsoft.com/office/officeart/2005/8/layout/hierarchy3"/>
    <dgm:cxn modelId="{62A0C7FD-CA44-4592-9645-9EC9F5B0FAE8}" type="presParOf" srcId="{A818CD03-993D-417B-9C31-B19F71557BAC}" destId="{F0F57DB0-E06C-4B0D-8046-10E5280D4035}" srcOrd="1" destOrd="0" presId="urn:microsoft.com/office/officeart/2005/8/layout/hierarchy3"/>
    <dgm:cxn modelId="{8DECF3DF-E610-481B-9D10-15F5A584B823}" type="presParOf" srcId="{A818CD03-993D-417B-9C31-B19F71557BAC}" destId="{B24EA2E1-B0B4-4E09-8167-8176BC4D5798}" srcOrd="2" destOrd="0" presId="urn:microsoft.com/office/officeart/2005/8/layout/hierarchy3"/>
    <dgm:cxn modelId="{46960388-D906-4865-AC86-0FF31D300639}" type="presParOf" srcId="{A818CD03-993D-417B-9C31-B19F71557BAC}" destId="{E833FC2E-25B6-43C6-931F-140DB778A104}" srcOrd="3" destOrd="0" presId="urn:microsoft.com/office/officeart/2005/8/layout/hierarchy3"/>
    <dgm:cxn modelId="{48E6DE47-3AD0-46C3-A480-7DCF23BA1241}" type="presParOf" srcId="{A818CD03-993D-417B-9C31-B19F71557BAC}" destId="{20784971-134B-48D6-8E57-0E17EBD6B444}" srcOrd="4" destOrd="0" presId="urn:microsoft.com/office/officeart/2005/8/layout/hierarchy3"/>
    <dgm:cxn modelId="{9F190A58-1A39-4533-9DCB-A6B084A0CB55}" type="presParOf" srcId="{A818CD03-993D-417B-9C31-B19F71557BAC}" destId="{8917C8C5-AD22-4959-B1E0-BE6059225150}" srcOrd="5" destOrd="0" presId="urn:microsoft.com/office/officeart/2005/8/layout/hierarchy3"/>
    <dgm:cxn modelId="{E624B723-47EC-48FE-994B-03D91BD1D590}" type="presParOf" srcId="{A818CD03-993D-417B-9C31-B19F71557BAC}" destId="{4CE9F7F3-1E40-44AC-A5EF-B556E9D2B621}" srcOrd="6" destOrd="0" presId="urn:microsoft.com/office/officeart/2005/8/layout/hierarchy3"/>
    <dgm:cxn modelId="{BF3BF643-3C05-47E3-9189-94D8163B1417}" type="presParOf" srcId="{A818CD03-993D-417B-9C31-B19F71557BAC}" destId="{E02410C4-0F60-43CB-BEBF-778DCD198ABF}" srcOrd="7" destOrd="0" presId="urn:microsoft.com/office/officeart/2005/8/layout/hierarchy3"/>
    <dgm:cxn modelId="{06697B01-35B8-41D4-AF6D-510E3381BB24}" type="presParOf" srcId="{0C9946AE-96BB-416F-95AD-072877A706B4}" destId="{81B9BB3E-7F7B-4E6D-8580-A70067FC57DE}" srcOrd="6" destOrd="0" presId="urn:microsoft.com/office/officeart/2005/8/layout/hierarchy3"/>
    <dgm:cxn modelId="{81790DAC-A51B-4308-A81B-8EAA354C2B34}" type="presParOf" srcId="{81B9BB3E-7F7B-4E6D-8580-A70067FC57DE}" destId="{8F6A4DF0-FB30-45B2-84F5-8D1E08D068D9}" srcOrd="0" destOrd="0" presId="urn:microsoft.com/office/officeart/2005/8/layout/hierarchy3"/>
    <dgm:cxn modelId="{593DF0C0-1703-4DB7-9B11-834B5E43B797}" type="presParOf" srcId="{8F6A4DF0-FB30-45B2-84F5-8D1E08D068D9}" destId="{28BE8193-A066-4BDD-9AEF-4E8DA1FB3802}" srcOrd="0" destOrd="0" presId="urn:microsoft.com/office/officeart/2005/8/layout/hierarchy3"/>
    <dgm:cxn modelId="{D1C64CA8-BD69-4A56-AC65-78E769B84B35}" type="presParOf" srcId="{8F6A4DF0-FB30-45B2-84F5-8D1E08D068D9}" destId="{B9B45FB4-CED0-46C3-B141-3A2882E49E27}" srcOrd="1" destOrd="0" presId="urn:microsoft.com/office/officeart/2005/8/layout/hierarchy3"/>
    <dgm:cxn modelId="{3449CCD5-89ED-471A-ABB2-9AF80013F563}" type="presParOf" srcId="{81B9BB3E-7F7B-4E6D-8580-A70067FC57DE}" destId="{23E54E98-650B-4AF5-9A18-DFE26BA563D3}" srcOrd="1" destOrd="0" presId="urn:microsoft.com/office/officeart/2005/8/layout/hierarchy3"/>
    <dgm:cxn modelId="{F220CF4E-EA47-4B61-AD26-1867817D0F07}" type="presParOf" srcId="{23E54E98-650B-4AF5-9A18-DFE26BA563D3}" destId="{4CBBD256-BC5A-455D-B25F-092ADECF24DD}" srcOrd="0" destOrd="0" presId="urn:microsoft.com/office/officeart/2005/8/layout/hierarchy3"/>
    <dgm:cxn modelId="{1FC79E17-4D68-425A-AADF-81DBE989C6AE}" type="presParOf" srcId="{23E54E98-650B-4AF5-9A18-DFE26BA563D3}" destId="{0B8D3F97-C485-4C62-9B49-04373419DCA0}" srcOrd="1" destOrd="0" presId="urn:microsoft.com/office/officeart/2005/8/layout/hierarchy3"/>
    <dgm:cxn modelId="{164CCEDA-A4AC-4197-B993-5745E09607E8}" type="presParOf" srcId="{23E54E98-650B-4AF5-9A18-DFE26BA563D3}" destId="{753C2893-A0B4-4531-9972-025FC662A6E8}" srcOrd="2" destOrd="0" presId="urn:microsoft.com/office/officeart/2005/8/layout/hierarchy3"/>
    <dgm:cxn modelId="{103EFF2F-FE8C-4033-82AE-5C9248C9C883}" type="presParOf" srcId="{23E54E98-650B-4AF5-9A18-DFE26BA563D3}" destId="{060951FF-0BA3-4CBA-8E5A-7B65F9F40FD5}" srcOrd="3" destOrd="0" presId="urn:microsoft.com/office/officeart/2005/8/layout/hierarchy3"/>
    <dgm:cxn modelId="{5BC714B7-8696-48BE-9A63-25E173157780}" type="presParOf" srcId="{23E54E98-650B-4AF5-9A18-DFE26BA563D3}" destId="{E845EF09-7A69-4A20-9C8B-6CFD96E13F5B}" srcOrd="4" destOrd="0" presId="urn:microsoft.com/office/officeart/2005/8/layout/hierarchy3"/>
    <dgm:cxn modelId="{CDA4B4C4-633F-4092-B467-8DD22AE5F214}" type="presParOf" srcId="{23E54E98-650B-4AF5-9A18-DFE26BA563D3}" destId="{0043CD33-3301-4577-94B8-CD033A7B2AE1}" srcOrd="5" destOrd="0" presId="urn:microsoft.com/office/officeart/2005/8/layout/hierarchy3"/>
    <dgm:cxn modelId="{CA1A5ED6-8F5B-417A-874E-AF0E3D5092A3}" type="presParOf" srcId="{23E54E98-650B-4AF5-9A18-DFE26BA563D3}" destId="{9A66AFDC-D16E-4639-B14F-27F8EF4CC4A1}" srcOrd="6" destOrd="0" presId="urn:microsoft.com/office/officeart/2005/8/layout/hierarchy3"/>
    <dgm:cxn modelId="{E972EEC1-1987-40AB-8297-99720772E50F}" type="presParOf" srcId="{23E54E98-650B-4AF5-9A18-DFE26BA563D3}" destId="{68C43F9B-51EE-4E88-AEA4-F8D9E1A985FA}" srcOrd="7" destOrd="0" presId="urn:microsoft.com/office/officeart/2005/8/layout/hierarchy3"/>
    <dgm:cxn modelId="{AEC97D03-BDDB-45F2-950F-0B720BE8F2D7}" type="presParOf" srcId="{23E54E98-650B-4AF5-9A18-DFE26BA563D3}" destId="{2D5EB056-97AD-4730-90DA-FE0DDA7725B9}" srcOrd="8" destOrd="0" presId="urn:microsoft.com/office/officeart/2005/8/layout/hierarchy3"/>
    <dgm:cxn modelId="{D3D65456-BFDA-461C-8879-5F2DAF07FA36}" type="presParOf" srcId="{23E54E98-650B-4AF5-9A18-DFE26BA563D3}" destId="{D17D622B-B197-49C8-993F-F3E040BC9BE1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0DD3FD-8C0E-411D-A617-AC581B7FFD58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D50593-408B-4E0A-9B79-CD302FC10B7C}">
      <dgm:prSet phldrT="[Text]" custT="1"/>
      <dgm:spPr/>
      <dgm:t>
        <a:bodyPr/>
        <a:lstStyle/>
        <a:p>
          <a:pPr>
            <a:buNone/>
          </a:pPr>
          <a:r>
            <a:rPr lang="en-IN" sz="1000" b="1" dirty="0"/>
            <a:t>Customer Requirement</a:t>
          </a:r>
          <a:endParaRPr lang="en-IN" sz="1000" dirty="0"/>
        </a:p>
      </dgm:t>
    </dgm:pt>
    <dgm:pt modelId="{DD50CCBC-E462-4114-9B48-1678ABBF342E}" type="parTrans" cxnId="{3FE30D7B-DD34-4248-984F-BF98980FD048}">
      <dgm:prSet/>
      <dgm:spPr/>
      <dgm:t>
        <a:bodyPr/>
        <a:lstStyle/>
        <a:p>
          <a:endParaRPr lang="en-IN"/>
        </a:p>
      </dgm:t>
    </dgm:pt>
    <dgm:pt modelId="{06A7C9C6-4370-429B-A6EA-C37507D9710D}" type="sibTrans" cxnId="{3FE30D7B-DD34-4248-984F-BF98980FD048}">
      <dgm:prSet/>
      <dgm:spPr/>
      <dgm:t>
        <a:bodyPr/>
        <a:lstStyle/>
        <a:p>
          <a:endParaRPr lang="en-IN"/>
        </a:p>
      </dgm:t>
    </dgm:pt>
    <dgm:pt modelId="{694A85C9-81B5-49C2-B539-EA9B7072EBC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Daily demand: [units/day]</a:t>
          </a:r>
        </a:p>
      </dgm:t>
    </dgm:pt>
    <dgm:pt modelId="{C732ECE9-EF39-4C0A-A69F-C9E7FA1B663E}" type="parTrans" cxnId="{B1431D30-67FF-4568-B3DB-85E01C35C812}">
      <dgm:prSet/>
      <dgm:spPr/>
      <dgm:t>
        <a:bodyPr/>
        <a:lstStyle/>
        <a:p>
          <a:endParaRPr lang="en-IN" sz="1000"/>
        </a:p>
      </dgm:t>
    </dgm:pt>
    <dgm:pt modelId="{CF6804EC-6C9C-4207-9E5C-472323629F48}" type="sibTrans" cxnId="{B1431D30-67FF-4568-B3DB-85E01C35C812}">
      <dgm:prSet/>
      <dgm:spPr/>
      <dgm:t>
        <a:bodyPr/>
        <a:lstStyle/>
        <a:p>
          <a:endParaRPr lang="en-IN"/>
        </a:p>
      </dgm:t>
    </dgm:pt>
    <dgm:pt modelId="{91F99F0C-9E4C-41AD-A5CA-93AB2CE1D78F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Takt Time: [sec/unit]</a:t>
          </a:r>
        </a:p>
      </dgm:t>
    </dgm:pt>
    <dgm:pt modelId="{9BE9D905-3506-46AC-BC5A-82FA67894209}" type="parTrans" cxnId="{B616E6C7-41BC-47B7-B2BB-98989B7C4D68}">
      <dgm:prSet/>
      <dgm:spPr/>
      <dgm:t>
        <a:bodyPr/>
        <a:lstStyle/>
        <a:p>
          <a:endParaRPr lang="en-IN" sz="1000"/>
        </a:p>
      </dgm:t>
    </dgm:pt>
    <dgm:pt modelId="{67CFEEE9-FD9E-4825-9802-6873A5B61F4C}" type="sibTrans" cxnId="{B616E6C7-41BC-47B7-B2BB-98989B7C4D68}">
      <dgm:prSet/>
      <dgm:spPr/>
      <dgm:t>
        <a:bodyPr/>
        <a:lstStyle/>
        <a:p>
          <a:endParaRPr lang="en-IN"/>
        </a:p>
      </dgm:t>
    </dgm:pt>
    <dgm:pt modelId="{5F2642EF-2794-44F8-8E93-49CEC28FC9E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Service Level Target: [e.g., 98%]</a:t>
          </a:r>
        </a:p>
      </dgm:t>
    </dgm:pt>
    <dgm:pt modelId="{560D1217-3D18-49D9-B946-C2690E0DF531}" type="parTrans" cxnId="{B955C79D-0B73-4D85-9524-F99E60BBF29D}">
      <dgm:prSet/>
      <dgm:spPr/>
      <dgm:t>
        <a:bodyPr/>
        <a:lstStyle/>
        <a:p>
          <a:endParaRPr lang="en-IN" sz="1000"/>
        </a:p>
      </dgm:t>
    </dgm:pt>
    <dgm:pt modelId="{8526B0F1-2046-4F51-BA10-6F1C86213646}" type="sibTrans" cxnId="{B955C79D-0B73-4D85-9524-F99E60BBF29D}">
      <dgm:prSet/>
      <dgm:spPr/>
      <dgm:t>
        <a:bodyPr/>
        <a:lstStyle/>
        <a:p>
          <a:endParaRPr lang="en-IN"/>
        </a:p>
      </dgm:t>
    </dgm:pt>
    <dgm:pt modelId="{53906F08-85E0-499C-9BF2-F8100A41C971}">
      <dgm:prSet custT="1"/>
      <dgm:spPr/>
      <dgm:t>
        <a:bodyPr/>
        <a:lstStyle/>
        <a:p>
          <a:pPr>
            <a:buNone/>
          </a:pPr>
          <a:r>
            <a:rPr lang="en-IN" sz="1000" b="1"/>
            <a:t>Current State – Process Blocks</a:t>
          </a:r>
          <a:endParaRPr lang="en-IN" sz="1000"/>
        </a:p>
      </dgm:t>
    </dgm:pt>
    <dgm:pt modelId="{76CE85EC-CFA0-4DAD-9CFE-4913D418FA1F}" type="parTrans" cxnId="{111175A5-D65E-414B-8871-4258A420EECC}">
      <dgm:prSet/>
      <dgm:spPr/>
      <dgm:t>
        <a:bodyPr/>
        <a:lstStyle/>
        <a:p>
          <a:endParaRPr lang="en-IN"/>
        </a:p>
      </dgm:t>
    </dgm:pt>
    <dgm:pt modelId="{3AB56037-C7A2-4779-9462-3874518B5730}" type="sibTrans" cxnId="{111175A5-D65E-414B-8871-4258A420EECC}">
      <dgm:prSet/>
      <dgm:spPr/>
      <dgm:t>
        <a:bodyPr/>
        <a:lstStyle/>
        <a:p>
          <a:endParaRPr lang="en-IN"/>
        </a:p>
      </dgm:t>
    </dgm:pt>
    <dgm:pt modelId="{BCCED42D-EE2D-406D-8433-BA6DE8913838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Raw Material Receiving </a:t>
          </a:r>
        </a:p>
      </dgm:t>
    </dgm:pt>
    <dgm:pt modelId="{85A0F4F8-CE47-47D3-852B-304214525751}" type="parTrans" cxnId="{7145BA17-A9EC-4DE8-A401-A378001B2031}">
      <dgm:prSet/>
      <dgm:spPr/>
      <dgm:t>
        <a:bodyPr/>
        <a:lstStyle/>
        <a:p>
          <a:endParaRPr lang="en-IN" sz="1000"/>
        </a:p>
      </dgm:t>
    </dgm:pt>
    <dgm:pt modelId="{374D83AA-2227-4749-B2DB-AC293283E29C}" type="sibTrans" cxnId="{7145BA17-A9EC-4DE8-A401-A378001B2031}">
      <dgm:prSet/>
      <dgm:spPr/>
      <dgm:t>
        <a:bodyPr/>
        <a:lstStyle/>
        <a:p>
          <a:endParaRPr lang="en-IN"/>
        </a:p>
      </dgm:t>
    </dgm:pt>
    <dgm:pt modelId="{EE984F21-B5D8-4013-82A3-D84E665C2541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 dirty="0"/>
            <a:t>CT: [ ]</a:t>
          </a:r>
        </a:p>
      </dgm:t>
    </dgm:pt>
    <dgm:pt modelId="{1479BBFD-5711-4560-9921-19871429A1A5}" type="parTrans" cxnId="{A76CD1E2-B612-4C1C-A25B-FC46FF2A20C4}">
      <dgm:prSet/>
      <dgm:spPr/>
      <dgm:t>
        <a:bodyPr/>
        <a:lstStyle/>
        <a:p>
          <a:endParaRPr lang="en-IN"/>
        </a:p>
      </dgm:t>
    </dgm:pt>
    <dgm:pt modelId="{8D61FC97-4E19-490B-A1FA-2C65055EF505}" type="sibTrans" cxnId="{A76CD1E2-B612-4C1C-A25B-FC46FF2A20C4}">
      <dgm:prSet/>
      <dgm:spPr/>
      <dgm:t>
        <a:bodyPr/>
        <a:lstStyle/>
        <a:p>
          <a:endParaRPr lang="en-IN"/>
        </a:p>
      </dgm:t>
    </dgm:pt>
    <dgm:pt modelId="{ACFF1C1F-95A6-44D5-B9A7-4B661FB4F0C7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 dirty="0"/>
            <a:t>C/O: [ ]</a:t>
          </a:r>
        </a:p>
      </dgm:t>
    </dgm:pt>
    <dgm:pt modelId="{1DA8753D-7A9F-4628-82DD-AB3E5BED40CC}" type="parTrans" cxnId="{C51FF116-0264-48BA-9518-2A533EF701F8}">
      <dgm:prSet/>
      <dgm:spPr/>
      <dgm:t>
        <a:bodyPr/>
        <a:lstStyle/>
        <a:p>
          <a:endParaRPr lang="en-IN"/>
        </a:p>
      </dgm:t>
    </dgm:pt>
    <dgm:pt modelId="{083AFF5B-9851-4366-B537-C25895470852}" type="sibTrans" cxnId="{C51FF116-0264-48BA-9518-2A533EF701F8}">
      <dgm:prSet/>
      <dgm:spPr/>
      <dgm:t>
        <a:bodyPr/>
        <a:lstStyle/>
        <a:p>
          <a:endParaRPr lang="en-IN"/>
        </a:p>
      </dgm:t>
    </dgm:pt>
    <dgm:pt modelId="{3267BD46-8CCB-4055-8E84-7B0AFA8A4264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VA%: [ ]</a:t>
          </a:r>
        </a:p>
      </dgm:t>
    </dgm:pt>
    <dgm:pt modelId="{3FEBD0A8-8234-4F43-A533-8B5F41450B68}" type="parTrans" cxnId="{0A789ADC-859A-4D4F-9544-382CDBB6897B}">
      <dgm:prSet/>
      <dgm:spPr/>
      <dgm:t>
        <a:bodyPr/>
        <a:lstStyle/>
        <a:p>
          <a:endParaRPr lang="en-IN"/>
        </a:p>
      </dgm:t>
    </dgm:pt>
    <dgm:pt modelId="{92C38FD3-D245-48AF-9527-03F22CF45E5A}" type="sibTrans" cxnId="{0A789ADC-859A-4D4F-9544-382CDBB6897B}">
      <dgm:prSet/>
      <dgm:spPr/>
      <dgm:t>
        <a:bodyPr/>
        <a:lstStyle/>
        <a:p>
          <a:endParaRPr lang="en-IN"/>
        </a:p>
      </dgm:t>
    </dgm:pt>
    <dgm:pt modelId="{D2C2BD16-08BF-4F9C-941A-08B2B85F66B6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 dirty="0"/>
            <a:t>Mixing / Processing </a:t>
          </a:r>
        </a:p>
      </dgm:t>
    </dgm:pt>
    <dgm:pt modelId="{B25B5FB3-F9EF-4A88-BA05-92044C1EE159}" type="parTrans" cxnId="{6C683E55-A008-4723-871D-7388B5A90B12}">
      <dgm:prSet/>
      <dgm:spPr/>
      <dgm:t>
        <a:bodyPr/>
        <a:lstStyle/>
        <a:p>
          <a:endParaRPr lang="en-IN" sz="1000"/>
        </a:p>
      </dgm:t>
    </dgm:pt>
    <dgm:pt modelId="{C5F6387A-383F-4EE4-83A6-C1F09FAFC614}" type="sibTrans" cxnId="{6C683E55-A008-4723-871D-7388B5A90B12}">
      <dgm:prSet/>
      <dgm:spPr/>
      <dgm:t>
        <a:bodyPr/>
        <a:lstStyle/>
        <a:p>
          <a:endParaRPr lang="en-IN"/>
        </a:p>
      </dgm:t>
    </dgm:pt>
    <dgm:pt modelId="{8A92866D-14AF-44C3-97E5-317B784CA0D9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CT: [ ]</a:t>
          </a:r>
        </a:p>
      </dgm:t>
    </dgm:pt>
    <dgm:pt modelId="{D38EB882-90E9-4886-B6DC-834018625990}" type="parTrans" cxnId="{2FE14F09-9F5B-4662-900B-F1304DBAF3B3}">
      <dgm:prSet/>
      <dgm:spPr/>
      <dgm:t>
        <a:bodyPr/>
        <a:lstStyle/>
        <a:p>
          <a:endParaRPr lang="en-IN"/>
        </a:p>
      </dgm:t>
    </dgm:pt>
    <dgm:pt modelId="{9EC2D884-08A8-417F-BEF4-186A35E0CC69}" type="sibTrans" cxnId="{2FE14F09-9F5B-4662-900B-F1304DBAF3B3}">
      <dgm:prSet/>
      <dgm:spPr/>
      <dgm:t>
        <a:bodyPr/>
        <a:lstStyle/>
        <a:p>
          <a:endParaRPr lang="en-IN"/>
        </a:p>
      </dgm:t>
    </dgm:pt>
    <dgm:pt modelId="{194FB7F4-E753-409F-8B9E-5E11320E5E5B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C/O: [ ]</a:t>
          </a:r>
        </a:p>
      </dgm:t>
    </dgm:pt>
    <dgm:pt modelId="{6F8C5C1D-51D9-49FE-9488-017EA953E571}" type="parTrans" cxnId="{DD77EA05-82B8-4216-BCCD-E8F447750DB7}">
      <dgm:prSet/>
      <dgm:spPr/>
      <dgm:t>
        <a:bodyPr/>
        <a:lstStyle/>
        <a:p>
          <a:endParaRPr lang="en-IN"/>
        </a:p>
      </dgm:t>
    </dgm:pt>
    <dgm:pt modelId="{58CADBBD-7EC0-436B-A843-D86FD575D236}" type="sibTrans" cxnId="{DD77EA05-82B8-4216-BCCD-E8F447750DB7}">
      <dgm:prSet/>
      <dgm:spPr/>
      <dgm:t>
        <a:bodyPr/>
        <a:lstStyle/>
        <a:p>
          <a:endParaRPr lang="en-IN"/>
        </a:p>
      </dgm:t>
    </dgm:pt>
    <dgm:pt modelId="{28FE3AFB-8BC3-4E30-A9DA-D2045D78FA8C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 dirty="0"/>
            <a:t>OEE: [ ]</a:t>
          </a:r>
        </a:p>
      </dgm:t>
    </dgm:pt>
    <dgm:pt modelId="{D857E108-F55E-473D-ABDD-B053744D1E0D}" type="parTrans" cxnId="{5D31854E-9B45-415A-8241-E234378EC905}">
      <dgm:prSet/>
      <dgm:spPr/>
      <dgm:t>
        <a:bodyPr/>
        <a:lstStyle/>
        <a:p>
          <a:endParaRPr lang="en-IN"/>
        </a:p>
      </dgm:t>
    </dgm:pt>
    <dgm:pt modelId="{034337FF-0709-4522-A4B3-E5849D698FFF}" type="sibTrans" cxnId="{5D31854E-9B45-415A-8241-E234378EC905}">
      <dgm:prSet/>
      <dgm:spPr/>
      <dgm:t>
        <a:bodyPr/>
        <a:lstStyle/>
        <a:p>
          <a:endParaRPr lang="en-IN"/>
        </a:p>
      </dgm:t>
    </dgm:pt>
    <dgm:pt modelId="{57F4A6E9-919B-497F-A32C-C05BB5272CE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Filling / Packaging </a:t>
          </a:r>
        </a:p>
      </dgm:t>
    </dgm:pt>
    <dgm:pt modelId="{E013D0D6-748A-4E5F-B3A9-3B8F4B562CBF}" type="parTrans" cxnId="{0EB2DADD-C38A-4AF6-9E9B-34829A5E0CB7}">
      <dgm:prSet/>
      <dgm:spPr/>
      <dgm:t>
        <a:bodyPr/>
        <a:lstStyle/>
        <a:p>
          <a:endParaRPr lang="en-IN" sz="1000"/>
        </a:p>
      </dgm:t>
    </dgm:pt>
    <dgm:pt modelId="{64984C44-AA8A-406D-AB2B-F8945A0B3C89}" type="sibTrans" cxnId="{0EB2DADD-C38A-4AF6-9E9B-34829A5E0CB7}">
      <dgm:prSet/>
      <dgm:spPr/>
      <dgm:t>
        <a:bodyPr/>
        <a:lstStyle/>
        <a:p>
          <a:endParaRPr lang="en-IN"/>
        </a:p>
      </dgm:t>
    </dgm:pt>
    <dgm:pt modelId="{E1EA43BF-EE9E-4000-838B-C786A922396A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CT: [ ]</a:t>
          </a:r>
        </a:p>
      </dgm:t>
    </dgm:pt>
    <dgm:pt modelId="{F8675091-A7F7-4E4C-92B8-F4C479ABB27C}" type="parTrans" cxnId="{3EAE0856-0448-4A62-A62B-6FEA88D8D68B}">
      <dgm:prSet/>
      <dgm:spPr/>
      <dgm:t>
        <a:bodyPr/>
        <a:lstStyle/>
        <a:p>
          <a:endParaRPr lang="en-IN"/>
        </a:p>
      </dgm:t>
    </dgm:pt>
    <dgm:pt modelId="{EAFFFA03-C6EF-4AD3-8071-C7405414A677}" type="sibTrans" cxnId="{3EAE0856-0448-4A62-A62B-6FEA88D8D68B}">
      <dgm:prSet/>
      <dgm:spPr/>
      <dgm:t>
        <a:bodyPr/>
        <a:lstStyle/>
        <a:p>
          <a:endParaRPr lang="en-IN"/>
        </a:p>
      </dgm:t>
    </dgm:pt>
    <dgm:pt modelId="{E4849037-3953-4899-9037-76ECDB397280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C/O: [ ]</a:t>
          </a:r>
        </a:p>
      </dgm:t>
    </dgm:pt>
    <dgm:pt modelId="{83551F39-A4F8-4791-938D-A54AE983E1D7}" type="parTrans" cxnId="{B5D580DF-B21D-4DA6-B3D1-13A94CD036FF}">
      <dgm:prSet/>
      <dgm:spPr/>
      <dgm:t>
        <a:bodyPr/>
        <a:lstStyle/>
        <a:p>
          <a:endParaRPr lang="en-IN"/>
        </a:p>
      </dgm:t>
    </dgm:pt>
    <dgm:pt modelId="{4FB00FA3-8587-4632-B67F-AE4B18886849}" type="sibTrans" cxnId="{B5D580DF-B21D-4DA6-B3D1-13A94CD036FF}">
      <dgm:prSet/>
      <dgm:spPr/>
      <dgm:t>
        <a:bodyPr/>
        <a:lstStyle/>
        <a:p>
          <a:endParaRPr lang="en-IN"/>
        </a:p>
      </dgm:t>
    </dgm:pt>
    <dgm:pt modelId="{616E4BEF-6BC0-4811-AE9D-11AF29024001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OEE: [ ]</a:t>
          </a:r>
        </a:p>
      </dgm:t>
    </dgm:pt>
    <dgm:pt modelId="{D18C4568-DC01-406A-A92B-528F94604EF6}" type="parTrans" cxnId="{B2370403-0F5B-4144-82E9-0BBA597E1678}">
      <dgm:prSet/>
      <dgm:spPr/>
      <dgm:t>
        <a:bodyPr/>
        <a:lstStyle/>
        <a:p>
          <a:endParaRPr lang="en-IN"/>
        </a:p>
      </dgm:t>
    </dgm:pt>
    <dgm:pt modelId="{7DAC67A1-99D9-404B-9F06-9A9D2A67400D}" type="sibTrans" cxnId="{B2370403-0F5B-4144-82E9-0BBA597E1678}">
      <dgm:prSet/>
      <dgm:spPr/>
      <dgm:t>
        <a:bodyPr/>
        <a:lstStyle/>
        <a:p>
          <a:endParaRPr lang="en-IN"/>
        </a:p>
      </dgm:t>
    </dgm:pt>
    <dgm:pt modelId="{926C3C56-4E22-42F9-AC43-A08811243F39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Palletization </a:t>
          </a:r>
        </a:p>
      </dgm:t>
    </dgm:pt>
    <dgm:pt modelId="{6C592430-CA8E-4945-AC77-76F94FA1E822}" type="parTrans" cxnId="{671777B6-6625-4D2B-ACAF-04667D4F53E3}">
      <dgm:prSet/>
      <dgm:spPr/>
      <dgm:t>
        <a:bodyPr/>
        <a:lstStyle/>
        <a:p>
          <a:endParaRPr lang="en-IN" sz="1000"/>
        </a:p>
      </dgm:t>
    </dgm:pt>
    <dgm:pt modelId="{D16D9E53-7CD1-4BE0-A27B-4F45ED28B70C}" type="sibTrans" cxnId="{671777B6-6625-4D2B-ACAF-04667D4F53E3}">
      <dgm:prSet/>
      <dgm:spPr/>
      <dgm:t>
        <a:bodyPr/>
        <a:lstStyle/>
        <a:p>
          <a:endParaRPr lang="en-IN"/>
        </a:p>
      </dgm:t>
    </dgm:pt>
    <dgm:pt modelId="{CF2524ED-0BC1-405B-BE8E-FC4234EE14DC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CT: [ ]</a:t>
          </a:r>
        </a:p>
      </dgm:t>
    </dgm:pt>
    <dgm:pt modelId="{B66F984C-428D-49A5-ACAA-4C1E72E9BF54}" type="parTrans" cxnId="{9B2ADBE4-D599-491D-80DE-D9C3B1C95493}">
      <dgm:prSet/>
      <dgm:spPr/>
      <dgm:t>
        <a:bodyPr/>
        <a:lstStyle/>
        <a:p>
          <a:endParaRPr lang="en-IN"/>
        </a:p>
      </dgm:t>
    </dgm:pt>
    <dgm:pt modelId="{5CDE151B-1CDF-43FA-A494-02BDCA786DAD}" type="sibTrans" cxnId="{9B2ADBE4-D599-491D-80DE-D9C3B1C95493}">
      <dgm:prSet/>
      <dgm:spPr/>
      <dgm:t>
        <a:bodyPr/>
        <a:lstStyle/>
        <a:p>
          <a:endParaRPr lang="en-IN"/>
        </a:p>
      </dgm:t>
    </dgm:pt>
    <dgm:pt modelId="{BBC90EB8-6DB2-4FA6-911A-7E8E5A29BCA8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[ ]</a:t>
          </a:r>
        </a:p>
      </dgm:t>
    </dgm:pt>
    <dgm:pt modelId="{30DE383B-8956-40F9-9E73-50715C56C38B}" type="parTrans" cxnId="{F223B8CE-3E33-4F7E-BCC3-CFFBCC723E30}">
      <dgm:prSet/>
      <dgm:spPr/>
      <dgm:t>
        <a:bodyPr/>
        <a:lstStyle/>
        <a:p>
          <a:endParaRPr lang="en-IN"/>
        </a:p>
      </dgm:t>
    </dgm:pt>
    <dgm:pt modelId="{B365D5C5-94DC-4D62-BF04-40FEF82280DA}" type="sibTrans" cxnId="{F223B8CE-3E33-4F7E-BCC3-CFFBCC723E30}">
      <dgm:prSet/>
      <dgm:spPr/>
      <dgm:t>
        <a:bodyPr/>
        <a:lstStyle/>
        <a:p>
          <a:endParaRPr lang="en-IN"/>
        </a:p>
      </dgm:t>
    </dgm:pt>
    <dgm:pt modelId="{8EAF8E18-EE2D-46E9-A5B8-344E49A37DB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Finished Goods Warehouse </a:t>
          </a:r>
        </a:p>
      </dgm:t>
    </dgm:pt>
    <dgm:pt modelId="{8BE05753-8273-42CB-99EA-60AAAC5031D0}" type="parTrans" cxnId="{D2E791C5-B90E-4328-B7FD-867947282DB9}">
      <dgm:prSet/>
      <dgm:spPr/>
      <dgm:t>
        <a:bodyPr/>
        <a:lstStyle/>
        <a:p>
          <a:endParaRPr lang="en-IN" sz="1000"/>
        </a:p>
      </dgm:t>
    </dgm:pt>
    <dgm:pt modelId="{20F7444F-612D-4D5D-AA5F-E83FACD0617F}" type="sibTrans" cxnId="{D2E791C5-B90E-4328-B7FD-867947282DB9}">
      <dgm:prSet/>
      <dgm:spPr/>
      <dgm:t>
        <a:bodyPr/>
        <a:lstStyle/>
        <a:p>
          <a:endParaRPr lang="en-IN"/>
        </a:p>
      </dgm:t>
    </dgm:pt>
    <dgm:pt modelId="{FB474861-F176-41B9-A541-3CC3482A73FC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Inventory: [days]</a:t>
          </a:r>
        </a:p>
      </dgm:t>
    </dgm:pt>
    <dgm:pt modelId="{5582D359-046B-4BDE-9585-CBF98DCBB831}" type="parTrans" cxnId="{8DD8E93D-D5A0-4A74-BFA1-F707A9AFC877}">
      <dgm:prSet/>
      <dgm:spPr/>
      <dgm:t>
        <a:bodyPr/>
        <a:lstStyle/>
        <a:p>
          <a:endParaRPr lang="en-IN"/>
        </a:p>
      </dgm:t>
    </dgm:pt>
    <dgm:pt modelId="{3C6EF472-E61A-4E93-8F54-A4842F534D3C}" type="sibTrans" cxnId="{8DD8E93D-D5A0-4A74-BFA1-F707A9AFC877}">
      <dgm:prSet/>
      <dgm:spPr/>
      <dgm:t>
        <a:bodyPr/>
        <a:lstStyle/>
        <a:p>
          <a:endParaRPr lang="en-IN"/>
        </a:p>
      </dgm:t>
    </dgm:pt>
    <dgm:pt modelId="{0AFD6B46-F0ED-4C96-A85A-03593EA4AB4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Dispatch to DC / Customer </a:t>
          </a:r>
        </a:p>
      </dgm:t>
    </dgm:pt>
    <dgm:pt modelId="{603684B1-A3AF-488D-A410-BC110981F684}" type="parTrans" cxnId="{6D1555D5-FE2F-4FEF-9106-1FBE4BDB1789}">
      <dgm:prSet/>
      <dgm:spPr/>
      <dgm:t>
        <a:bodyPr/>
        <a:lstStyle/>
        <a:p>
          <a:endParaRPr lang="en-IN" sz="1000"/>
        </a:p>
      </dgm:t>
    </dgm:pt>
    <dgm:pt modelId="{BB62A0E2-9F7C-4978-9163-06372C98CDFD}" type="sibTrans" cxnId="{6D1555D5-FE2F-4FEF-9106-1FBE4BDB1789}">
      <dgm:prSet/>
      <dgm:spPr/>
      <dgm:t>
        <a:bodyPr/>
        <a:lstStyle/>
        <a:p>
          <a:endParaRPr lang="en-IN"/>
        </a:p>
      </dgm:t>
    </dgm:pt>
    <dgm:pt modelId="{4DAA6C12-65D2-40A9-AEBE-540D6CAEAEE7}">
      <dgm:prSet custT="1"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IN" sz="1000"/>
            <a:t>Transit: [hrs]</a:t>
          </a:r>
        </a:p>
      </dgm:t>
    </dgm:pt>
    <dgm:pt modelId="{3070DE92-0DF6-4E5F-81DE-9DF52BD37940}" type="parTrans" cxnId="{4A69E41A-9B0B-4D28-8BE2-7AC44B784A2D}">
      <dgm:prSet/>
      <dgm:spPr/>
      <dgm:t>
        <a:bodyPr/>
        <a:lstStyle/>
        <a:p>
          <a:endParaRPr lang="en-IN"/>
        </a:p>
      </dgm:t>
    </dgm:pt>
    <dgm:pt modelId="{0AE0B6C0-D9B0-4EC8-8044-995E87AD2007}" type="sibTrans" cxnId="{4A69E41A-9B0B-4D28-8BE2-7AC44B784A2D}">
      <dgm:prSet/>
      <dgm:spPr/>
      <dgm:t>
        <a:bodyPr/>
        <a:lstStyle/>
        <a:p>
          <a:endParaRPr lang="en-IN"/>
        </a:p>
      </dgm:t>
    </dgm:pt>
    <dgm:pt modelId="{3E34B424-0A6D-4EAE-A14D-5A9EAE14D2E6}">
      <dgm:prSet custT="1"/>
      <dgm:spPr/>
      <dgm:t>
        <a:bodyPr/>
        <a:lstStyle/>
        <a:p>
          <a:pPr>
            <a:buNone/>
          </a:pPr>
          <a:r>
            <a:rPr lang="en-IN" sz="1000" b="1"/>
            <a:t>Information Flow</a:t>
          </a:r>
          <a:endParaRPr lang="en-IN" sz="1000"/>
        </a:p>
      </dgm:t>
    </dgm:pt>
    <dgm:pt modelId="{AB47667A-EA1C-4BEC-9A93-470ABAAFAAB9}" type="parTrans" cxnId="{4B33984C-620B-454E-8BD0-0FF96DA291A4}">
      <dgm:prSet/>
      <dgm:spPr/>
      <dgm:t>
        <a:bodyPr/>
        <a:lstStyle/>
        <a:p>
          <a:endParaRPr lang="en-IN"/>
        </a:p>
      </dgm:t>
    </dgm:pt>
    <dgm:pt modelId="{FE582A81-8B46-4161-B48F-4CB81D9A78FD}" type="sibTrans" cxnId="{4B33984C-620B-454E-8BD0-0FF96DA291A4}">
      <dgm:prSet/>
      <dgm:spPr/>
      <dgm:t>
        <a:bodyPr/>
        <a:lstStyle/>
        <a:p>
          <a:endParaRPr lang="en-IN"/>
        </a:p>
      </dgm:t>
    </dgm:pt>
    <dgm:pt modelId="{0DA3B59E-CEB4-4AB9-AD2A-48D153A16AC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Forecast → Supply Plan (IBP)</a:t>
          </a:r>
        </a:p>
      </dgm:t>
    </dgm:pt>
    <dgm:pt modelId="{65847229-153A-40A8-8328-79CFCFDC3FE4}" type="parTrans" cxnId="{9807E3C8-61F5-4832-92B9-18483BDEB480}">
      <dgm:prSet/>
      <dgm:spPr/>
      <dgm:t>
        <a:bodyPr/>
        <a:lstStyle/>
        <a:p>
          <a:endParaRPr lang="en-IN" sz="1000"/>
        </a:p>
      </dgm:t>
    </dgm:pt>
    <dgm:pt modelId="{0FE90F75-FCFD-458A-AA0E-D09D956555E8}" type="sibTrans" cxnId="{9807E3C8-61F5-4832-92B9-18483BDEB480}">
      <dgm:prSet/>
      <dgm:spPr/>
      <dgm:t>
        <a:bodyPr/>
        <a:lstStyle/>
        <a:p>
          <a:endParaRPr lang="en-IN"/>
        </a:p>
      </dgm:t>
    </dgm:pt>
    <dgm:pt modelId="{EB023B40-9C25-40CC-90F8-8CE5F0579BC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Production Schedule → Lines</a:t>
          </a:r>
        </a:p>
      </dgm:t>
    </dgm:pt>
    <dgm:pt modelId="{D76C6B0A-C719-48BE-900B-A0565D5C153C}" type="parTrans" cxnId="{1B5EEBA0-6539-4037-B6EE-B1707CD1CD45}">
      <dgm:prSet/>
      <dgm:spPr/>
      <dgm:t>
        <a:bodyPr/>
        <a:lstStyle/>
        <a:p>
          <a:endParaRPr lang="en-IN" sz="1000"/>
        </a:p>
      </dgm:t>
    </dgm:pt>
    <dgm:pt modelId="{9A2B1732-139D-41F4-AD4E-40BE415ED38D}" type="sibTrans" cxnId="{1B5EEBA0-6539-4037-B6EE-B1707CD1CD45}">
      <dgm:prSet/>
      <dgm:spPr/>
      <dgm:t>
        <a:bodyPr/>
        <a:lstStyle/>
        <a:p>
          <a:endParaRPr lang="en-IN"/>
        </a:p>
      </dgm:t>
    </dgm:pt>
    <dgm:pt modelId="{CC7D8B61-EA1F-4B89-A5B6-BF2F8DD62359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WMS / TMS bookings</a:t>
          </a:r>
        </a:p>
      </dgm:t>
    </dgm:pt>
    <dgm:pt modelId="{1D6A1F3B-976E-453B-AE63-23074551C840}" type="parTrans" cxnId="{3BA32735-5D5D-406E-BFFA-890891D723A1}">
      <dgm:prSet/>
      <dgm:spPr/>
      <dgm:t>
        <a:bodyPr/>
        <a:lstStyle/>
        <a:p>
          <a:endParaRPr lang="en-IN" sz="1000"/>
        </a:p>
      </dgm:t>
    </dgm:pt>
    <dgm:pt modelId="{7E6AFC8A-99CC-4442-94E3-ACA63CD2B59F}" type="sibTrans" cxnId="{3BA32735-5D5D-406E-BFFA-890891D723A1}">
      <dgm:prSet/>
      <dgm:spPr/>
      <dgm:t>
        <a:bodyPr/>
        <a:lstStyle/>
        <a:p>
          <a:endParaRPr lang="en-IN"/>
        </a:p>
      </dgm:t>
    </dgm:pt>
    <dgm:pt modelId="{D50BF893-B7C8-4158-A8BE-58F5BCC2C482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Customer Orders → ATP check</a:t>
          </a:r>
        </a:p>
      </dgm:t>
    </dgm:pt>
    <dgm:pt modelId="{DC559570-168B-484C-B179-2EA93B6ECD1F}" type="parTrans" cxnId="{E4FF28C7-123D-49C0-B54C-86459D8D7BA2}">
      <dgm:prSet/>
      <dgm:spPr/>
      <dgm:t>
        <a:bodyPr/>
        <a:lstStyle/>
        <a:p>
          <a:endParaRPr lang="en-IN" sz="1000"/>
        </a:p>
      </dgm:t>
    </dgm:pt>
    <dgm:pt modelId="{CDF8606A-6176-4C0C-A29D-1B7FA39A978E}" type="sibTrans" cxnId="{E4FF28C7-123D-49C0-B54C-86459D8D7BA2}">
      <dgm:prSet/>
      <dgm:spPr/>
      <dgm:t>
        <a:bodyPr/>
        <a:lstStyle/>
        <a:p>
          <a:endParaRPr lang="en-IN"/>
        </a:p>
      </dgm:t>
    </dgm:pt>
    <dgm:pt modelId="{B1851754-F1FC-48BC-8A09-E461FC48C610}">
      <dgm:prSet custT="1"/>
      <dgm:spPr/>
      <dgm:t>
        <a:bodyPr/>
        <a:lstStyle/>
        <a:p>
          <a:pPr>
            <a:buNone/>
          </a:pPr>
          <a:r>
            <a:rPr lang="en-IN" sz="1000" b="1"/>
            <a:t>Inventory</a:t>
          </a:r>
          <a:endParaRPr lang="en-IN" sz="1000"/>
        </a:p>
      </dgm:t>
    </dgm:pt>
    <dgm:pt modelId="{C2A98721-52D7-42C4-8223-B57D9012D9FD}" type="parTrans" cxnId="{455CD564-5B15-4A4E-8307-B43645F28DFA}">
      <dgm:prSet/>
      <dgm:spPr/>
      <dgm:t>
        <a:bodyPr/>
        <a:lstStyle/>
        <a:p>
          <a:endParaRPr lang="en-IN"/>
        </a:p>
      </dgm:t>
    </dgm:pt>
    <dgm:pt modelId="{A6D99032-F92C-4242-A1BF-BCE8EC79E3D0}" type="sibTrans" cxnId="{455CD564-5B15-4A4E-8307-B43645F28DFA}">
      <dgm:prSet/>
      <dgm:spPr/>
      <dgm:t>
        <a:bodyPr/>
        <a:lstStyle/>
        <a:p>
          <a:endParaRPr lang="en-IN"/>
        </a:p>
      </dgm:t>
    </dgm:pt>
    <dgm:pt modelId="{DC3928D8-0C4D-4263-9BD7-C2694848E89A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RM: [days]</a:t>
          </a:r>
        </a:p>
      </dgm:t>
    </dgm:pt>
    <dgm:pt modelId="{94793D9D-FC77-4FAF-A381-B22CDFA8CD60}" type="parTrans" cxnId="{7BADA387-420B-4DD4-96E4-CE8E179E87BA}">
      <dgm:prSet/>
      <dgm:spPr/>
      <dgm:t>
        <a:bodyPr/>
        <a:lstStyle/>
        <a:p>
          <a:endParaRPr lang="en-IN" sz="1000"/>
        </a:p>
      </dgm:t>
    </dgm:pt>
    <dgm:pt modelId="{D0DF8F56-4861-465F-8341-D7AC5D430A07}" type="sibTrans" cxnId="{7BADA387-420B-4DD4-96E4-CE8E179E87BA}">
      <dgm:prSet/>
      <dgm:spPr/>
      <dgm:t>
        <a:bodyPr/>
        <a:lstStyle/>
        <a:p>
          <a:endParaRPr lang="en-IN"/>
        </a:p>
      </dgm:t>
    </dgm:pt>
    <dgm:pt modelId="{D980E2F8-2329-486B-B0FF-04BCF581500C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WIP: [hours]</a:t>
          </a:r>
        </a:p>
      </dgm:t>
    </dgm:pt>
    <dgm:pt modelId="{AECD7CD8-4AF0-4465-B904-A56EB1A54A52}" type="parTrans" cxnId="{D8C6F0CF-B8BB-4F45-A57E-D1E9AF91DFF5}">
      <dgm:prSet/>
      <dgm:spPr/>
      <dgm:t>
        <a:bodyPr/>
        <a:lstStyle/>
        <a:p>
          <a:endParaRPr lang="en-IN" sz="1000"/>
        </a:p>
      </dgm:t>
    </dgm:pt>
    <dgm:pt modelId="{BE8AA065-7108-4AB8-9E7E-CB8D137BCDE1}" type="sibTrans" cxnId="{D8C6F0CF-B8BB-4F45-A57E-D1E9AF91DFF5}">
      <dgm:prSet/>
      <dgm:spPr/>
      <dgm:t>
        <a:bodyPr/>
        <a:lstStyle/>
        <a:p>
          <a:endParaRPr lang="en-IN"/>
        </a:p>
      </dgm:t>
    </dgm:pt>
    <dgm:pt modelId="{F48BE491-7817-4BAB-8EF9-3E45DDAF5D4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FG: [days]</a:t>
          </a:r>
        </a:p>
      </dgm:t>
    </dgm:pt>
    <dgm:pt modelId="{ABF72BF4-CF20-41C3-AE95-9D6A33608762}" type="parTrans" cxnId="{7442CB0C-4333-49C4-9A3C-289FC289CAED}">
      <dgm:prSet/>
      <dgm:spPr/>
      <dgm:t>
        <a:bodyPr/>
        <a:lstStyle/>
        <a:p>
          <a:endParaRPr lang="en-IN" sz="1000"/>
        </a:p>
      </dgm:t>
    </dgm:pt>
    <dgm:pt modelId="{F7A55681-1367-416E-8D90-59528DA28E78}" type="sibTrans" cxnId="{7442CB0C-4333-49C4-9A3C-289FC289CAED}">
      <dgm:prSet/>
      <dgm:spPr/>
      <dgm:t>
        <a:bodyPr/>
        <a:lstStyle/>
        <a:p>
          <a:endParaRPr lang="en-IN"/>
        </a:p>
      </dgm:t>
    </dgm:pt>
    <dgm:pt modelId="{059E7CAB-ECB7-4535-9D8C-326F7DE0841B}">
      <dgm:prSet custT="1"/>
      <dgm:spPr/>
      <dgm:t>
        <a:bodyPr/>
        <a:lstStyle/>
        <a:p>
          <a:pPr>
            <a:buNone/>
          </a:pPr>
          <a:r>
            <a:rPr lang="en-IN" sz="1000" b="1"/>
            <a:t>Lead Time Summary</a:t>
          </a:r>
          <a:endParaRPr lang="en-IN" sz="1000"/>
        </a:p>
      </dgm:t>
    </dgm:pt>
    <dgm:pt modelId="{E4F51817-7FF6-46D0-A4FB-B5F1989DE63F}" type="parTrans" cxnId="{BA06BAFF-2A73-4B93-86D6-ED691A20955F}">
      <dgm:prSet/>
      <dgm:spPr/>
      <dgm:t>
        <a:bodyPr/>
        <a:lstStyle/>
        <a:p>
          <a:endParaRPr lang="en-IN"/>
        </a:p>
      </dgm:t>
    </dgm:pt>
    <dgm:pt modelId="{CF3C288C-5F40-4F72-84E5-D760B8649984}" type="sibTrans" cxnId="{BA06BAFF-2A73-4B93-86D6-ED691A20955F}">
      <dgm:prSet/>
      <dgm:spPr/>
      <dgm:t>
        <a:bodyPr/>
        <a:lstStyle/>
        <a:p>
          <a:endParaRPr lang="en-IN"/>
        </a:p>
      </dgm:t>
    </dgm:pt>
    <dgm:pt modelId="{AE761311-0AB0-4D38-B897-21820B7FD5A7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VA Time: [sum of CT]</a:t>
          </a:r>
        </a:p>
      </dgm:t>
    </dgm:pt>
    <dgm:pt modelId="{4E8860BC-77A3-46D3-8A15-6AC58DE1AC0D}" type="parTrans" cxnId="{79AD0B02-1EDD-43FF-81C5-F249B5E554FE}">
      <dgm:prSet/>
      <dgm:spPr/>
      <dgm:t>
        <a:bodyPr/>
        <a:lstStyle/>
        <a:p>
          <a:endParaRPr lang="en-IN" sz="1000"/>
        </a:p>
      </dgm:t>
    </dgm:pt>
    <dgm:pt modelId="{DBCCD333-F892-4340-A206-EE1E7D9AA852}" type="sibTrans" cxnId="{79AD0B02-1EDD-43FF-81C5-F249B5E554FE}">
      <dgm:prSet/>
      <dgm:spPr/>
      <dgm:t>
        <a:bodyPr/>
        <a:lstStyle/>
        <a:p>
          <a:endParaRPr lang="en-IN"/>
        </a:p>
      </dgm:t>
    </dgm:pt>
    <dgm:pt modelId="{47282EDC-C40A-4B3C-B0DD-8361B067D77C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NVA Time: [queues, waits, approvals]</a:t>
          </a:r>
        </a:p>
      </dgm:t>
    </dgm:pt>
    <dgm:pt modelId="{CFC685BD-39DF-4D1E-AB40-ED0084B69A9C}" type="parTrans" cxnId="{71B44358-1C0D-4E76-8639-54EA9FA2AE13}">
      <dgm:prSet/>
      <dgm:spPr/>
      <dgm:t>
        <a:bodyPr/>
        <a:lstStyle/>
        <a:p>
          <a:endParaRPr lang="en-IN" sz="1000"/>
        </a:p>
      </dgm:t>
    </dgm:pt>
    <dgm:pt modelId="{2206D121-C075-418E-ADAB-F30B0B4E65F9}" type="sibTrans" cxnId="{71B44358-1C0D-4E76-8639-54EA9FA2AE13}">
      <dgm:prSet/>
      <dgm:spPr/>
      <dgm:t>
        <a:bodyPr/>
        <a:lstStyle/>
        <a:p>
          <a:endParaRPr lang="en-IN"/>
        </a:p>
      </dgm:t>
    </dgm:pt>
    <dgm:pt modelId="{3FA65767-CA28-4DD1-A2A0-B007AC079AF7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Total E2E Lead Time: [ ]</a:t>
          </a:r>
        </a:p>
      </dgm:t>
    </dgm:pt>
    <dgm:pt modelId="{0937C6B5-043A-4673-BEF6-9695E4DB5A50}" type="parTrans" cxnId="{71859304-4941-454E-9F6B-2C71F4415A97}">
      <dgm:prSet/>
      <dgm:spPr/>
      <dgm:t>
        <a:bodyPr/>
        <a:lstStyle/>
        <a:p>
          <a:endParaRPr lang="en-IN" sz="1000"/>
        </a:p>
      </dgm:t>
    </dgm:pt>
    <dgm:pt modelId="{8A6331FB-88FD-4D5B-BAD5-2C2776BFBDC4}" type="sibTrans" cxnId="{71859304-4941-454E-9F6B-2C71F4415A97}">
      <dgm:prSet/>
      <dgm:spPr/>
      <dgm:t>
        <a:bodyPr/>
        <a:lstStyle/>
        <a:p>
          <a:endParaRPr lang="en-IN"/>
        </a:p>
      </dgm:t>
    </dgm:pt>
    <dgm:pt modelId="{733AA3DA-B165-4D1C-B69D-C670D34FF193}">
      <dgm:prSet custT="1"/>
      <dgm:spPr/>
      <dgm:t>
        <a:bodyPr/>
        <a:lstStyle/>
        <a:p>
          <a:pPr>
            <a:buNone/>
          </a:pPr>
          <a:r>
            <a:rPr lang="en-IN" sz="1000" b="1"/>
            <a:t>Constraints / Bottlenecks</a:t>
          </a:r>
          <a:endParaRPr lang="en-IN" sz="1000"/>
        </a:p>
      </dgm:t>
    </dgm:pt>
    <dgm:pt modelId="{DA6D7711-EF01-4AAF-9A45-DE9C3C5A6D15}" type="parTrans" cxnId="{D3A00188-F6F0-475B-A6AC-2FE22AFD36CD}">
      <dgm:prSet/>
      <dgm:spPr/>
      <dgm:t>
        <a:bodyPr/>
        <a:lstStyle/>
        <a:p>
          <a:endParaRPr lang="en-IN"/>
        </a:p>
      </dgm:t>
    </dgm:pt>
    <dgm:pt modelId="{60693119-DFA2-4983-A3CC-89B46143FDA7}" type="sibTrans" cxnId="{D3A00188-F6F0-475B-A6AC-2FE22AFD36CD}">
      <dgm:prSet/>
      <dgm:spPr/>
      <dgm:t>
        <a:bodyPr/>
        <a:lstStyle/>
        <a:p>
          <a:endParaRPr lang="en-IN"/>
        </a:p>
      </dgm:t>
    </dgm:pt>
    <dgm:pt modelId="{7128F38D-E626-4893-A035-EF7C5D36EC3D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[Machine/line]</a:t>
          </a:r>
        </a:p>
      </dgm:t>
    </dgm:pt>
    <dgm:pt modelId="{2DF20501-B310-4EA4-A7AA-ECC77DCFAEC5}" type="parTrans" cxnId="{84FFB0C0-9501-4E5A-931B-3DFBACF36784}">
      <dgm:prSet/>
      <dgm:spPr/>
      <dgm:t>
        <a:bodyPr/>
        <a:lstStyle/>
        <a:p>
          <a:endParaRPr lang="en-IN" sz="1000"/>
        </a:p>
      </dgm:t>
    </dgm:pt>
    <dgm:pt modelId="{FE07C66E-B5BA-43E7-9458-435E62616314}" type="sibTrans" cxnId="{84FFB0C0-9501-4E5A-931B-3DFBACF36784}">
      <dgm:prSet/>
      <dgm:spPr/>
      <dgm:t>
        <a:bodyPr/>
        <a:lstStyle/>
        <a:p>
          <a:endParaRPr lang="en-IN"/>
        </a:p>
      </dgm:t>
    </dgm:pt>
    <dgm:pt modelId="{B0BC7867-4DCC-446A-BDEA-FB1C75AF23E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[Format changeover]</a:t>
          </a:r>
        </a:p>
      </dgm:t>
    </dgm:pt>
    <dgm:pt modelId="{FFEDD66C-CD8B-462A-961D-AF9B56718E28}" type="parTrans" cxnId="{1B9F9482-AC42-4E3E-9332-358B2E7E89B1}">
      <dgm:prSet/>
      <dgm:spPr/>
      <dgm:t>
        <a:bodyPr/>
        <a:lstStyle/>
        <a:p>
          <a:endParaRPr lang="en-IN" sz="1000"/>
        </a:p>
      </dgm:t>
    </dgm:pt>
    <dgm:pt modelId="{F378BE22-7889-4A8A-AC00-1DB49F085A47}" type="sibTrans" cxnId="{1B9F9482-AC42-4E3E-9332-358B2E7E89B1}">
      <dgm:prSet/>
      <dgm:spPr/>
      <dgm:t>
        <a:bodyPr/>
        <a:lstStyle/>
        <a:p>
          <a:endParaRPr lang="en-IN"/>
        </a:p>
      </dgm:t>
    </dgm:pt>
    <dgm:pt modelId="{5067DBE2-E832-40D6-80C6-6E979AD33E1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[QA release]</a:t>
          </a:r>
        </a:p>
      </dgm:t>
    </dgm:pt>
    <dgm:pt modelId="{3C3DFF09-BCC5-4A86-809E-D326ED7AB0CD}" type="parTrans" cxnId="{DBC5AB8F-F248-45BE-8F30-4380C070F1EC}">
      <dgm:prSet/>
      <dgm:spPr/>
      <dgm:t>
        <a:bodyPr/>
        <a:lstStyle/>
        <a:p>
          <a:endParaRPr lang="en-IN" sz="1000"/>
        </a:p>
      </dgm:t>
    </dgm:pt>
    <dgm:pt modelId="{0395F944-9620-4895-BCA7-D4058196FC17}" type="sibTrans" cxnId="{DBC5AB8F-F248-45BE-8F30-4380C070F1EC}">
      <dgm:prSet/>
      <dgm:spPr/>
      <dgm:t>
        <a:bodyPr/>
        <a:lstStyle/>
        <a:p>
          <a:endParaRPr lang="en-IN"/>
        </a:p>
      </dgm:t>
    </dgm:pt>
    <dgm:pt modelId="{9244DEE9-9A81-4F3B-A4EA-608C68F58BAA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[Truck slotting]</a:t>
          </a:r>
        </a:p>
      </dgm:t>
    </dgm:pt>
    <dgm:pt modelId="{04E9BA94-3D24-43E2-A720-9179C5C12863}" type="parTrans" cxnId="{20A8FF21-CD2B-4F7B-9A66-0931A8EB7D7A}">
      <dgm:prSet/>
      <dgm:spPr/>
      <dgm:t>
        <a:bodyPr/>
        <a:lstStyle/>
        <a:p>
          <a:endParaRPr lang="en-IN" sz="1000"/>
        </a:p>
      </dgm:t>
    </dgm:pt>
    <dgm:pt modelId="{8692A22B-99BA-4EC5-B90E-4048243D042A}" type="sibTrans" cxnId="{20A8FF21-CD2B-4F7B-9A66-0931A8EB7D7A}">
      <dgm:prSet/>
      <dgm:spPr/>
      <dgm:t>
        <a:bodyPr/>
        <a:lstStyle/>
        <a:p>
          <a:endParaRPr lang="en-IN"/>
        </a:p>
      </dgm:t>
    </dgm:pt>
    <dgm:pt modelId="{158E828B-5429-446A-9A3F-D73F33AE7298}">
      <dgm:prSet custT="1"/>
      <dgm:spPr/>
      <dgm:t>
        <a:bodyPr/>
        <a:lstStyle/>
        <a:p>
          <a:pPr>
            <a:buNone/>
          </a:pPr>
          <a:r>
            <a:rPr lang="en-IN" sz="1000" b="1"/>
            <a:t>Opportunities</a:t>
          </a:r>
          <a:endParaRPr lang="en-IN" sz="1000"/>
        </a:p>
      </dgm:t>
    </dgm:pt>
    <dgm:pt modelId="{9BB891D1-1987-42BB-8F12-9B7C0FFC26F6}" type="parTrans" cxnId="{6D1FD08E-2D69-43FD-BE91-D3C82CA73B31}">
      <dgm:prSet/>
      <dgm:spPr/>
      <dgm:t>
        <a:bodyPr/>
        <a:lstStyle/>
        <a:p>
          <a:endParaRPr lang="en-IN"/>
        </a:p>
      </dgm:t>
    </dgm:pt>
    <dgm:pt modelId="{749543A4-D49F-46CA-9EA5-75E601DCDCD7}" type="sibTrans" cxnId="{6D1FD08E-2D69-43FD-BE91-D3C82CA73B31}">
      <dgm:prSet/>
      <dgm:spPr/>
      <dgm:t>
        <a:bodyPr/>
        <a:lstStyle/>
        <a:p>
          <a:endParaRPr lang="en-IN"/>
        </a:p>
      </dgm:t>
    </dgm:pt>
    <dgm:pt modelId="{5499B523-8C6D-4F21-8266-12B6C39CDC8A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SMED on line X</a:t>
          </a:r>
        </a:p>
      </dgm:t>
    </dgm:pt>
    <dgm:pt modelId="{96BC3FBC-F444-4820-A263-B5954F47AC94}" type="parTrans" cxnId="{F5D83CC5-8D95-4CC6-961F-2449E2EC8922}">
      <dgm:prSet/>
      <dgm:spPr/>
      <dgm:t>
        <a:bodyPr/>
        <a:lstStyle/>
        <a:p>
          <a:endParaRPr lang="en-IN" sz="1000"/>
        </a:p>
      </dgm:t>
    </dgm:pt>
    <dgm:pt modelId="{DD92AE7B-FF0D-441B-AE1D-E2E8AEC48575}" type="sibTrans" cxnId="{F5D83CC5-8D95-4CC6-961F-2449E2EC8922}">
      <dgm:prSet/>
      <dgm:spPr/>
      <dgm:t>
        <a:bodyPr/>
        <a:lstStyle/>
        <a:p>
          <a:endParaRPr lang="en-IN"/>
        </a:p>
      </dgm:t>
    </dgm:pt>
    <dgm:pt modelId="{8E3EF825-F5F9-4FBF-A6CC-617F0CE02AA9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Kanban between process Y–Z</a:t>
          </a:r>
        </a:p>
      </dgm:t>
    </dgm:pt>
    <dgm:pt modelId="{AD4EEA33-7ED2-43CC-BFF0-A5A3E39B4E79}" type="parTrans" cxnId="{E7016FFD-E30F-431D-8D4A-BCBC43CAC8C1}">
      <dgm:prSet/>
      <dgm:spPr/>
      <dgm:t>
        <a:bodyPr/>
        <a:lstStyle/>
        <a:p>
          <a:endParaRPr lang="en-IN" sz="1000"/>
        </a:p>
      </dgm:t>
    </dgm:pt>
    <dgm:pt modelId="{35A45687-D52B-4F9C-BE5E-799A792EFAB3}" type="sibTrans" cxnId="{E7016FFD-E30F-431D-8D4A-BCBC43CAC8C1}">
      <dgm:prSet/>
      <dgm:spPr/>
      <dgm:t>
        <a:bodyPr/>
        <a:lstStyle/>
        <a:p>
          <a:endParaRPr lang="en-IN"/>
        </a:p>
      </dgm:t>
    </dgm:pt>
    <dgm:pt modelId="{901AE83E-E3A6-4E9D-A0B8-A53CC009A9F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Level loading (Heijunka)</a:t>
          </a:r>
        </a:p>
      </dgm:t>
    </dgm:pt>
    <dgm:pt modelId="{BB3AC0C9-B522-40DA-9B59-E33ACCB5658F}" type="parTrans" cxnId="{6A0FA1FF-3F32-4AEF-A590-39813AF6C7DD}">
      <dgm:prSet/>
      <dgm:spPr/>
      <dgm:t>
        <a:bodyPr/>
        <a:lstStyle/>
        <a:p>
          <a:endParaRPr lang="en-IN" sz="1000"/>
        </a:p>
      </dgm:t>
    </dgm:pt>
    <dgm:pt modelId="{11C4709F-4DFA-4D7B-A8ED-6FBC9ED04356}" type="sibTrans" cxnId="{6A0FA1FF-3F32-4AEF-A590-39813AF6C7DD}">
      <dgm:prSet/>
      <dgm:spPr/>
      <dgm:t>
        <a:bodyPr/>
        <a:lstStyle/>
        <a:p>
          <a:endParaRPr lang="en-IN"/>
        </a:p>
      </dgm:t>
    </dgm:pt>
    <dgm:pt modelId="{DFE7EADD-FD11-4CEC-BBD5-DBD498B30DB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Schedule adherence improvement</a:t>
          </a:r>
        </a:p>
      </dgm:t>
    </dgm:pt>
    <dgm:pt modelId="{36069ED8-D4C0-43D9-8899-F78B2BB19373}" type="parTrans" cxnId="{6546D080-BF8F-4F27-AF06-708D99D6E2F9}">
      <dgm:prSet/>
      <dgm:spPr/>
      <dgm:t>
        <a:bodyPr/>
        <a:lstStyle/>
        <a:p>
          <a:endParaRPr lang="en-IN" sz="1000"/>
        </a:p>
      </dgm:t>
    </dgm:pt>
    <dgm:pt modelId="{15C0C3E1-61CA-4C04-B7BD-E3B8CBAB1A10}" type="sibTrans" cxnId="{6546D080-BF8F-4F27-AF06-708D99D6E2F9}">
      <dgm:prSet/>
      <dgm:spPr/>
      <dgm:t>
        <a:bodyPr/>
        <a:lstStyle/>
        <a:p>
          <a:endParaRPr lang="en-IN"/>
        </a:p>
      </dgm:t>
    </dgm:pt>
    <dgm:pt modelId="{D7BD289B-290F-4FC3-A873-E23E194E1FE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000"/>
            <a:t>First Time Right (FTR) at QA</a:t>
          </a:r>
        </a:p>
      </dgm:t>
    </dgm:pt>
    <dgm:pt modelId="{E84F52FD-76DB-46F9-AFD0-7775F62A6A46}" type="parTrans" cxnId="{222182D5-7DD5-4F0F-A1CA-CE41DAE2D3FE}">
      <dgm:prSet/>
      <dgm:spPr/>
      <dgm:t>
        <a:bodyPr/>
        <a:lstStyle/>
        <a:p>
          <a:endParaRPr lang="en-IN" sz="1000"/>
        </a:p>
      </dgm:t>
    </dgm:pt>
    <dgm:pt modelId="{FFA8A04C-B8AB-4FD1-876E-9DE339D3F585}" type="sibTrans" cxnId="{222182D5-7DD5-4F0F-A1CA-CE41DAE2D3FE}">
      <dgm:prSet/>
      <dgm:spPr/>
      <dgm:t>
        <a:bodyPr/>
        <a:lstStyle/>
        <a:p>
          <a:endParaRPr lang="en-IN"/>
        </a:p>
      </dgm:t>
    </dgm:pt>
    <dgm:pt modelId="{4A6364E1-B75A-4C37-8FEC-F8DC5ED07426}" type="pres">
      <dgm:prSet presAssocID="{2D0DD3FD-8C0E-411D-A617-AC581B7FFD5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06D7F36-4D84-41FE-9DB8-D07D82423BE7}" type="pres">
      <dgm:prSet presAssocID="{06D50593-408B-4E0A-9B79-CD302FC10B7C}" presName="root" presStyleCnt="0"/>
      <dgm:spPr/>
    </dgm:pt>
    <dgm:pt modelId="{DC1E449A-6718-48A2-A840-994D6637E041}" type="pres">
      <dgm:prSet presAssocID="{06D50593-408B-4E0A-9B79-CD302FC10B7C}" presName="rootComposite" presStyleCnt="0"/>
      <dgm:spPr/>
    </dgm:pt>
    <dgm:pt modelId="{B01FD25F-206B-4655-9F4F-CC1DEF091467}" type="pres">
      <dgm:prSet presAssocID="{06D50593-408B-4E0A-9B79-CD302FC10B7C}" presName="rootText" presStyleLbl="node1" presStyleIdx="0" presStyleCnt="7" custScaleX="133100" custScaleY="133100"/>
      <dgm:spPr/>
    </dgm:pt>
    <dgm:pt modelId="{7CE1F3C4-C001-404F-AC42-442AEF59E639}" type="pres">
      <dgm:prSet presAssocID="{06D50593-408B-4E0A-9B79-CD302FC10B7C}" presName="rootConnector" presStyleLbl="node1" presStyleIdx="0" presStyleCnt="7"/>
      <dgm:spPr/>
    </dgm:pt>
    <dgm:pt modelId="{1F524C76-A25B-4BCB-829B-E8912AE4CF58}" type="pres">
      <dgm:prSet presAssocID="{06D50593-408B-4E0A-9B79-CD302FC10B7C}" presName="childShape" presStyleCnt="0"/>
      <dgm:spPr/>
    </dgm:pt>
    <dgm:pt modelId="{C6F7C72E-A4F7-408B-88ED-C5F12C7FA9E7}" type="pres">
      <dgm:prSet presAssocID="{C732ECE9-EF39-4C0A-A69F-C9E7FA1B663E}" presName="Name13" presStyleLbl="parChTrans1D2" presStyleIdx="0" presStyleCnt="28"/>
      <dgm:spPr/>
    </dgm:pt>
    <dgm:pt modelId="{4BD329C4-D7A2-42BB-BA4A-58ABCBE07939}" type="pres">
      <dgm:prSet presAssocID="{694A85C9-81B5-49C2-B539-EA9B7072EBC3}" presName="childText" presStyleLbl="bgAcc1" presStyleIdx="0" presStyleCnt="28" custScaleX="133100" custScaleY="133100">
        <dgm:presLayoutVars>
          <dgm:bulletEnabled val="1"/>
        </dgm:presLayoutVars>
      </dgm:prSet>
      <dgm:spPr/>
    </dgm:pt>
    <dgm:pt modelId="{4B2ABA61-FCB9-492D-A544-29EA0A74A13D}" type="pres">
      <dgm:prSet presAssocID="{9BE9D905-3506-46AC-BC5A-82FA67894209}" presName="Name13" presStyleLbl="parChTrans1D2" presStyleIdx="1" presStyleCnt="28"/>
      <dgm:spPr/>
    </dgm:pt>
    <dgm:pt modelId="{3329DA40-B3B9-4E92-9661-09343E279CE3}" type="pres">
      <dgm:prSet presAssocID="{91F99F0C-9E4C-41AD-A5CA-93AB2CE1D78F}" presName="childText" presStyleLbl="bgAcc1" presStyleIdx="1" presStyleCnt="28" custScaleX="133100" custScaleY="133100">
        <dgm:presLayoutVars>
          <dgm:bulletEnabled val="1"/>
        </dgm:presLayoutVars>
      </dgm:prSet>
      <dgm:spPr/>
    </dgm:pt>
    <dgm:pt modelId="{7323EDC2-AB24-4334-986A-2C37DC3798E8}" type="pres">
      <dgm:prSet presAssocID="{560D1217-3D18-49D9-B946-C2690E0DF531}" presName="Name13" presStyleLbl="parChTrans1D2" presStyleIdx="2" presStyleCnt="28"/>
      <dgm:spPr/>
    </dgm:pt>
    <dgm:pt modelId="{786588F8-FA20-4682-A96D-5CA174C80B6C}" type="pres">
      <dgm:prSet presAssocID="{5F2642EF-2794-44F8-8E93-49CEC28FC9EB}" presName="childText" presStyleLbl="bgAcc1" presStyleIdx="2" presStyleCnt="28" custScaleX="133100" custScaleY="133100">
        <dgm:presLayoutVars>
          <dgm:bulletEnabled val="1"/>
        </dgm:presLayoutVars>
      </dgm:prSet>
      <dgm:spPr/>
    </dgm:pt>
    <dgm:pt modelId="{03B25F20-505A-4E4E-95ED-BA686BCC3D63}" type="pres">
      <dgm:prSet presAssocID="{53906F08-85E0-499C-9BF2-F8100A41C971}" presName="root" presStyleCnt="0"/>
      <dgm:spPr/>
    </dgm:pt>
    <dgm:pt modelId="{8A625EFA-F2F3-4AAC-9EA3-A6862C2DD77F}" type="pres">
      <dgm:prSet presAssocID="{53906F08-85E0-499C-9BF2-F8100A41C971}" presName="rootComposite" presStyleCnt="0"/>
      <dgm:spPr/>
    </dgm:pt>
    <dgm:pt modelId="{98ED43C1-A1ED-4EA5-970B-AB61DE6A30F4}" type="pres">
      <dgm:prSet presAssocID="{53906F08-85E0-499C-9BF2-F8100A41C971}" presName="rootText" presStyleLbl="node1" presStyleIdx="1" presStyleCnt="7" custScaleX="133100" custScaleY="133100"/>
      <dgm:spPr/>
    </dgm:pt>
    <dgm:pt modelId="{4AD3C85C-1532-44C1-B79D-4530D56C5C00}" type="pres">
      <dgm:prSet presAssocID="{53906F08-85E0-499C-9BF2-F8100A41C971}" presName="rootConnector" presStyleLbl="node1" presStyleIdx="1" presStyleCnt="7"/>
      <dgm:spPr/>
    </dgm:pt>
    <dgm:pt modelId="{D1ABFB19-8274-4926-BC7B-A6438A1338A8}" type="pres">
      <dgm:prSet presAssocID="{53906F08-85E0-499C-9BF2-F8100A41C971}" presName="childShape" presStyleCnt="0"/>
      <dgm:spPr/>
    </dgm:pt>
    <dgm:pt modelId="{7FC099F8-E692-4DFC-B09F-C6DB57F8D1EF}" type="pres">
      <dgm:prSet presAssocID="{85A0F4F8-CE47-47D3-852B-304214525751}" presName="Name13" presStyleLbl="parChTrans1D2" presStyleIdx="3" presStyleCnt="28"/>
      <dgm:spPr/>
    </dgm:pt>
    <dgm:pt modelId="{EC23D908-BBA0-4584-B5B5-DFAC1201FA3C}" type="pres">
      <dgm:prSet presAssocID="{BCCED42D-EE2D-406D-8433-BA6DE8913838}" presName="childText" presStyleLbl="bgAcc1" presStyleIdx="3" presStyleCnt="28" custScaleX="184765" custScaleY="133100">
        <dgm:presLayoutVars>
          <dgm:bulletEnabled val="1"/>
        </dgm:presLayoutVars>
      </dgm:prSet>
      <dgm:spPr/>
    </dgm:pt>
    <dgm:pt modelId="{A5631CF2-FD14-4AF7-A0B4-73C37028446A}" type="pres">
      <dgm:prSet presAssocID="{B25B5FB3-F9EF-4A88-BA05-92044C1EE159}" presName="Name13" presStyleLbl="parChTrans1D2" presStyleIdx="4" presStyleCnt="28"/>
      <dgm:spPr/>
    </dgm:pt>
    <dgm:pt modelId="{4A9B3835-C929-4339-8385-0DFE0FDD2D0B}" type="pres">
      <dgm:prSet presAssocID="{D2C2BD16-08BF-4F9C-941A-08B2B85F66B6}" presName="childText" presStyleLbl="bgAcc1" presStyleIdx="4" presStyleCnt="28" custScaleX="133100" custScaleY="133100">
        <dgm:presLayoutVars>
          <dgm:bulletEnabled val="1"/>
        </dgm:presLayoutVars>
      </dgm:prSet>
      <dgm:spPr/>
    </dgm:pt>
    <dgm:pt modelId="{B0CAF44A-3E92-4F79-8AA2-FB4363448B15}" type="pres">
      <dgm:prSet presAssocID="{E013D0D6-748A-4E5F-B3A9-3B8F4B562CBF}" presName="Name13" presStyleLbl="parChTrans1D2" presStyleIdx="5" presStyleCnt="28"/>
      <dgm:spPr/>
    </dgm:pt>
    <dgm:pt modelId="{AE6C8178-C612-46DE-90AF-EE4EC3A4ED42}" type="pres">
      <dgm:prSet presAssocID="{57F4A6E9-919B-497F-A32C-C05BB5272CE3}" presName="childText" presStyleLbl="bgAcc1" presStyleIdx="5" presStyleCnt="28" custScaleX="133100" custScaleY="133100">
        <dgm:presLayoutVars>
          <dgm:bulletEnabled val="1"/>
        </dgm:presLayoutVars>
      </dgm:prSet>
      <dgm:spPr/>
    </dgm:pt>
    <dgm:pt modelId="{D244769C-A843-4B4F-BBBB-C396D459789C}" type="pres">
      <dgm:prSet presAssocID="{6C592430-CA8E-4945-AC77-76F94FA1E822}" presName="Name13" presStyleLbl="parChTrans1D2" presStyleIdx="6" presStyleCnt="28"/>
      <dgm:spPr/>
    </dgm:pt>
    <dgm:pt modelId="{9EC769E4-C661-4BB5-B23E-DBEAE101EFC9}" type="pres">
      <dgm:prSet presAssocID="{926C3C56-4E22-42F9-AC43-A08811243F39}" presName="childText" presStyleLbl="bgAcc1" presStyleIdx="6" presStyleCnt="28" custScaleX="133100" custScaleY="133100">
        <dgm:presLayoutVars>
          <dgm:bulletEnabled val="1"/>
        </dgm:presLayoutVars>
      </dgm:prSet>
      <dgm:spPr/>
    </dgm:pt>
    <dgm:pt modelId="{6BFE189E-4407-439C-8F4D-B0A1AA1E6CFE}" type="pres">
      <dgm:prSet presAssocID="{8BE05753-8273-42CB-99EA-60AAAC5031D0}" presName="Name13" presStyleLbl="parChTrans1D2" presStyleIdx="7" presStyleCnt="28"/>
      <dgm:spPr/>
    </dgm:pt>
    <dgm:pt modelId="{D28CC25C-520F-4F40-B6B2-22DD52919AC4}" type="pres">
      <dgm:prSet presAssocID="{8EAF8E18-EE2D-46E9-A5B8-344E49A37DB4}" presName="childText" presStyleLbl="bgAcc1" presStyleIdx="7" presStyleCnt="28" custScaleX="133100" custScaleY="133100">
        <dgm:presLayoutVars>
          <dgm:bulletEnabled val="1"/>
        </dgm:presLayoutVars>
      </dgm:prSet>
      <dgm:spPr/>
    </dgm:pt>
    <dgm:pt modelId="{9E906DD0-EE3B-41B8-A48E-2695276BE432}" type="pres">
      <dgm:prSet presAssocID="{603684B1-A3AF-488D-A410-BC110981F684}" presName="Name13" presStyleLbl="parChTrans1D2" presStyleIdx="8" presStyleCnt="28"/>
      <dgm:spPr/>
    </dgm:pt>
    <dgm:pt modelId="{0CB4B7F0-D14D-4422-BA2D-9465E059A4DE}" type="pres">
      <dgm:prSet presAssocID="{0AFD6B46-F0ED-4C96-A85A-03593EA4AB45}" presName="childText" presStyleLbl="bgAcc1" presStyleIdx="8" presStyleCnt="28" custScaleX="133100" custScaleY="133100">
        <dgm:presLayoutVars>
          <dgm:bulletEnabled val="1"/>
        </dgm:presLayoutVars>
      </dgm:prSet>
      <dgm:spPr/>
    </dgm:pt>
    <dgm:pt modelId="{170E5E38-A296-4046-8D38-3C2E7984F2EB}" type="pres">
      <dgm:prSet presAssocID="{3E34B424-0A6D-4EAE-A14D-5A9EAE14D2E6}" presName="root" presStyleCnt="0"/>
      <dgm:spPr/>
    </dgm:pt>
    <dgm:pt modelId="{DC90C6DE-7903-4F40-AC68-5B26FE293126}" type="pres">
      <dgm:prSet presAssocID="{3E34B424-0A6D-4EAE-A14D-5A9EAE14D2E6}" presName="rootComposite" presStyleCnt="0"/>
      <dgm:spPr/>
    </dgm:pt>
    <dgm:pt modelId="{EAFF69BB-6AB2-49FC-9DAF-84777A506B28}" type="pres">
      <dgm:prSet presAssocID="{3E34B424-0A6D-4EAE-A14D-5A9EAE14D2E6}" presName="rootText" presStyleLbl="node1" presStyleIdx="2" presStyleCnt="7" custScaleX="133100" custScaleY="133100"/>
      <dgm:spPr/>
    </dgm:pt>
    <dgm:pt modelId="{34E8B53D-AD58-4E5C-B162-B663F5ECB507}" type="pres">
      <dgm:prSet presAssocID="{3E34B424-0A6D-4EAE-A14D-5A9EAE14D2E6}" presName="rootConnector" presStyleLbl="node1" presStyleIdx="2" presStyleCnt="7"/>
      <dgm:spPr/>
    </dgm:pt>
    <dgm:pt modelId="{5BE4B9F6-AABF-4E31-AF20-DB28156F8368}" type="pres">
      <dgm:prSet presAssocID="{3E34B424-0A6D-4EAE-A14D-5A9EAE14D2E6}" presName="childShape" presStyleCnt="0"/>
      <dgm:spPr/>
    </dgm:pt>
    <dgm:pt modelId="{6F63E65B-4220-45F7-B306-5871D72EBE07}" type="pres">
      <dgm:prSet presAssocID="{65847229-153A-40A8-8328-79CFCFDC3FE4}" presName="Name13" presStyleLbl="parChTrans1D2" presStyleIdx="9" presStyleCnt="28"/>
      <dgm:spPr/>
    </dgm:pt>
    <dgm:pt modelId="{6F1FAEFF-EC53-42DD-8EB9-48C1723A822B}" type="pres">
      <dgm:prSet presAssocID="{0DA3B59E-CEB4-4AB9-AD2A-48D153A16ACB}" presName="childText" presStyleLbl="bgAcc1" presStyleIdx="9" presStyleCnt="28" custScaleX="133100" custScaleY="133100">
        <dgm:presLayoutVars>
          <dgm:bulletEnabled val="1"/>
        </dgm:presLayoutVars>
      </dgm:prSet>
      <dgm:spPr/>
    </dgm:pt>
    <dgm:pt modelId="{8D281033-49F5-481A-9642-48EBC7C5A559}" type="pres">
      <dgm:prSet presAssocID="{D76C6B0A-C719-48BE-900B-A0565D5C153C}" presName="Name13" presStyleLbl="parChTrans1D2" presStyleIdx="10" presStyleCnt="28"/>
      <dgm:spPr/>
    </dgm:pt>
    <dgm:pt modelId="{555F9856-E171-46FC-A2BF-ED25CF3F52AE}" type="pres">
      <dgm:prSet presAssocID="{EB023B40-9C25-40CC-90F8-8CE5F0579BC4}" presName="childText" presStyleLbl="bgAcc1" presStyleIdx="10" presStyleCnt="28" custScaleX="133100" custScaleY="133100">
        <dgm:presLayoutVars>
          <dgm:bulletEnabled val="1"/>
        </dgm:presLayoutVars>
      </dgm:prSet>
      <dgm:spPr/>
    </dgm:pt>
    <dgm:pt modelId="{D29D5C10-D374-40F0-A0BA-62006B2FB7AD}" type="pres">
      <dgm:prSet presAssocID="{1D6A1F3B-976E-453B-AE63-23074551C840}" presName="Name13" presStyleLbl="parChTrans1D2" presStyleIdx="11" presStyleCnt="28"/>
      <dgm:spPr/>
    </dgm:pt>
    <dgm:pt modelId="{E458DB63-415F-42E2-85AA-6A0DF83D6B12}" type="pres">
      <dgm:prSet presAssocID="{CC7D8B61-EA1F-4B89-A5B6-BF2F8DD62359}" presName="childText" presStyleLbl="bgAcc1" presStyleIdx="11" presStyleCnt="28" custScaleX="133100" custScaleY="133100">
        <dgm:presLayoutVars>
          <dgm:bulletEnabled val="1"/>
        </dgm:presLayoutVars>
      </dgm:prSet>
      <dgm:spPr/>
    </dgm:pt>
    <dgm:pt modelId="{7AB76228-8DA3-40C2-8928-286A074823E4}" type="pres">
      <dgm:prSet presAssocID="{DC559570-168B-484C-B179-2EA93B6ECD1F}" presName="Name13" presStyleLbl="parChTrans1D2" presStyleIdx="12" presStyleCnt="28"/>
      <dgm:spPr/>
    </dgm:pt>
    <dgm:pt modelId="{59D731D9-E5C2-4182-952C-F9E55AFBE865}" type="pres">
      <dgm:prSet presAssocID="{D50BF893-B7C8-4158-A8BE-58F5BCC2C482}" presName="childText" presStyleLbl="bgAcc1" presStyleIdx="12" presStyleCnt="28" custScaleX="133100" custScaleY="133100">
        <dgm:presLayoutVars>
          <dgm:bulletEnabled val="1"/>
        </dgm:presLayoutVars>
      </dgm:prSet>
      <dgm:spPr/>
    </dgm:pt>
    <dgm:pt modelId="{167A571C-3B17-4BDE-9DD1-9DD895CC3096}" type="pres">
      <dgm:prSet presAssocID="{B1851754-F1FC-48BC-8A09-E461FC48C610}" presName="root" presStyleCnt="0"/>
      <dgm:spPr/>
    </dgm:pt>
    <dgm:pt modelId="{1C44BA99-35BE-4E18-B490-9111107EC370}" type="pres">
      <dgm:prSet presAssocID="{B1851754-F1FC-48BC-8A09-E461FC48C610}" presName="rootComposite" presStyleCnt="0"/>
      <dgm:spPr/>
    </dgm:pt>
    <dgm:pt modelId="{A7BC9ACE-55DF-41BB-82CE-2A73B750FB7C}" type="pres">
      <dgm:prSet presAssocID="{B1851754-F1FC-48BC-8A09-E461FC48C610}" presName="rootText" presStyleLbl="node1" presStyleIdx="3" presStyleCnt="7" custScaleX="133100" custScaleY="133100"/>
      <dgm:spPr/>
    </dgm:pt>
    <dgm:pt modelId="{81FE8846-0DD4-49F8-846A-E5C5FEC8F582}" type="pres">
      <dgm:prSet presAssocID="{B1851754-F1FC-48BC-8A09-E461FC48C610}" presName="rootConnector" presStyleLbl="node1" presStyleIdx="3" presStyleCnt="7"/>
      <dgm:spPr/>
    </dgm:pt>
    <dgm:pt modelId="{506D9025-5505-4EC7-A8DE-E1F516E0BD54}" type="pres">
      <dgm:prSet presAssocID="{B1851754-F1FC-48BC-8A09-E461FC48C610}" presName="childShape" presStyleCnt="0"/>
      <dgm:spPr/>
    </dgm:pt>
    <dgm:pt modelId="{9B4D9F7B-52C0-4C30-845F-FF55190A2E68}" type="pres">
      <dgm:prSet presAssocID="{94793D9D-FC77-4FAF-A381-B22CDFA8CD60}" presName="Name13" presStyleLbl="parChTrans1D2" presStyleIdx="13" presStyleCnt="28"/>
      <dgm:spPr/>
    </dgm:pt>
    <dgm:pt modelId="{03D10B72-D582-4B62-84C6-56C797E8A496}" type="pres">
      <dgm:prSet presAssocID="{DC3928D8-0C4D-4263-9BD7-C2694848E89A}" presName="childText" presStyleLbl="bgAcc1" presStyleIdx="13" presStyleCnt="28" custScaleX="133100" custScaleY="133100">
        <dgm:presLayoutVars>
          <dgm:bulletEnabled val="1"/>
        </dgm:presLayoutVars>
      </dgm:prSet>
      <dgm:spPr/>
    </dgm:pt>
    <dgm:pt modelId="{FC043FA3-9A57-4E0B-AD8C-82091CE66E0C}" type="pres">
      <dgm:prSet presAssocID="{AECD7CD8-4AF0-4465-B904-A56EB1A54A52}" presName="Name13" presStyleLbl="parChTrans1D2" presStyleIdx="14" presStyleCnt="28"/>
      <dgm:spPr/>
    </dgm:pt>
    <dgm:pt modelId="{2C1646D6-85BF-43C9-A662-D85C9AEE50E4}" type="pres">
      <dgm:prSet presAssocID="{D980E2F8-2329-486B-B0FF-04BCF581500C}" presName="childText" presStyleLbl="bgAcc1" presStyleIdx="14" presStyleCnt="28" custScaleX="133100" custScaleY="133100">
        <dgm:presLayoutVars>
          <dgm:bulletEnabled val="1"/>
        </dgm:presLayoutVars>
      </dgm:prSet>
      <dgm:spPr/>
    </dgm:pt>
    <dgm:pt modelId="{DEFA3177-E998-4823-B353-731818190D2E}" type="pres">
      <dgm:prSet presAssocID="{ABF72BF4-CF20-41C3-AE95-9D6A33608762}" presName="Name13" presStyleLbl="parChTrans1D2" presStyleIdx="15" presStyleCnt="28"/>
      <dgm:spPr/>
    </dgm:pt>
    <dgm:pt modelId="{3F461E2C-91C0-44DE-B5DC-945EC1511A24}" type="pres">
      <dgm:prSet presAssocID="{F48BE491-7817-4BAB-8EF9-3E45DDAF5D43}" presName="childText" presStyleLbl="bgAcc1" presStyleIdx="15" presStyleCnt="28" custScaleX="133100" custScaleY="133100">
        <dgm:presLayoutVars>
          <dgm:bulletEnabled val="1"/>
        </dgm:presLayoutVars>
      </dgm:prSet>
      <dgm:spPr/>
    </dgm:pt>
    <dgm:pt modelId="{D715D4B4-556B-4D43-891F-F1CE5CCFE189}" type="pres">
      <dgm:prSet presAssocID="{059E7CAB-ECB7-4535-9D8C-326F7DE0841B}" presName="root" presStyleCnt="0"/>
      <dgm:spPr/>
    </dgm:pt>
    <dgm:pt modelId="{3EC21892-44D9-41A0-84B5-4F1D53E09C3C}" type="pres">
      <dgm:prSet presAssocID="{059E7CAB-ECB7-4535-9D8C-326F7DE0841B}" presName="rootComposite" presStyleCnt="0"/>
      <dgm:spPr/>
    </dgm:pt>
    <dgm:pt modelId="{8165AA18-2B45-4208-9A35-48E5987A803C}" type="pres">
      <dgm:prSet presAssocID="{059E7CAB-ECB7-4535-9D8C-326F7DE0841B}" presName="rootText" presStyleLbl="node1" presStyleIdx="4" presStyleCnt="7" custScaleX="133100" custScaleY="133100"/>
      <dgm:spPr/>
    </dgm:pt>
    <dgm:pt modelId="{2DC120C1-1994-4EBB-8DA1-6018C59AE32B}" type="pres">
      <dgm:prSet presAssocID="{059E7CAB-ECB7-4535-9D8C-326F7DE0841B}" presName="rootConnector" presStyleLbl="node1" presStyleIdx="4" presStyleCnt="7"/>
      <dgm:spPr/>
    </dgm:pt>
    <dgm:pt modelId="{9E951BAD-FA38-455A-8523-8F277747EFDF}" type="pres">
      <dgm:prSet presAssocID="{059E7CAB-ECB7-4535-9D8C-326F7DE0841B}" presName="childShape" presStyleCnt="0"/>
      <dgm:spPr/>
    </dgm:pt>
    <dgm:pt modelId="{EE19EB5B-351A-4D22-A133-C0AA8133544E}" type="pres">
      <dgm:prSet presAssocID="{4E8860BC-77A3-46D3-8A15-6AC58DE1AC0D}" presName="Name13" presStyleLbl="parChTrans1D2" presStyleIdx="16" presStyleCnt="28"/>
      <dgm:spPr/>
    </dgm:pt>
    <dgm:pt modelId="{D99AD0D5-9E56-47FA-80A5-C3D4A0E15E38}" type="pres">
      <dgm:prSet presAssocID="{AE761311-0AB0-4D38-B897-21820B7FD5A7}" presName="childText" presStyleLbl="bgAcc1" presStyleIdx="16" presStyleCnt="28" custScaleX="133100" custScaleY="133100">
        <dgm:presLayoutVars>
          <dgm:bulletEnabled val="1"/>
        </dgm:presLayoutVars>
      </dgm:prSet>
      <dgm:spPr/>
    </dgm:pt>
    <dgm:pt modelId="{3F36C40B-1E51-4A55-B0EF-13C3F479E09C}" type="pres">
      <dgm:prSet presAssocID="{CFC685BD-39DF-4D1E-AB40-ED0084B69A9C}" presName="Name13" presStyleLbl="parChTrans1D2" presStyleIdx="17" presStyleCnt="28"/>
      <dgm:spPr/>
    </dgm:pt>
    <dgm:pt modelId="{0C79AD03-C0D2-4C3C-853D-ACD472B753C7}" type="pres">
      <dgm:prSet presAssocID="{47282EDC-C40A-4B3C-B0DD-8361B067D77C}" presName="childText" presStyleLbl="bgAcc1" presStyleIdx="17" presStyleCnt="28" custScaleX="133100" custScaleY="133100">
        <dgm:presLayoutVars>
          <dgm:bulletEnabled val="1"/>
        </dgm:presLayoutVars>
      </dgm:prSet>
      <dgm:spPr/>
    </dgm:pt>
    <dgm:pt modelId="{E73A072F-499F-48E9-A6BB-3F491DBB8C5E}" type="pres">
      <dgm:prSet presAssocID="{0937C6B5-043A-4673-BEF6-9695E4DB5A50}" presName="Name13" presStyleLbl="parChTrans1D2" presStyleIdx="18" presStyleCnt="28"/>
      <dgm:spPr/>
    </dgm:pt>
    <dgm:pt modelId="{D39B5F8E-82D2-4E03-B194-A3463C969F4D}" type="pres">
      <dgm:prSet presAssocID="{3FA65767-CA28-4DD1-A2A0-B007AC079AF7}" presName="childText" presStyleLbl="bgAcc1" presStyleIdx="18" presStyleCnt="28" custScaleX="133100" custScaleY="133100">
        <dgm:presLayoutVars>
          <dgm:bulletEnabled val="1"/>
        </dgm:presLayoutVars>
      </dgm:prSet>
      <dgm:spPr/>
    </dgm:pt>
    <dgm:pt modelId="{3D46BE2F-46F5-4640-BF49-BE7CB092BA71}" type="pres">
      <dgm:prSet presAssocID="{733AA3DA-B165-4D1C-B69D-C670D34FF193}" presName="root" presStyleCnt="0"/>
      <dgm:spPr/>
    </dgm:pt>
    <dgm:pt modelId="{4E4DBA69-B419-4E85-A8EE-BA60B2193627}" type="pres">
      <dgm:prSet presAssocID="{733AA3DA-B165-4D1C-B69D-C670D34FF193}" presName="rootComposite" presStyleCnt="0"/>
      <dgm:spPr/>
    </dgm:pt>
    <dgm:pt modelId="{1D1E1C6C-B2D7-4AD2-BBFA-FEA251570352}" type="pres">
      <dgm:prSet presAssocID="{733AA3DA-B165-4D1C-B69D-C670D34FF193}" presName="rootText" presStyleLbl="node1" presStyleIdx="5" presStyleCnt="7" custScaleX="133100" custScaleY="133100"/>
      <dgm:spPr/>
    </dgm:pt>
    <dgm:pt modelId="{B82E57A6-DFAC-4015-B6CC-BBE6EF600193}" type="pres">
      <dgm:prSet presAssocID="{733AA3DA-B165-4D1C-B69D-C670D34FF193}" presName="rootConnector" presStyleLbl="node1" presStyleIdx="5" presStyleCnt="7"/>
      <dgm:spPr/>
    </dgm:pt>
    <dgm:pt modelId="{2C7467CB-6B0E-473D-A28E-48A2B8D766CF}" type="pres">
      <dgm:prSet presAssocID="{733AA3DA-B165-4D1C-B69D-C670D34FF193}" presName="childShape" presStyleCnt="0"/>
      <dgm:spPr/>
    </dgm:pt>
    <dgm:pt modelId="{E0B42694-8167-4D3C-9605-0EE079F4769B}" type="pres">
      <dgm:prSet presAssocID="{2DF20501-B310-4EA4-A7AA-ECC77DCFAEC5}" presName="Name13" presStyleLbl="parChTrans1D2" presStyleIdx="19" presStyleCnt="28"/>
      <dgm:spPr/>
    </dgm:pt>
    <dgm:pt modelId="{D04B4F81-4EB8-49BC-848E-A78A4447F1E3}" type="pres">
      <dgm:prSet presAssocID="{7128F38D-E626-4893-A035-EF7C5D36EC3D}" presName="childText" presStyleLbl="bgAcc1" presStyleIdx="19" presStyleCnt="28" custScaleX="133100" custScaleY="133100">
        <dgm:presLayoutVars>
          <dgm:bulletEnabled val="1"/>
        </dgm:presLayoutVars>
      </dgm:prSet>
      <dgm:spPr/>
    </dgm:pt>
    <dgm:pt modelId="{ACC2BBF3-7866-455B-9B22-5156B38554B8}" type="pres">
      <dgm:prSet presAssocID="{FFEDD66C-CD8B-462A-961D-AF9B56718E28}" presName="Name13" presStyleLbl="parChTrans1D2" presStyleIdx="20" presStyleCnt="28"/>
      <dgm:spPr/>
    </dgm:pt>
    <dgm:pt modelId="{57EC63CF-EC3F-4635-B831-58F4B2DED5BD}" type="pres">
      <dgm:prSet presAssocID="{B0BC7867-4DCC-446A-BDEA-FB1C75AF23EB}" presName="childText" presStyleLbl="bgAcc1" presStyleIdx="20" presStyleCnt="28" custScaleX="133100" custScaleY="133100">
        <dgm:presLayoutVars>
          <dgm:bulletEnabled val="1"/>
        </dgm:presLayoutVars>
      </dgm:prSet>
      <dgm:spPr/>
    </dgm:pt>
    <dgm:pt modelId="{FF6BF48B-8E53-40F5-A13F-3EC3534E8FD2}" type="pres">
      <dgm:prSet presAssocID="{3C3DFF09-BCC5-4A86-809E-D326ED7AB0CD}" presName="Name13" presStyleLbl="parChTrans1D2" presStyleIdx="21" presStyleCnt="28"/>
      <dgm:spPr/>
    </dgm:pt>
    <dgm:pt modelId="{82C40465-2AA1-48A9-B0F8-07B03E27AFE4}" type="pres">
      <dgm:prSet presAssocID="{5067DBE2-E832-40D6-80C6-6E979AD33E13}" presName="childText" presStyleLbl="bgAcc1" presStyleIdx="21" presStyleCnt="28" custScaleX="133100" custScaleY="133100">
        <dgm:presLayoutVars>
          <dgm:bulletEnabled val="1"/>
        </dgm:presLayoutVars>
      </dgm:prSet>
      <dgm:spPr/>
    </dgm:pt>
    <dgm:pt modelId="{5C678341-9067-4023-B03B-71F5801B0C0C}" type="pres">
      <dgm:prSet presAssocID="{04E9BA94-3D24-43E2-A720-9179C5C12863}" presName="Name13" presStyleLbl="parChTrans1D2" presStyleIdx="22" presStyleCnt="28"/>
      <dgm:spPr/>
    </dgm:pt>
    <dgm:pt modelId="{36AC8868-2665-4C53-A61D-E45742122721}" type="pres">
      <dgm:prSet presAssocID="{9244DEE9-9A81-4F3B-A4EA-608C68F58BAA}" presName="childText" presStyleLbl="bgAcc1" presStyleIdx="22" presStyleCnt="28" custScaleX="133100" custScaleY="133100">
        <dgm:presLayoutVars>
          <dgm:bulletEnabled val="1"/>
        </dgm:presLayoutVars>
      </dgm:prSet>
      <dgm:spPr/>
    </dgm:pt>
    <dgm:pt modelId="{6AE0FED9-8BB9-4D26-9CAB-E1B6E46130C3}" type="pres">
      <dgm:prSet presAssocID="{158E828B-5429-446A-9A3F-D73F33AE7298}" presName="root" presStyleCnt="0"/>
      <dgm:spPr/>
    </dgm:pt>
    <dgm:pt modelId="{664780BB-AE29-4741-9C7F-185CE586D337}" type="pres">
      <dgm:prSet presAssocID="{158E828B-5429-446A-9A3F-D73F33AE7298}" presName="rootComposite" presStyleCnt="0"/>
      <dgm:spPr/>
    </dgm:pt>
    <dgm:pt modelId="{53FADADD-11C3-4796-8910-0C261BE8857B}" type="pres">
      <dgm:prSet presAssocID="{158E828B-5429-446A-9A3F-D73F33AE7298}" presName="rootText" presStyleLbl="node1" presStyleIdx="6" presStyleCnt="7" custScaleX="133100" custScaleY="133100"/>
      <dgm:spPr/>
    </dgm:pt>
    <dgm:pt modelId="{DE287D61-FDD8-4148-8C72-4A3A76B0466A}" type="pres">
      <dgm:prSet presAssocID="{158E828B-5429-446A-9A3F-D73F33AE7298}" presName="rootConnector" presStyleLbl="node1" presStyleIdx="6" presStyleCnt="7"/>
      <dgm:spPr/>
    </dgm:pt>
    <dgm:pt modelId="{79AB97CF-A29B-450F-91F5-BD6D7041D7F3}" type="pres">
      <dgm:prSet presAssocID="{158E828B-5429-446A-9A3F-D73F33AE7298}" presName="childShape" presStyleCnt="0"/>
      <dgm:spPr/>
    </dgm:pt>
    <dgm:pt modelId="{02B9D1E8-4BAE-45E2-898C-9A76F733007D}" type="pres">
      <dgm:prSet presAssocID="{96BC3FBC-F444-4820-A263-B5954F47AC94}" presName="Name13" presStyleLbl="parChTrans1D2" presStyleIdx="23" presStyleCnt="28"/>
      <dgm:spPr/>
    </dgm:pt>
    <dgm:pt modelId="{5F990CD7-D2E9-497A-9167-421BB9A530F5}" type="pres">
      <dgm:prSet presAssocID="{5499B523-8C6D-4F21-8266-12B6C39CDC8A}" presName="childText" presStyleLbl="bgAcc1" presStyleIdx="23" presStyleCnt="28" custScaleX="133100" custScaleY="133100">
        <dgm:presLayoutVars>
          <dgm:bulletEnabled val="1"/>
        </dgm:presLayoutVars>
      </dgm:prSet>
      <dgm:spPr/>
    </dgm:pt>
    <dgm:pt modelId="{3F2ECA1E-6F36-44B8-A794-BB297763D2F1}" type="pres">
      <dgm:prSet presAssocID="{AD4EEA33-7ED2-43CC-BFF0-A5A3E39B4E79}" presName="Name13" presStyleLbl="parChTrans1D2" presStyleIdx="24" presStyleCnt="28"/>
      <dgm:spPr/>
    </dgm:pt>
    <dgm:pt modelId="{9EF578E8-AE22-4BE5-9EEB-5EFBFFAD1589}" type="pres">
      <dgm:prSet presAssocID="{8E3EF825-F5F9-4FBF-A6CC-617F0CE02AA9}" presName="childText" presStyleLbl="bgAcc1" presStyleIdx="24" presStyleCnt="28" custScaleX="133100" custScaleY="133100">
        <dgm:presLayoutVars>
          <dgm:bulletEnabled val="1"/>
        </dgm:presLayoutVars>
      </dgm:prSet>
      <dgm:spPr/>
    </dgm:pt>
    <dgm:pt modelId="{1DED3134-1789-4308-8991-9983BEEF75D3}" type="pres">
      <dgm:prSet presAssocID="{BB3AC0C9-B522-40DA-9B59-E33ACCB5658F}" presName="Name13" presStyleLbl="parChTrans1D2" presStyleIdx="25" presStyleCnt="28"/>
      <dgm:spPr/>
    </dgm:pt>
    <dgm:pt modelId="{E51E683E-8124-4277-A992-D9623EA34500}" type="pres">
      <dgm:prSet presAssocID="{901AE83E-E3A6-4E9D-A0B8-A53CC009A9F4}" presName="childText" presStyleLbl="bgAcc1" presStyleIdx="25" presStyleCnt="28" custScaleX="133100" custScaleY="133100">
        <dgm:presLayoutVars>
          <dgm:bulletEnabled val="1"/>
        </dgm:presLayoutVars>
      </dgm:prSet>
      <dgm:spPr/>
    </dgm:pt>
    <dgm:pt modelId="{B0DA90AE-671A-4012-AEF0-C3B688C9B468}" type="pres">
      <dgm:prSet presAssocID="{36069ED8-D4C0-43D9-8899-F78B2BB19373}" presName="Name13" presStyleLbl="parChTrans1D2" presStyleIdx="26" presStyleCnt="28"/>
      <dgm:spPr/>
    </dgm:pt>
    <dgm:pt modelId="{027CB71C-720A-48EB-818D-74B7C477EFD6}" type="pres">
      <dgm:prSet presAssocID="{DFE7EADD-FD11-4CEC-BBD5-DBD498B30DBB}" presName="childText" presStyleLbl="bgAcc1" presStyleIdx="26" presStyleCnt="28" custScaleX="133100" custScaleY="133100">
        <dgm:presLayoutVars>
          <dgm:bulletEnabled val="1"/>
        </dgm:presLayoutVars>
      </dgm:prSet>
      <dgm:spPr/>
    </dgm:pt>
    <dgm:pt modelId="{935B6AD8-9816-42B3-964D-6F98E1705151}" type="pres">
      <dgm:prSet presAssocID="{E84F52FD-76DB-46F9-AFD0-7775F62A6A46}" presName="Name13" presStyleLbl="parChTrans1D2" presStyleIdx="27" presStyleCnt="28"/>
      <dgm:spPr/>
    </dgm:pt>
    <dgm:pt modelId="{95EDDCB4-8E69-42F2-BFF0-BF3DF44D1F85}" type="pres">
      <dgm:prSet presAssocID="{D7BD289B-290F-4FC3-A873-E23E194E1FE4}" presName="childText" presStyleLbl="bgAcc1" presStyleIdx="27" presStyleCnt="28" custScaleX="133100" custScaleY="133100">
        <dgm:presLayoutVars>
          <dgm:bulletEnabled val="1"/>
        </dgm:presLayoutVars>
      </dgm:prSet>
      <dgm:spPr/>
    </dgm:pt>
  </dgm:ptLst>
  <dgm:cxnLst>
    <dgm:cxn modelId="{0E243500-2203-4AD1-96BC-6A089A3DCA57}" type="presOf" srcId="{CC7D8B61-EA1F-4B89-A5B6-BF2F8DD62359}" destId="{E458DB63-415F-42E2-85AA-6A0DF83D6B12}" srcOrd="0" destOrd="0" presId="urn:microsoft.com/office/officeart/2005/8/layout/hierarchy3"/>
    <dgm:cxn modelId="{D8FC5E01-7BF4-450F-97AD-D42C2F8F3B33}" type="presOf" srcId="{57F4A6E9-919B-497F-A32C-C05BB5272CE3}" destId="{AE6C8178-C612-46DE-90AF-EE4EC3A4ED42}" srcOrd="0" destOrd="0" presId="urn:microsoft.com/office/officeart/2005/8/layout/hierarchy3"/>
    <dgm:cxn modelId="{79AD0B02-1EDD-43FF-81C5-F249B5E554FE}" srcId="{059E7CAB-ECB7-4535-9D8C-326F7DE0841B}" destId="{AE761311-0AB0-4D38-B897-21820B7FD5A7}" srcOrd="0" destOrd="0" parTransId="{4E8860BC-77A3-46D3-8A15-6AC58DE1AC0D}" sibTransId="{DBCCD333-F892-4340-A206-EE1E7D9AA852}"/>
    <dgm:cxn modelId="{EF0E8202-098C-4118-AF04-3482FA1BC52A}" type="presOf" srcId="{BCCED42D-EE2D-406D-8433-BA6DE8913838}" destId="{EC23D908-BBA0-4584-B5B5-DFAC1201FA3C}" srcOrd="0" destOrd="0" presId="urn:microsoft.com/office/officeart/2005/8/layout/hierarchy3"/>
    <dgm:cxn modelId="{B2370403-0F5B-4144-82E9-0BBA597E1678}" srcId="{57F4A6E9-919B-497F-A32C-C05BB5272CE3}" destId="{616E4BEF-6BC0-4811-AE9D-11AF29024001}" srcOrd="2" destOrd="0" parTransId="{D18C4568-DC01-406A-A92B-528F94604EF6}" sibTransId="{7DAC67A1-99D9-404B-9F06-9A9D2A67400D}"/>
    <dgm:cxn modelId="{71859304-4941-454E-9F6B-2C71F4415A97}" srcId="{059E7CAB-ECB7-4535-9D8C-326F7DE0841B}" destId="{3FA65767-CA28-4DD1-A2A0-B007AC079AF7}" srcOrd="2" destOrd="0" parTransId="{0937C6B5-043A-4673-BEF6-9695E4DB5A50}" sibTransId="{8A6331FB-88FD-4D5B-BAD5-2C2776BFBDC4}"/>
    <dgm:cxn modelId="{DD77EA05-82B8-4216-BCCD-E8F447750DB7}" srcId="{D2C2BD16-08BF-4F9C-941A-08B2B85F66B6}" destId="{194FB7F4-E753-409F-8B9E-5E11320E5E5B}" srcOrd="1" destOrd="0" parTransId="{6F8C5C1D-51D9-49FE-9488-017EA953E571}" sibTransId="{58CADBBD-7EC0-436B-A843-D86FD575D236}"/>
    <dgm:cxn modelId="{7778EF05-AB3A-44DB-BDC8-5A64F3BECEBF}" type="presOf" srcId="{AE761311-0AB0-4D38-B897-21820B7FD5A7}" destId="{D99AD0D5-9E56-47FA-80A5-C3D4A0E15E38}" srcOrd="0" destOrd="0" presId="urn:microsoft.com/office/officeart/2005/8/layout/hierarchy3"/>
    <dgm:cxn modelId="{08DF0109-F1C4-4F5A-990F-A6E88DA685F0}" type="presOf" srcId="{06D50593-408B-4E0A-9B79-CD302FC10B7C}" destId="{B01FD25F-206B-4655-9F4F-CC1DEF091467}" srcOrd="0" destOrd="0" presId="urn:microsoft.com/office/officeart/2005/8/layout/hierarchy3"/>
    <dgm:cxn modelId="{2FE14F09-9F5B-4662-900B-F1304DBAF3B3}" srcId="{D2C2BD16-08BF-4F9C-941A-08B2B85F66B6}" destId="{8A92866D-14AF-44C3-97E5-317B784CA0D9}" srcOrd="0" destOrd="0" parTransId="{D38EB882-90E9-4886-B6DC-834018625990}" sibTransId="{9EC2D884-08A8-417F-BEF4-186A35E0CC69}"/>
    <dgm:cxn modelId="{7442CB0C-4333-49C4-9A3C-289FC289CAED}" srcId="{B1851754-F1FC-48BC-8A09-E461FC48C610}" destId="{F48BE491-7817-4BAB-8EF9-3E45DDAF5D43}" srcOrd="2" destOrd="0" parTransId="{ABF72BF4-CF20-41C3-AE95-9D6A33608762}" sibTransId="{F7A55681-1367-416E-8D90-59528DA28E78}"/>
    <dgm:cxn modelId="{48F01513-D60A-46FE-9328-EE75E5036D19}" type="presOf" srcId="{CF2524ED-0BC1-405B-BE8E-FC4234EE14DC}" destId="{9EC769E4-C661-4BB5-B23E-DBEAE101EFC9}" srcOrd="0" destOrd="1" presId="urn:microsoft.com/office/officeart/2005/8/layout/hierarchy3"/>
    <dgm:cxn modelId="{E4517713-892A-4022-A900-6D162165D238}" type="presOf" srcId="{DC3928D8-0C4D-4263-9BD7-C2694848E89A}" destId="{03D10B72-D582-4B62-84C6-56C797E8A496}" srcOrd="0" destOrd="0" presId="urn:microsoft.com/office/officeart/2005/8/layout/hierarchy3"/>
    <dgm:cxn modelId="{F149DF14-FAFC-4D9D-8388-6831AB80C4A1}" type="presOf" srcId="{96BC3FBC-F444-4820-A263-B5954F47AC94}" destId="{02B9D1E8-4BAE-45E2-898C-9A76F733007D}" srcOrd="0" destOrd="0" presId="urn:microsoft.com/office/officeart/2005/8/layout/hierarchy3"/>
    <dgm:cxn modelId="{DC99A416-DF92-4338-82ED-7688F87A9A47}" type="presOf" srcId="{0937C6B5-043A-4673-BEF6-9695E4DB5A50}" destId="{E73A072F-499F-48E9-A6BB-3F491DBB8C5E}" srcOrd="0" destOrd="0" presId="urn:microsoft.com/office/officeart/2005/8/layout/hierarchy3"/>
    <dgm:cxn modelId="{C51FF116-0264-48BA-9518-2A533EF701F8}" srcId="{BCCED42D-EE2D-406D-8433-BA6DE8913838}" destId="{ACFF1C1F-95A6-44D5-B9A7-4B661FB4F0C7}" srcOrd="1" destOrd="0" parTransId="{1DA8753D-7A9F-4628-82DD-AB3E5BED40CC}" sibTransId="{083AFF5B-9851-4366-B537-C25895470852}"/>
    <dgm:cxn modelId="{7145BA17-A9EC-4DE8-A401-A378001B2031}" srcId="{53906F08-85E0-499C-9BF2-F8100A41C971}" destId="{BCCED42D-EE2D-406D-8433-BA6DE8913838}" srcOrd="0" destOrd="0" parTransId="{85A0F4F8-CE47-47D3-852B-304214525751}" sibTransId="{374D83AA-2227-4749-B2DB-AC293283E29C}"/>
    <dgm:cxn modelId="{EB273519-23BE-4B31-9D18-6E076172FC47}" type="presOf" srcId="{694A85C9-81B5-49C2-B539-EA9B7072EBC3}" destId="{4BD329C4-D7A2-42BB-BA4A-58ABCBE07939}" srcOrd="0" destOrd="0" presId="urn:microsoft.com/office/officeart/2005/8/layout/hierarchy3"/>
    <dgm:cxn modelId="{16ED611A-0242-4C3E-A25F-E993276ACFB4}" type="presOf" srcId="{3C3DFF09-BCC5-4A86-809E-D326ED7AB0CD}" destId="{FF6BF48B-8E53-40F5-A13F-3EC3534E8FD2}" srcOrd="0" destOrd="0" presId="urn:microsoft.com/office/officeart/2005/8/layout/hierarchy3"/>
    <dgm:cxn modelId="{4A69E41A-9B0B-4D28-8BE2-7AC44B784A2D}" srcId="{0AFD6B46-F0ED-4C96-A85A-03593EA4AB45}" destId="{4DAA6C12-65D2-40A9-AEBE-540D6CAEAEE7}" srcOrd="0" destOrd="0" parTransId="{3070DE92-0DF6-4E5F-81DE-9DF52BD37940}" sibTransId="{0AE0B6C0-D9B0-4EC8-8044-995E87AD2007}"/>
    <dgm:cxn modelId="{0409681D-48FF-4A98-A112-B96B5F4924F9}" type="presOf" srcId="{8E3EF825-F5F9-4FBF-A6CC-617F0CE02AA9}" destId="{9EF578E8-AE22-4BE5-9EEB-5EFBFFAD1589}" srcOrd="0" destOrd="0" presId="urn:microsoft.com/office/officeart/2005/8/layout/hierarchy3"/>
    <dgm:cxn modelId="{57C6841F-53D1-4E11-90F4-0A90C231D142}" type="presOf" srcId="{3E34B424-0A6D-4EAE-A14D-5A9EAE14D2E6}" destId="{EAFF69BB-6AB2-49FC-9DAF-84777A506B28}" srcOrd="0" destOrd="0" presId="urn:microsoft.com/office/officeart/2005/8/layout/hierarchy3"/>
    <dgm:cxn modelId="{58D1AC1F-0AB5-40D2-B04F-F77660E72C27}" type="presOf" srcId="{ACFF1C1F-95A6-44D5-B9A7-4B661FB4F0C7}" destId="{EC23D908-BBA0-4584-B5B5-DFAC1201FA3C}" srcOrd="0" destOrd="2" presId="urn:microsoft.com/office/officeart/2005/8/layout/hierarchy3"/>
    <dgm:cxn modelId="{20A8FF21-CD2B-4F7B-9A66-0931A8EB7D7A}" srcId="{733AA3DA-B165-4D1C-B69D-C670D34FF193}" destId="{9244DEE9-9A81-4F3B-A4EA-608C68F58BAA}" srcOrd="3" destOrd="0" parTransId="{04E9BA94-3D24-43E2-A720-9179C5C12863}" sibTransId="{8692A22B-99BA-4EC5-B90E-4048243D042A}"/>
    <dgm:cxn modelId="{04228B24-38F4-4FD4-9AF7-2C2A474E08E9}" type="presOf" srcId="{ABF72BF4-CF20-41C3-AE95-9D6A33608762}" destId="{DEFA3177-E998-4823-B353-731818190D2E}" srcOrd="0" destOrd="0" presId="urn:microsoft.com/office/officeart/2005/8/layout/hierarchy3"/>
    <dgm:cxn modelId="{F1349D25-C6EE-4180-AA70-EA62E92E7BFE}" type="presOf" srcId="{E013D0D6-748A-4E5F-B3A9-3B8F4B562CBF}" destId="{B0CAF44A-3E92-4F79-8AA2-FB4363448B15}" srcOrd="0" destOrd="0" presId="urn:microsoft.com/office/officeart/2005/8/layout/hierarchy3"/>
    <dgm:cxn modelId="{3A499428-BFF7-4074-B3E2-929576E2B8B4}" type="presOf" srcId="{9244DEE9-9A81-4F3B-A4EA-608C68F58BAA}" destId="{36AC8868-2665-4C53-A61D-E45742122721}" srcOrd="0" destOrd="0" presId="urn:microsoft.com/office/officeart/2005/8/layout/hierarchy3"/>
    <dgm:cxn modelId="{BC992A29-78E4-4698-B5A6-94CFA4221BEC}" type="presOf" srcId="{36069ED8-D4C0-43D9-8899-F78B2BB19373}" destId="{B0DA90AE-671A-4012-AEF0-C3B688C9B468}" srcOrd="0" destOrd="0" presId="urn:microsoft.com/office/officeart/2005/8/layout/hierarchy3"/>
    <dgm:cxn modelId="{8CB16229-9C05-4A8D-89FA-CA5D2E57D3DF}" type="presOf" srcId="{EE984F21-B5D8-4013-82A3-D84E665C2541}" destId="{EC23D908-BBA0-4584-B5B5-DFAC1201FA3C}" srcOrd="0" destOrd="1" presId="urn:microsoft.com/office/officeart/2005/8/layout/hierarchy3"/>
    <dgm:cxn modelId="{20E0E029-F86D-4C38-B069-C00788E684C9}" type="presOf" srcId="{733AA3DA-B165-4D1C-B69D-C670D34FF193}" destId="{B82E57A6-DFAC-4015-B6CC-BBE6EF600193}" srcOrd="1" destOrd="0" presId="urn:microsoft.com/office/officeart/2005/8/layout/hierarchy3"/>
    <dgm:cxn modelId="{E3DD292C-E868-4E17-8DE6-D80FDE3DBAA9}" type="presOf" srcId="{3FA65767-CA28-4DD1-A2A0-B007AC079AF7}" destId="{D39B5F8E-82D2-4E03-B194-A3463C969F4D}" srcOrd="0" destOrd="0" presId="urn:microsoft.com/office/officeart/2005/8/layout/hierarchy3"/>
    <dgm:cxn modelId="{B2F4672C-C43C-48D3-A842-468CEF030AF3}" type="presOf" srcId="{D76C6B0A-C719-48BE-900B-A0565D5C153C}" destId="{8D281033-49F5-481A-9642-48EBC7C5A559}" srcOrd="0" destOrd="0" presId="urn:microsoft.com/office/officeart/2005/8/layout/hierarchy3"/>
    <dgm:cxn modelId="{B1431D30-67FF-4568-B3DB-85E01C35C812}" srcId="{06D50593-408B-4E0A-9B79-CD302FC10B7C}" destId="{694A85C9-81B5-49C2-B539-EA9B7072EBC3}" srcOrd="0" destOrd="0" parTransId="{C732ECE9-EF39-4C0A-A69F-C9E7FA1B663E}" sibTransId="{CF6804EC-6C9C-4207-9E5C-472323629F48}"/>
    <dgm:cxn modelId="{DE1F1D34-B5E3-4496-95A7-3A1DF952802B}" type="presOf" srcId="{158E828B-5429-446A-9A3F-D73F33AE7298}" destId="{DE287D61-FDD8-4148-8C72-4A3A76B0466A}" srcOrd="1" destOrd="0" presId="urn:microsoft.com/office/officeart/2005/8/layout/hierarchy3"/>
    <dgm:cxn modelId="{3BA32735-5D5D-406E-BFFA-890891D723A1}" srcId="{3E34B424-0A6D-4EAE-A14D-5A9EAE14D2E6}" destId="{CC7D8B61-EA1F-4B89-A5B6-BF2F8DD62359}" srcOrd="2" destOrd="0" parTransId="{1D6A1F3B-976E-453B-AE63-23074551C840}" sibTransId="{7E6AFC8A-99CC-4442-94E3-ACA63CD2B59F}"/>
    <dgm:cxn modelId="{69716337-8108-4AB0-90E8-C81903083C14}" type="presOf" srcId="{8BE05753-8273-42CB-99EA-60AAAC5031D0}" destId="{6BFE189E-4407-439C-8F4D-B0A1AA1E6CFE}" srcOrd="0" destOrd="0" presId="urn:microsoft.com/office/officeart/2005/8/layout/hierarchy3"/>
    <dgm:cxn modelId="{FCA9D837-A239-4157-86CD-192E5B411B53}" type="presOf" srcId="{560D1217-3D18-49D9-B946-C2690E0DF531}" destId="{7323EDC2-AB24-4334-986A-2C37DC3798E8}" srcOrd="0" destOrd="0" presId="urn:microsoft.com/office/officeart/2005/8/layout/hierarchy3"/>
    <dgm:cxn modelId="{99C5E639-B1D3-49F4-B83C-FB8AFCB658A1}" type="presOf" srcId="{AD4EEA33-7ED2-43CC-BFF0-A5A3E39B4E79}" destId="{3F2ECA1E-6F36-44B8-A794-BB297763D2F1}" srcOrd="0" destOrd="0" presId="urn:microsoft.com/office/officeart/2005/8/layout/hierarchy3"/>
    <dgm:cxn modelId="{9FFE9B3B-BD85-4D54-A5A6-CDFCA0F7F4F2}" type="presOf" srcId="{D7BD289B-290F-4FC3-A873-E23E194E1FE4}" destId="{95EDDCB4-8E69-42F2-BFF0-BF3DF44D1F85}" srcOrd="0" destOrd="0" presId="urn:microsoft.com/office/officeart/2005/8/layout/hierarchy3"/>
    <dgm:cxn modelId="{8DD8E93D-D5A0-4A74-BFA1-F707A9AFC877}" srcId="{8EAF8E18-EE2D-46E9-A5B8-344E49A37DB4}" destId="{FB474861-F176-41B9-A541-3CC3482A73FC}" srcOrd="0" destOrd="0" parTransId="{5582D359-046B-4BDE-9585-CBF98DCBB831}" sibTransId="{3C6EF472-E61A-4E93-8F54-A4842F534D3C}"/>
    <dgm:cxn modelId="{F571473E-8C21-4283-9138-D33B5BC19E34}" type="presOf" srcId="{DFE7EADD-FD11-4CEC-BBD5-DBD498B30DBB}" destId="{027CB71C-720A-48EB-818D-74B7C477EFD6}" srcOrd="0" destOrd="0" presId="urn:microsoft.com/office/officeart/2005/8/layout/hierarchy3"/>
    <dgm:cxn modelId="{928D695C-3342-4B78-BA50-E4B352F2C7BF}" type="presOf" srcId="{65847229-153A-40A8-8328-79CFCFDC3FE4}" destId="{6F63E65B-4220-45F7-B306-5871D72EBE07}" srcOrd="0" destOrd="0" presId="urn:microsoft.com/office/officeart/2005/8/layout/hierarchy3"/>
    <dgm:cxn modelId="{FCA0B25C-C284-4CD2-B17B-8D918FFE8463}" type="presOf" srcId="{E1EA43BF-EE9E-4000-838B-C786A922396A}" destId="{AE6C8178-C612-46DE-90AF-EE4EC3A4ED42}" srcOrd="0" destOrd="1" presId="urn:microsoft.com/office/officeart/2005/8/layout/hierarchy3"/>
    <dgm:cxn modelId="{4056315D-A435-4B45-851E-6FEF4103AFA8}" type="presOf" srcId="{603684B1-A3AF-488D-A410-BC110981F684}" destId="{9E906DD0-EE3B-41B8-A48E-2695276BE432}" srcOrd="0" destOrd="0" presId="urn:microsoft.com/office/officeart/2005/8/layout/hierarchy3"/>
    <dgm:cxn modelId="{BAE4735F-27F4-4E02-BD1D-D33CBDFF36AD}" type="presOf" srcId="{8A92866D-14AF-44C3-97E5-317B784CA0D9}" destId="{4A9B3835-C929-4339-8385-0DFE0FDD2D0B}" srcOrd="0" destOrd="1" presId="urn:microsoft.com/office/officeart/2005/8/layout/hierarchy3"/>
    <dgm:cxn modelId="{4E0D2363-2051-439A-83FD-142C10DC6246}" type="presOf" srcId="{4DAA6C12-65D2-40A9-AEBE-540D6CAEAEE7}" destId="{0CB4B7F0-D14D-4422-BA2D-9465E059A4DE}" srcOrd="0" destOrd="1" presId="urn:microsoft.com/office/officeart/2005/8/layout/hierarchy3"/>
    <dgm:cxn modelId="{D895BB64-D9B0-437D-BEF0-6982AE70FB09}" type="presOf" srcId="{B1851754-F1FC-48BC-8A09-E461FC48C610}" destId="{81FE8846-0DD4-49F8-846A-E5C5FEC8F582}" srcOrd="1" destOrd="0" presId="urn:microsoft.com/office/officeart/2005/8/layout/hierarchy3"/>
    <dgm:cxn modelId="{455CD564-5B15-4A4E-8307-B43645F28DFA}" srcId="{2D0DD3FD-8C0E-411D-A617-AC581B7FFD58}" destId="{B1851754-F1FC-48BC-8A09-E461FC48C610}" srcOrd="3" destOrd="0" parTransId="{C2A98721-52D7-42C4-8223-B57D9012D9FD}" sibTransId="{A6D99032-F92C-4242-A1BF-BCE8EC79E3D0}"/>
    <dgm:cxn modelId="{9C795845-1FD6-4422-ACED-1A08ADD3FC6A}" type="presOf" srcId="{AECD7CD8-4AF0-4465-B904-A56EB1A54A52}" destId="{FC043FA3-9A57-4E0B-AD8C-82091CE66E0C}" srcOrd="0" destOrd="0" presId="urn:microsoft.com/office/officeart/2005/8/layout/hierarchy3"/>
    <dgm:cxn modelId="{F039DB48-2134-4CBF-9B7A-599660CED734}" type="presOf" srcId="{F48BE491-7817-4BAB-8EF9-3E45DDAF5D43}" destId="{3F461E2C-91C0-44DE-B5DC-945EC1511A24}" srcOrd="0" destOrd="0" presId="urn:microsoft.com/office/officeart/2005/8/layout/hierarchy3"/>
    <dgm:cxn modelId="{FB1A3D69-FDE8-4928-BF6A-C60C69626338}" type="presOf" srcId="{91F99F0C-9E4C-41AD-A5CA-93AB2CE1D78F}" destId="{3329DA40-B3B9-4E92-9661-09343E279CE3}" srcOrd="0" destOrd="0" presId="urn:microsoft.com/office/officeart/2005/8/layout/hierarchy3"/>
    <dgm:cxn modelId="{7D2D6E6B-8404-4F1B-A818-76747101CC54}" type="presOf" srcId="{06D50593-408B-4E0A-9B79-CD302FC10B7C}" destId="{7CE1F3C4-C001-404F-AC42-442AEF59E639}" srcOrd="1" destOrd="0" presId="urn:microsoft.com/office/officeart/2005/8/layout/hierarchy3"/>
    <dgm:cxn modelId="{4B33984C-620B-454E-8BD0-0FF96DA291A4}" srcId="{2D0DD3FD-8C0E-411D-A617-AC581B7FFD58}" destId="{3E34B424-0A6D-4EAE-A14D-5A9EAE14D2E6}" srcOrd="2" destOrd="0" parTransId="{AB47667A-EA1C-4BEC-9A93-470ABAAFAAB9}" sibTransId="{FE582A81-8B46-4161-B48F-4CB81D9A78FD}"/>
    <dgm:cxn modelId="{2237676E-65AE-4CB7-8FF3-29EC8967C5CD}" type="presOf" srcId="{5067DBE2-E832-40D6-80C6-6E979AD33E13}" destId="{82C40465-2AA1-48A9-B0F8-07B03E27AFE4}" srcOrd="0" destOrd="0" presId="urn:microsoft.com/office/officeart/2005/8/layout/hierarchy3"/>
    <dgm:cxn modelId="{5D31854E-9B45-415A-8241-E234378EC905}" srcId="{D2C2BD16-08BF-4F9C-941A-08B2B85F66B6}" destId="{28FE3AFB-8BC3-4E30-A9DA-D2045D78FA8C}" srcOrd="2" destOrd="0" parTransId="{D857E108-F55E-473D-ABDD-B053744D1E0D}" sibTransId="{034337FF-0709-4522-A4B3-E5849D698FFF}"/>
    <dgm:cxn modelId="{C08FB34E-8AFF-483B-8D6A-F57429065673}" type="presOf" srcId="{B1851754-F1FC-48BC-8A09-E461FC48C610}" destId="{A7BC9ACE-55DF-41BB-82CE-2A73B750FB7C}" srcOrd="0" destOrd="0" presId="urn:microsoft.com/office/officeart/2005/8/layout/hierarchy3"/>
    <dgm:cxn modelId="{68D1B24F-48C9-47F1-8A70-AF2975B78718}" type="presOf" srcId="{2DF20501-B310-4EA4-A7AA-ECC77DCFAEC5}" destId="{E0B42694-8167-4D3C-9605-0EE079F4769B}" srcOrd="0" destOrd="0" presId="urn:microsoft.com/office/officeart/2005/8/layout/hierarchy3"/>
    <dgm:cxn modelId="{0C75E36F-F1A9-4125-89D6-195170150101}" type="presOf" srcId="{733AA3DA-B165-4D1C-B69D-C670D34FF193}" destId="{1D1E1C6C-B2D7-4AD2-BBFA-FEA251570352}" srcOrd="0" destOrd="0" presId="urn:microsoft.com/office/officeart/2005/8/layout/hierarchy3"/>
    <dgm:cxn modelId="{EFB1E950-D2E8-4185-8A3C-3A553095445B}" type="presOf" srcId="{8EAF8E18-EE2D-46E9-A5B8-344E49A37DB4}" destId="{D28CC25C-520F-4F40-B6B2-22DD52919AC4}" srcOrd="0" destOrd="0" presId="urn:microsoft.com/office/officeart/2005/8/layout/hierarchy3"/>
    <dgm:cxn modelId="{5DA72971-085A-4BB5-BA34-B7A3AE1A6070}" type="presOf" srcId="{5499B523-8C6D-4F21-8266-12B6C39CDC8A}" destId="{5F990CD7-D2E9-497A-9167-421BB9A530F5}" srcOrd="0" destOrd="0" presId="urn:microsoft.com/office/officeart/2005/8/layout/hierarchy3"/>
    <dgm:cxn modelId="{D017B271-3B87-4C56-838A-45E6979D4C9A}" type="presOf" srcId="{85A0F4F8-CE47-47D3-852B-304214525751}" destId="{7FC099F8-E692-4DFC-B09F-C6DB57F8D1EF}" srcOrd="0" destOrd="0" presId="urn:microsoft.com/office/officeart/2005/8/layout/hierarchy3"/>
    <dgm:cxn modelId="{2A7D9F73-7427-4FCE-BC33-E14955A6C181}" type="presOf" srcId="{53906F08-85E0-499C-9BF2-F8100A41C971}" destId="{4AD3C85C-1532-44C1-B79D-4530D56C5C00}" srcOrd="1" destOrd="0" presId="urn:microsoft.com/office/officeart/2005/8/layout/hierarchy3"/>
    <dgm:cxn modelId="{C20D8374-03C7-45A0-A8B2-6C8AA684C1AA}" type="presOf" srcId="{7128F38D-E626-4893-A035-EF7C5D36EC3D}" destId="{D04B4F81-4EB8-49BC-848E-A78A4447F1E3}" srcOrd="0" destOrd="0" presId="urn:microsoft.com/office/officeart/2005/8/layout/hierarchy3"/>
    <dgm:cxn modelId="{6FBAF874-27B1-4D4F-B97E-C99FF8AEDE2F}" type="presOf" srcId="{28FE3AFB-8BC3-4E30-A9DA-D2045D78FA8C}" destId="{4A9B3835-C929-4339-8385-0DFE0FDD2D0B}" srcOrd="0" destOrd="3" presId="urn:microsoft.com/office/officeart/2005/8/layout/hierarchy3"/>
    <dgm:cxn modelId="{6C683E55-A008-4723-871D-7388B5A90B12}" srcId="{53906F08-85E0-499C-9BF2-F8100A41C971}" destId="{D2C2BD16-08BF-4F9C-941A-08B2B85F66B6}" srcOrd="1" destOrd="0" parTransId="{B25B5FB3-F9EF-4A88-BA05-92044C1EE159}" sibTransId="{C5F6387A-383F-4EE4-83A6-C1F09FAFC614}"/>
    <dgm:cxn modelId="{3EAE0856-0448-4A62-A62B-6FEA88D8D68B}" srcId="{57F4A6E9-919B-497F-A32C-C05BB5272CE3}" destId="{E1EA43BF-EE9E-4000-838B-C786A922396A}" srcOrd="0" destOrd="0" parTransId="{F8675091-A7F7-4E4C-92B8-F4C479ABB27C}" sibTransId="{EAFFFA03-C6EF-4AD3-8071-C7405414A677}"/>
    <dgm:cxn modelId="{71B44358-1C0D-4E76-8639-54EA9FA2AE13}" srcId="{059E7CAB-ECB7-4535-9D8C-326F7DE0841B}" destId="{47282EDC-C40A-4B3C-B0DD-8361B067D77C}" srcOrd="1" destOrd="0" parTransId="{CFC685BD-39DF-4D1E-AB40-ED0084B69A9C}" sibTransId="{2206D121-C075-418E-ADAB-F30B0B4E65F9}"/>
    <dgm:cxn modelId="{3FE30D7B-DD34-4248-984F-BF98980FD048}" srcId="{2D0DD3FD-8C0E-411D-A617-AC581B7FFD58}" destId="{06D50593-408B-4E0A-9B79-CD302FC10B7C}" srcOrd="0" destOrd="0" parTransId="{DD50CCBC-E462-4114-9B48-1678ABBF342E}" sibTransId="{06A7C9C6-4370-429B-A6EA-C37507D9710D}"/>
    <dgm:cxn modelId="{1451D97E-F40F-4C27-981F-08A6E03882A6}" type="presOf" srcId="{616E4BEF-6BC0-4811-AE9D-11AF29024001}" destId="{AE6C8178-C612-46DE-90AF-EE4EC3A4ED42}" srcOrd="0" destOrd="3" presId="urn:microsoft.com/office/officeart/2005/8/layout/hierarchy3"/>
    <dgm:cxn modelId="{6546D080-BF8F-4F27-AF06-708D99D6E2F9}" srcId="{158E828B-5429-446A-9A3F-D73F33AE7298}" destId="{DFE7EADD-FD11-4CEC-BBD5-DBD498B30DBB}" srcOrd="3" destOrd="0" parTransId="{36069ED8-D4C0-43D9-8899-F78B2BB19373}" sibTransId="{15C0C3E1-61CA-4C04-B7BD-E3B8CBAB1A10}"/>
    <dgm:cxn modelId="{1B9F9482-AC42-4E3E-9332-358B2E7E89B1}" srcId="{733AA3DA-B165-4D1C-B69D-C670D34FF193}" destId="{B0BC7867-4DCC-446A-BDEA-FB1C75AF23EB}" srcOrd="1" destOrd="0" parTransId="{FFEDD66C-CD8B-462A-961D-AF9B56718E28}" sibTransId="{F378BE22-7889-4A8A-AC00-1DB49F085A47}"/>
    <dgm:cxn modelId="{DC32BC84-1C53-48AB-A147-5BBAFE1A545A}" type="presOf" srcId="{FB474861-F176-41B9-A541-3CC3482A73FC}" destId="{D28CC25C-520F-4F40-B6B2-22DD52919AC4}" srcOrd="0" destOrd="1" presId="urn:microsoft.com/office/officeart/2005/8/layout/hierarchy3"/>
    <dgm:cxn modelId="{E1238E86-6E0C-47B4-AB41-1DDE39763805}" type="presOf" srcId="{E84F52FD-76DB-46F9-AFD0-7775F62A6A46}" destId="{935B6AD8-9816-42B3-964D-6F98E1705151}" srcOrd="0" destOrd="0" presId="urn:microsoft.com/office/officeart/2005/8/layout/hierarchy3"/>
    <dgm:cxn modelId="{7BADA387-420B-4DD4-96E4-CE8E179E87BA}" srcId="{B1851754-F1FC-48BC-8A09-E461FC48C610}" destId="{DC3928D8-0C4D-4263-9BD7-C2694848E89A}" srcOrd="0" destOrd="0" parTransId="{94793D9D-FC77-4FAF-A381-B22CDFA8CD60}" sibTransId="{D0DF8F56-4861-465F-8341-D7AC5D430A07}"/>
    <dgm:cxn modelId="{8E0FE287-B8EA-4C4B-B95E-86498FE70ABC}" type="presOf" srcId="{059E7CAB-ECB7-4535-9D8C-326F7DE0841B}" destId="{8165AA18-2B45-4208-9A35-48E5987A803C}" srcOrd="0" destOrd="0" presId="urn:microsoft.com/office/officeart/2005/8/layout/hierarchy3"/>
    <dgm:cxn modelId="{D3A00188-F6F0-475B-A6AC-2FE22AFD36CD}" srcId="{2D0DD3FD-8C0E-411D-A617-AC581B7FFD58}" destId="{733AA3DA-B165-4D1C-B69D-C670D34FF193}" srcOrd="5" destOrd="0" parTransId="{DA6D7711-EF01-4AAF-9A45-DE9C3C5A6D15}" sibTransId="{60693119-DFA2-4983-A3CC-89B46143FDA7}"/>
    <dgm:cxn modelId="{652A3C88-BC3F-4CB4-8D0F-8FA410B001F6}" type="presOf" srcId="{926C3C56-4E22-42F9-AC43-A08811243F39}" destId="{9EC769E4-C661-4BB5-B23E-DBEAE101EFC9}" srcOrd="0" destOrd="0" presId="urn:microsoft.com/office/officeart/2005/8/layout/hierarchy3"/>
    <dgm:cxn modelId="{924FA189-F504-441E-B1A1-EF19E5ECF73C}" type="presOf" srcId="{901AE83E-E3A6-4E9D-A0B8-A53CC009A9F4}" destId="{E51E683E-8124-4277-A992-D9623EA34500}" srcOrd="0" destOrd="0" presId="urn:microsoft.com/office/officeart/2005/8/layout/hierarchy3"/>
    <dgm:cxn modelId="{6D1FD08E-2D69-43FD-BE91-D3C82CA73B31}" srcId="{2D0DD3FD-8C0E-411D-A617-AC581B7FFD58}" destId="{158E828B-5429-446A-9A3F-D73F33AE7298}" srcOrd="6" destOrd="0" parTransId="{9BB891D1-1987-42BB-8F12-9B7C0FFC26F6}" sibTransId="{749543A4-D49F-46CA-9EA5-75E601DCDCD7}"/>
    <dgm:cxn modelId="{DBC5AB8F-F248-45BE-8F30-4380C070F1EC}" srcId="{733AA3DA-B165-4D1C-B69D-C670D34FF193}" destId="{5067DBE2-E832-40D6-80C6-6E979AD33E13}" srcOrd="2" destOrd="0" parTransId="{3C3DFF09-BCC5-4A86-809E-D326ED7AB0CD}" sibTransId="{0395F944-9620-4895-BCA7-D4058196FC17}"/>
    <dgm:cxn modelId="{85A6C796-9D2F-45BD-8F3D-D16806DF2245}" type="presOf" srcId="{3E34B424-0A6D-4EAE-A14D-5A9EAE14D2E6}" destId="{34E8B53D-AD58-4E5C-B162-B663F5ECB507}" srcOrd="1" destOrd="0" presId="urn:microsoft.com/office/officeart/2005/8/layout/hierarchy3"/>
    <dgm:cxn modelId="{586F7398-E4A5-439F-8B03-E2E13A8A2DB9}" type="presOf" srcId="{0AFD6B46-F0ED-4C96-A85A-03593EA4AB45}" destId="{0CB4B7F0-D14D-4422-BA2D-9465E059A4DE}" srcOrd="0" destOrd="0" presId="urn:microsoft.com/office/officeart/2005/8/layout/hierarchy3"/>
    <dgm:cxn modelId="{6F9D859A-D019-4239-AD13-8281FB31DACD}" type="presOf" srcId="{6C592430-CA8E-4945-AC77-76F94FA1E822}" destId="{D244769C-A843-4B4F-BBBB-C396D459789C}" srcOrd="0" destOrd="0" presId="urn:microsoft.com/office/officeart/2005/8/layout/hierarchy3"/>
    <dgm:cxn modelId="{A279319B-4592-4E6A-9D30-FCEFC60DBFA4}" type="presOf" srcId="{158E828B-5429-446A-9A3F-D73F33AE7298}" destId="{53FADADD-11C3-4796-8910-0C261BE8857B}" srcOrd="0" destOrd="0" presId="urn:microsoft.com/office/officeart/2005/8/layout/hierarchy3"/>
    <dgm:cxn modelId="{B955C79D-0B73-4D85-9524-F99E60BBF29D}" srcId="{06D50593-408B-4E0A-9B79-CD302FC10B7C}" destId="{5F2642EF-2794-44F8-8E93-49CEC28FC9EB}" srcOrd="2" destOrd="0" parTransId="{560D1217-3D18-49D9-B946-C2690E0DF531}" sibTransId="{8526B0F1-2046-4F51-BA10-6F1C86213646}"/>
    <dgm:cxn modelId="{EEEE49A0-2711-43F3-91DD-CAD8CAD725DB}" type="presOf" srcId="{D2C2BD16-08BF-4F9C-941A-08B2B85F66B6}" destId="{4A9B3835-C929-4339-8385-0DFE0FDD2D0B}" srcOrd="0" destOrd="0" presId="urn:microsoft.com/office/officeart/2005/8/layout/hierarchy3"/>
    <dgm:cxn modelId="{1B5EEBA0-6539-4037-B6EE-B1707CD1CD45}" srcId="{3E34B424-0A6D-4EAE-A14D-5A9EAE14D2E6}" destId="{EB023B40-9C25-40CC-90F8-8CE5F0579BC4}" srcOrd="1" destOrd="0" parTransId="{D76C6B0A-C719-48BE-900B-A0565D5C153C}" sibTransId="{9A2B1732-139D-41F4-AD4E-40BE415ED38D}"/>
    <dgm:cxn modelId="{89CA20A1-DEC4-4E8C-9E0C-E8B20391938C}" type="presOf" srcId="{0DA3B59E-CEB4-4AB9-AD2A-48D153A16ACB}" destId="{6F1FAEFF-EC53-42DD-8EB9-48C1723A822B}" srcOrd="0" destOrd="0" presId="urn:microsoft.com/office/officeart/2005/8/layout/hierarchy3"/>
    <dgm:cxn modelId="{DD343EA1-E072-4901-9655-0A28037E2B2C}" type="presOf" srcId="{47282EDC-C40A-4B3C-B0DD-8361B067D77C}" destId="{0C79AD03-C0D2-4C3C-853D-ACD472B753C7}" srcOrd="0" destOrd="0" presId="urn:microsoft.com/office/officeart/2005/8/layout/hierarchy3"/>
    <dgm:cxn modelId="{D6A8E5A3-ABC2-4B79-86D9-1FA6F1439645}" type="presOf" srcId="{04E9BA94-3D24-43E2-A720-9179C5C12863}" destId="{5C678341-9067-4023-B03B-71F5801B0C0C}" srcOrd="0" destOrd="0" presId="urn:microsoft.com/office/officeart/2005/8/layout/hierarchy3"/>
    <dgm:cxn modelId="{111175A5-D65E-414B-8871-4258A420EECC}" srcId="{2D0DD3FD-8C0E-411D-A617-AC581B7FFD58}" destId="{53906F08-85E0-499C-9BF2-F8100A41C971}" srcOrd="1" destOrd="0" parTransId="{76CE85EC-CFA0-4DAD-9CFE-4913D418FA1F}" sibTransId="{3AB56037-C7A2-4779-9462-3874518B5730}"/>
    <dgm:cxn modelId="{2EF457A8-8CFB-4DF4-A887-31EDB0A421AB}" type="presOf" srcId="{EB023B40-9C25-40CC-90F8-8CE5F0579BC4}" destId="{555F9856-E171-46FC-A2BF-ED25CF3F52AE}" srcOrd="0" destOrd="0" presId="urn:microsoft.com/office/officeart/2005/8/layout/hierarchy3"/>
    <dgm:cxn modelId="{34A247A9-6D00-4B32-A678-CBFC127FC49A}" type="presOf" srcId="{CFC685BD-39DF-4D1E-AB40-ED0084B69A9C}" destId="{3F36C40B-1E51-4A55-B0EF-13C3F479E09C}" srcOrd="0" destOrd="0" presId="urn:microsoft.com/office/officeart/2005/8/layout/hierarchy3"/>
    <dgm:cxn modelId="{D2B9A5A9-424B-4495-9EB6-381D35EB6C51}" type="presOf" srcId="{5F2642EF-2794-44F8-8E93-49CEC28FC9EB}" destId="{786588F8-FA20-4682-A96D-5CA174C80B6C}" srcOrd="0" destOrd="0" presId="urn:microsoft.com/office/officeart/2005/8/layout/hierarchy3"/>
    <dgm:cxn modelId="{1FB795AB-F8B8-4CA8-83C1-BE31D1011ABE}" type="presOf" srcId="{BB3AC0C9-B522-40DA-9B59-E33ACCB5658F}" destId="{1DED3134-1789-4308-8991-9983BEEF75D3}" srcOrd="0" destOrd="0" presId="urn:microsoft.com/office/officeart/2005/8/layout/hierarchy3"/>
    <dgm:cxn modelId="{14886DAE-E7AA-46B8-80A3-F24E7211E313}" type="presOf" srcId="{D980E2F8-2329-486B-B0FF-04BCF581500C}" destId="{2C1646D6-85BF-43C9-A662-D85C9AEE50E4}" srcOrd="0" destOrd="0" presId="urn:microsoft.com/office/officeart/2005/8/layout/hierarchy3"/>
    <dgm:cxn modelId="{0458A7B0-8E4B-45CB-9E4F-5449084766EC}" type="presOf" srcId="{B0BC7867-4DCC-446A-BDEA-FB1C75AF23EB}" destId="{57EC63CF-EC3F-4635-B831-58F4B2DED5BD}" srcOrd="0" destOrd="0" presId="urn:microsoft.com/office/officeart/2005/8/layout/hierarchy3"/>
    <dgm:cxn modelId="{671777B6-6625-4D2B-ACAF-04667D4F53E3}" srcId="{53906F08-85E0-499C-9BF2-F8100A41C971}" destId="{926C3C56-4E22-42F9-AC43-A08811243F39}" srcOrd="3" destOrd="0" parTransId="{6C592430-CA8E-4945-AC77-76F94FA1E822}" sibTransId="{D16D9E53-7CD1-4BE0-A27B-4F45ED28B70C}"/>
    <dgm:cxn modelId="{5C9953BD-050D-4CCC-BBD0-20D847642BCD}" type="presOf" srcId="{DC559570-168B-484C-B179-2EA93B6ECD1F}" destId="{7AB76228-8DA3-40C2-8928-286A074823E4}" srcOrd="0" destOrd="0" presId="urn:microsoft.com/office/officeart/2005/8/layout/hierarchy3"/>
    <dgm:cxn modelId="{91977ABE-47EF-41BD-B142-36830A9DDCA4}" type="presOf" srcId="{B25B5FB3-F9EF-4A88-BA05-92044C1EE159}" destId="{A5631CF2-FD14-4AF7-A0B4-73C37028446A}" srcOrd="0" destOrd="0" presId="urn:microsoft.com/office/officeart/2005/8/layout/hierarchy3"/>
    <dgm:cxn modelId="{84FFB0C0-9501-4E5A-931B-3DFBACF36784}" srcId="{733AA3DA-B165-4D1C-B69D-C670D34FF193}" destId="{7128F38D-E626-4893-A035-EF7C5D36EC3D}" srcOrd="0" destOrd="0" parTransId="{2DF20501-B310-4EA4-A7AA-ECC77DCFAEC5}" sibTransId="{FE07C66E-B5BA-43E7-9458-435E62616314}"/>
    <dgm:cxn modelId="{49E373C2-206A-4669-87E7-103578D493FD}" type="presOf" srcId="{C732ECE9-EF39-4C0A-A69F-C9E7FA1B663E}" destId="{C6F7C72E-A4F7-408B-88ED-C5F12C7FA9E7}" srcOrd="0" destOrd="0" presId="urn:microsoft.com/office/officeart/2005/8/layout/hierarchy3"/>
    <dgm:cxn modelId="{11642FC5-12C2-4E29-BF9A-729F4534F941}" type="presOf" srcId="{9BE9D905-3506-46AC-BC5A-82FA67894209}" destId="{4B2ABA61-FCB9-492D-A544-29EA0A74A13D}" srcOrd="0" destOrd="0" presId="urn:microsoft.com/office/officeart/2005/8/layout/hierarchy3"/>
    <dgm:cxn modelId="{F5D83CC5-8D95-4CC6-961F-2449E2EC8922}" srcId="{158E828B-5429-446A-9A3F-D73F33AE7298}" destId="{5499B523-8C6D-4F21-8266-12B6C39CDC8A}" srcOrd="0" destOrd="0" parTransId="{96BC3FBC-F444-4820-A263-B5954F47AC94}" sibTransId="{DD92AE7B-FF0D-441B-AE1D-E2E8AEC48575}"/>
    <dgm:cxn modelId="{D2E791C5-B90E-4328-B7FD-867947282DB9}" srcId="{53906F08-85E0-499C-9BF2-F8100A41C971}" destId="{8EAF8E18-EE2D-46E9-A5B8-344E49A37DB4}" srcOrd="4" destOrd="0" parTransId="{8BE05753-8273-42CB-99EA-60AAAC5031D0}" sibTransId="{20F7444F-612D-4D5D-AA5F-E83FACD0617F}"/>
    <dgm:cxn modelId="{F62BA6C5-9F89-4CA6-892D-784BF95A62CA}" type="presOf" srcId="{E4849037-3953-4899-9037-76ECDB397280}" destId="{AE6C8178-C612-46DE-90AF-EE4EC3A4ED42}" srcOrd="0" destOrd="2" presId="urn:microsoft.com/office/officeart/2005/8/layout/hierarchy3"/>
    <dgm:cxn modelId="{E4FF28C7-123D-49C0-B54C-86459D8D7BA2}" srcId="{3E34B424-0A6D-4EAE-A14D-5A9EAE14D2E6}" destId="{D50BF893-B7C8-4158-A8BE-58F5BCC2C482}" srcOrd="3" destOrd="0" parTransId="{DC559570-168B-484C-B179-2EA93B6ECD1F}" sibTransId="{CDF8606A-6176-4C0C-A29D-1B7FA39A978E}"/>
    <dgm:cxn modelId="{CA005BC7-30A9-429E-AD5E-09BECE97EBB1}" type="presOf" srcId="{4E8860BC-77A3-46D3-8A15-6AC58DE1AC0D}" destId="{EE19EB5B-351A-4D22-A133-C0AA8133544E}" srcOrd="0" destOrd="0" presId="urn:microsoft.com/office/officeart/2005/8/layout/hierarchy3"/>
    <dgm:cxn modelId="{B616E6C7-41BC-47B7-B2BB-98989B7C4D68}" srcId="{06D50593-408B-4E0A-9B79-CD302FC10B7C}" destId="{91F99F0C-9E4C-41AD-A5CA-93AB2CE1D78F}" srcOrd="1" destOrd="0" parTransId="{9BE9D905-3506-46AC-BC5A-82FA67894209}" sibTransId="{67CFEEE9-FD9E-4825-9802-6873A5B61F4C}"/>
    <dgm:cxn modelId="{854DB9C8-0346-45A0-B9C4-F4F75448E6D0}" type="presOf" srcId="{FFEDD66C-CD8B-462A-961D-AF9B56718E28}" destId="{ACC2BBF3-7866-455B-9B22-5156B38554B8}" srcOrd="0" destOrd="0" presId="urn:microsoft.com/office/officeart/2005/8/layout/hierarchy3"/>
    <dgm:cxn modelId="{9807E3C8-61F5-4832-92B9-18483BDEB480}" srcId="{3E34B424-0A6D-4EAE-A14D-5A9EAE14D2E6}" destId="{0DA3B59E-CEB4-4AB9-AD2A-48D153A16ACB}" srcOrd="0" destOrd="0" parTransId="{65847229-153A-40A8-8328-79CFCFDC3FE4}" sibTransId="{0FE90F75-FCFD-458A-AA0E-D09D956555E8}"/>
    <dgm:cxn modelId="{61E98DCE-A70B-4D45-818F-EDA8B06A00E8}" type="presOf" srcId="{BBC90EB8-6DB2-4FA6-911A-7E8E5A29BCA8}" destId="{9EC769E4-C661-4BB5-B23E-DBEAE101EFC9}" srcOrd="0" destOrd="2" presId="urn:microsoft.com/office/officeart/2005/8/layout/hierarchy3"/>
    <dgm:cxn modelId="{F223B8CE-3E33-4F7E-BCC3-CFFBCC723E30}" srcId="{926C3C56-4E22-42F9-AC43-A08811243F39}" destId="{BBC90EB8-6DB2-4FA6-911A-7E8E5A29BCA8}" srcOrd="1" destOrd="0" parTransId="{30DE383B-8956-40F9-9E73-50715C56C38B}" sibTransId="{B365D5C5-94DC-4D62-BF04-40FEF82280DA}"/>
    <dgm:cxn modelId="{D8C6F0CF-B8BB-4F45-A57E-D1E9AF91DFF5}" srcId="{B1851754-F1FC-48BC-8A09-E461FC48C610}" destId="{D980E2F8-2329-486B-B0FF-04BCF581500C}" srcOrd="1" destOrd="0" parTransId="{AECD7CD8-4AF0-4465-B904-A56EB1A54A52}" sibTransId="{BE8AA065-7108-4AB8-9E7E-CB8D137BCDE1}"/>
    <dgm:cxn modelId="{C054A9D3-8D6C-4C7B-BD26-985C88C76052}" type="presOf" srcId="{94793D9D-FC77-4FAF-A381-B22CDFA8CD60}" destId="{9B4D9F7B-52C0-4C30-845F-FF55190A2E68}" srcOrd="0" destOrd="0" presId="urn:microsoft.com/office/officeart/2005/8/layout/hierarchy3"/>
    <dgm:cxn modelId="{6D1555D5-FE2F-4FEF-9106-1FBE4BDB1789}" srcId="{53906F08-85E0-499C-9BF2-F8100A41C971}" destId="{0AFD6B46-F0ED-4C96-A85A-03593EA4AB45}" srcOrd="5" destOrd="0" parTransId="{603684B1-A3AF-488D-A410-BC110981F684}" sibTransId="{BB62A0E2-9F7C-4978-9163-06372C98CDFD}"/>
    <dgm:cxn modelId="{222182D5-7DD5-4F0F-A1CA-CE41DAE2D3FE}" srcId="{158E828B-5429-446A-9A3F-D73F33AE7298}" destId="{D7BD289B-290F-4FC3-A873-E23E194E1FE4}" srcOrd="4" destOrd="0" parTransId="{E84F52FD-76DB-46F9-AFD0-7775F62A6A46}" sibTransId="{FFA8A04C-B8AB-4FD1-876E-9DE339D3F585}"/>
    <dgm:cxn modelId="{0A789ADC-859A-4D4F-9544-382CDBB6897B}" srcId="{BCCED42D-EE2D-406D-8433-BA6DE8913838}" destId="{3267BD46-8CCB-4055-8E84-7B0AFA8A4264}" srcOrd="2" destOrd="0" parTransId="{3FEBD0A8-8234-4F43-A533-8B5F41450B68}" sibTransId="{92C38FD3-D245-48AF-9527-03F22CF45E5A}"/>
    <dgm:cxn modelId="{DB4CB4DD-945D-4F07-91ED-D7EECF0A27AE}" type="presOf" srcId="{2D0DD3FD-8C0E-411D-A617-AC581B7FFD58}" destId="{4A6364E1-B75A-4C37-8FEC-F8DC5ED07426}" srcOrd="0" destOrd="0" presId="urn:microsoft.com/office/officeart/2005/8/layout/hierarchy3"/>
    <dgm:cxn modelId="{0EB2DADD-C38A-4AF6-9E9B-34829A5E0CB7}" srcId="{53906F08-85E0-499C-9BF2-F8100A41C971}" destId="{57F4A6E9-919B-497F-A32C-C05BB5272CE3}" srcOrd="2" destOrd="0" parTransId="{E013D0D6-748A-4E5F-B3A9-3B8F4B562CBF}" sibTransId="{64984C44-AA8A-406D-AB2B-F8945A0B3C89}"/>
    <dgm:cxn modelId="{B5D580DF-B21D-4DA6-B3D1-13A94CD036FF}" srcId="{57F4A6E9-919B-497F-A32C-C05BB5272CE3}" destId="{E4849037-3953-4899-9037-76ECDB397280}" srcOrd="1" destOrd="0" parTransId="{83551F39-A4F8-4791-938D-A54AE983E1D7}" sibTransId="{4FB00FA3-8587-4632-B67F-AE4B18886849}"/>
    <dgm:cxn modelId="{A76CD1E2-B612-4C1C-A25B-FC46FF2A20C4}" srcId="{BCCED42D-EE2D-406D-8433-BA6DE8913838}" destId="{EE984F21-B5D8-4013-82A3-D84E665C2541}" srcOrd="0" destOrd="0" parTransId="{1479BBFD-5711-4560-9921-19871429A1A5}" sibTransId="{8D61FC97-4E19-490B-A1FA-2C65055EF505}"/>
    <dgm:cxn modelId="{9B2ADBE4-D599-491D-80DE-D9C3B1C95493}" srcId="{926C3C56-4E22-42F9-AC43-A08811243F39}" destId="{CF2524ED-0BC1-405B-BE8E-FC4234EE14DC}" srcOrd="0" destOrd="0" parTransId="{B66F984C-428D-49A5-ACAA-4C1E72E9BF54}" sibTransId="{5CDE151B-1CDF-43FA-A494-02BDCA786DAD}"/>
    <dgm:cxn modelId="{B980ACE7-2695-4E98-89AA-DD9878D61A68}" type="presOf" srcId="{3267BD46-8CCB-4055-8E84-7B0AFA8A4264}" destId="{EC23D908-BBA0-4584-B5B5-DFAC1201FA3C}" srcOrd="0" destOrd="3" presId="urn:microsoft.com/office/officeart/2005/8/layout/hierarchy3"/>
    <dgm:cxn modelId="{9B2CC0F5-1C91-413F-8BE1-E5A6555E7618}" type="presOf" srcId="{194FB7F4-E753-409F-8B9E-5E11320E5E5B}" destId="{4A9B3835-C929-4339-8385-0DFE0FDD2D0B}" srcOrd="0" destOrd="2" presId="urn:microsoft.com/office/officeart/2005/8/layout/hierarchy3"/>
    <dgm:cxn modelId="{1D32E1F5-800F-436C-87B4-3CA692EBA0D7}" type="presOf" srcId="{1D6A1F3B-976E-453B-AE63-23074551C840}" destId="{D29D5C10-D374-40F0-A0BA-62006B2FB7AD}" srcOrd="0" destOrd="0" presId="urn:microsoft.com/office/officeart/2005/8/layout/hierarchy3"/>
    <dgm:cxn modelId="{20025AF6-A47F-4D28-8CB8-F13EFDC5BA93}" type="presOf" srcId="{53906F08-85E0-499C-9BF2-F8100A41C971}" destId="{98ED43C1-A1ED-4EA5-970B-AB61DE6A30F4}" srcOrd="0" destOrd="0" presId="urn:microsoft.com/office/officeart/2005/8/layout/hierarchy3"/>
    <dgm:cxn modelId="{039FC3F8-98D1-42D9-8483-1F536E15B490}" type="presOf" srcId="{059E7CAB-ECB7-4535-9D8C-326F7DE0841B}" destId="{2DC120C1-1994-4EBB-8DA1-6018C59AE32B}" srcOrd="1" destOrd="0" presId="urn:microsoft.com/office/officeart/2005/8/layout/hierarchy3"/>
    <dgm:cxn modelId="{CC86D9FA-C6D1-43FC-9734-0197EF67E98A}" type="presOf" srcId="{D50BF893-B7C8-4158-A8BE-58F5BCC2C482}" destId="{59D731D9-E5C2-4182-952C-F9E55AFBE865}" srcOrd="0" destOrd="0" presId="urn:microsoft.com/office/officeart/2005/8/layout/hierarchy3"/>
    <dgm:cxn modelId="{E7016FFD-E30F-431D-8D4A-BCBC43CAC8C1}" srcId="{158E828B-5429-446A-9A3F-D73F33AE7298}" destId="{8E3EF825-F5F9-4FBF-A6CC-617F0CE02AA9}" srcOrd="1" destOrd="0" parTransId="{AD4EEA33-7ED2-43CC-BFF0-A5A3E39B4E79}" sibTransId="{35A45687-D52B-4F9C-BE5E-799A792EFAB3}"/>
    <dgm:cxn modelId="{6A0FA1FF-3F32-4AEF-A590-39813AF6C7DD}" srcId="{158E828B-5429-446A-9A3F-D73F33AE7298}" destId="{901AE83E-E3A6-4E9D-A0B8-A53CC009A9F4}" srcOrd="2" destOrd="0" parTransId="{BB3AC0C9-B522-40DA-9B59-E33ACCB5658F}" sibTransId="{11C4709F-4DFA-4D7B-A8ED-6FBC9ED04356}"/>
    <dgm:cxn modelId="{BA06BAFF-2A73-4B93-86D6-ED691A20955F}" srcId="{2D0DD3FD-8C0E-411D-A617-AC581B7FFD58}" destId="{059E7CAB-ECB7-4535-9D8C-326F7DE0841B}" srcOrd="4" destOrd="0" parTransId="{E4F51817-7FF6-46D0-A4FB-B5F1989DE63F}" sibTransId="{CF3C288C-5F40-4F72-84E5-D760B8649984}"/>
    <dgm:cxn modelId="{12953F18-B94F-4423-9786-B165EEEA43E6}" type="presParOf" srcId="{4A6364E1-B75A-4C37-8FEC-F8DC5ED07426}" destId="{206D7F36-4D84-41FE-9DB8-D07D82423BE7}" srcOrd="0" destOrd="0" presId="urn:microsoft.com/office/officeart/2005/8/layout/hierarchy3"/>
    <dgm:cxn modelId="{A3CB27BF-34D2-449B-874C-9495CFF8B952}" type="presParOf" srcId="{206D7F36-4D84-41FE-9DB8-D07D82423BE7}" destId="{DC1E449A-6718-48A2-A840-994D6637E041}" srcOrd="0" destOrd="0" presId="urn:microsoft.com/office/officeart/2005/8/layout/hierarchy3"/>
    <dgm:cxn modelId="{C9649FEC-2F5C-4023-A510-0B22E8B1AC58}" type="presParOf" srcId="{DC1E449A-6718-48A2-A840-994D6637E041}" destId="{B01FD25F-206B-4655-9F4F-CC1DEF091467}" srcOrd="0" destOrd="0" presId="urn:microsoft.com/office/officeart/2005/8/layout/hierarchy3"/>
    <dgm:cxn modelId="{5B1B16A5-2F8F-4A6E-8C05-3C280298C8BB}" type="presParOf" srcId="{DC1E449A-6718-48A2-A840-994D6637E041}" destId="{7CE1F3C4-C001-404F-AC42-442AEF59E639}" srcOrd="1" destOrd="0" presId="urn:microsoft.com/office/officeart/2005/8/layout/hierarchy3"/>
    <dgm:cxn modelId="{B61FAAE1-9E45-4E9C-AC4B-9A0EFA7F5A6F}" type="presParOf" srcId="{206D7F36-4D84-41FE-9DB8-D07D82423BE7}" destId="{1F524C76-A25B-4BCB-829B-E8912AE4CF58}" srcOrd="1" destOrd="0" presId="urn:microsoft.com/office/officeart/2005/8/layout/hierarchy3"/>
    <dgm:cxn modelId="{D1CDED7A-EBF0-49E3-93BD-093CCB87471B}" type="presParOf" srcId="{1F524C76-A25B-4BCB-829B-E8912AE4CF58}" destId="{C6F7C72E-A4F7-408B-88ED-C5F12C7FA9E7}" srcOrd="0" destOrd="0" presId="urn:microsoft.com/office/officeart/2005/8/layout/hierarchy3"/>
    <dgm:cxn modelId="{6A6B8B08-3F7F-45FA-8C1E-5DADEEA3ACBE}" type="presParOf" srcId="{1F524C76-A25B-4BCB-829B-E8912AE4CF58}" destId="{4BD329C4-D7A2-42BB-BA4A-58ABCBE07939}" srcOrd="1" destOrd="0" presId="urn:microsoft.com/office/officeart/2005/8/layout/hierarchy3"/>
    <dgm:cxn modelId="{5E993784-3091-4154-AD09-13E8156111E7}" type="presParOf" srcId="{1F524C76-A25B-4BCB-829B-E8912AE4CF58}" destId="{4B2ABA61-FCB9-492D-A544-29EA0A74A13D}" srcOrd="2" destOrd="0" presId="urn:microsoft.com/office/officeart/2005/8/layout/hierarchy3"/>
    <dgm:cxn modelId="{C7001F4E-BFF1-43CB-B0DC-CB42930EB3DC}" type="presParOf" srcId="{1F524C76-A25B-4BCB-829B-E8912AE4CF58}" destId="{3329DA40-B3B9-4E92-9661-09343E279CE3}" srcOrd="3" destOrd="0" presId="urn:microsoft.com/office/officeart/2005/8/layout/hierarchy3"/>
    <dgm:cxn modelId="{D04DC462-DABF-4889-9B1F-9DDBD76B17BB}" type="presParOf" srcId="{1F524C76-A25B-4BCB-829B-E8912AE4CF58}" destId="{7323EDC2-AB24-4334-986A-2C37DC3798E8}" srcOrd="4" destOrd="0" presId="urn:microsoft.com/office/officeart/2005/8/layout/hierarchy3"/>
    <dgm:cxn modelId="{7E5B93FC-6B89-4D0A-850F-36635FA01231}" type="presParOf" srcId="{1F524C76-A25B-4BCB-829B-E8912AE4CF58}" destId="{786588F8-FA20-4682-A96D-5CA174C80B6C}" srcOrd="5" destOrd="0" presId="urn:microsoft.com/office/officeart/2005/8/layout/hierarchy3"/>
    <dgm:cxn modelId="{9BDCBD36-7866-48A2-B09C-746ADADE9B86}" type="presParOf" srcId="{4A6364E1-B75A-4C37-8FEC-F8DC5ED07426}" destId="{03B25F20-505A-4E4E-95ED-BA686BCC3D63}" srcOrd="1" destOrd="0" presId="urn:microsoft.com/office/officeart/2005/8/layout/hierarchy3"/>
    <dgm:cxn modelId="{B0B8C1D2-19FE-4BE3-8C64-757E42359D7F}" type="presParOf" srcId="{03B25F20-505A-4E4E-95ED-BA686BCC3D63}" destId="{8A625EFA-F2F3-4AAC-9EA3-A6862C2DD77F}" srcOrd="0" destOrd="0" presId="urn:microsoft.com/office/officeart/2005/8/layout/hierarchy3"/>
    <dgm:cxn modelId="{B9BCD878-7806-4842-8AD9-B2CC4A5B52DA}" type="presParOf" srcId="{8A625EFA-F2F3-4AAC-9EA3-A6862C2DD77F}" destId="{98ED43C1-A1ED-4EA5-970B-AB61DE6A30F4}" srcOrd="0" destOrd="0" presId="urn:microsoft.com/office/officeart/2005/8/layout/hierarchy3"/>
    <dgm:cxn modelId="{3C204D7F-0A9A-4D9F-93E0-D94D7679996C}" type="presParOf" srcId="{8A625EFA-F2F3-4AAC-9EA3-A6862C2DD77F}" destId="{4AD3C85C-1532-44C1-B79D-4530D56C5C00}" srcOrd="1" destOrd="0" presId="urn:microsoft.com/office/officeart/2005/8/layout/hierarchy3"/>
    <dgm:cxn modelId="{41A288EB-784A-4EF9-BB80-300CF483FEA7}" type="presParOf" srcId="{03B25F20-505A-4E4E-95ED-BA686BCC3D63}" destId="{D1ABFB19-8274-4926-BC7B-A6438A1338A8}" srcOrd="1" destOrd="0" presId="urn:microsoft.com/office/officeart/2005/8/layout/hierarchy3"/>
    <dgm:cxn modelId="{C9C1AA27-74AC-4005-9D62-FC77839D1AF8}" type="presParOf" srcId="{D1ABFB19-8274-4926-BC7B-A6438A1338A8}" destId="{7FC099F8-E692-4DFC-B09F-C6DB57F8D1EF}" srcOrd="0" destOrd="0" presId="urn:microsoft.com/office/officeart/2005/8/layout/hierarchy3"/>
    <dgm:cxn modelId="{55F4351A-0402-478B-AA1A-38A5568917B0}" type="presParOf" srcId="{D1ABFB19-8274-4926-BC7B-A6438A1338A8}" destId="{EC23D908-BBA0-4584-B5B5-DFAC1201FA3C}" srcOrd="1" destOrd="0" presId="urn:microsoft.com/office/officeart/2005/8/layout/hierarchy3"/>
    <dgm:cxn modelId="{5CBBD3F1-6E90-4C3F-A7D1-2A191699D97D}" type="presParOf" srcId="{D1ABFB19-8274-4926-BC7B-A6438A1338A8}" destId="{A5631CF2-FD14-4AF7-A0B4-73C37028446A}" srcOrd="2" destOrd="0" presId="urn:microsoft.com/office/officeart/2005/8/layout/hierarchy3"/>
    <dgm:cxn modelId="{20C97359-BBD9-465E-980D-0FF8588C5442}" type="presParOf" srcId="{D1ABFB19-8274-4926-BC7B-A6438A1338A8}" destId="{4A9B3835-C929-4339-8385-0DFE0FDD2D0B}" srcOrd="3" destOrd="0" presId="urn:microsoft.com/office/officeart/2005/8/layout/hierarchy3"/>
    <dgm:cxn modelId="{3BD08909-D265-4EB8-B753-892E0514EABA}" type="presParOf" srcId="{D1ABFB19-8274-4926-BC7B-A6438A1338A8}" destId="{B0CAF44A-3E92-4F79-8AA2-FB4363448B15}" srcOrd="4" destOrd="0" presId="urn:microsoft.com/office/officeart/2005/8/layout/hierarchy3"/>
    <dgm:cxn modelId="{59315895-F3D9-48C9-867A-D0779C58A9B1}" type="presParOf" srcId="{D1ABFB19-8274-4926-BC7B-A6438A1338A8}" destId="{AE6C8178-C612-46DE-90AF-EE4EC3A4ED42}" srcOrd="5" destOrd="0" presId="urn:microsoft.com/office/officeart/2005/8/layout/hierarchy3"/>
    <dgm:cxn modelId="{CE2BACF2-ECB9-4D4C-9B50-F7653EAD2D5D}" type="presParOf" srcId="{D1ABFB19-8274-4926-BC7B-A6438A1338A8}" destId="{D244769C-A843-4B4F-BBBB-C396D459789C}" srcOrd="6" destOrd="0" presId="urn:microsoft.com/office/officeart/2005/8/layout/hierarchy3"/>
    <dgm:cxn modelId="{BAFF1552-2AA7-44D7-A637-6355157433C8}" type="presParOf" srcId="{D1ABFB19-8274-4926-BC7B-A6438A1338A8}" destId="{9EC769E4-C661-4BB5-B23E-DBEAE101EFC9}" srcOrd="7" destOrd="0" presId="urn:microsoft.com/office/officeart/2005/8/layout/hierarchy3"/>
    <dgm:cxn modelId="{7D5270B4-BE21-4A11-8983-BA69A5D0CF80}" type="presParOf" srcId="{D1ABFB19-8274-4926-BC7B-A6438A1338A8}" destId="{6BFE189E-4407-439C-8F4D-B0A1AA1E6CFE}" srcOrd="8" destOrd="0" presId="urn:microsoft.com/office/officeart/2005/8/layout/hierarchy3"/>
    <dgm:cxn modelId="{E9C93906-1DA1-406A-83EB-874A875E7CFF}" type="presParOf" srcId="{D1ABFB19-8274-4926-BC7B-A6438A1338A8}" destId="{D28CC25C-520F-4F40-B6B2-22DD52919AC4}" srcOrd="9" destOrd="0" presId="urn:microsoft.com/office/officeart/2005/8/layout/hierarchy3"/>
    <dgm:cxn modelId="{E89106CB-B55C-4D81-BD9C-2625232C2F34}" type="presParOf" srcId="{D1ABFB19-8274-4926-BC7B-A6438A1338A8}" destId="{9E906DD0-EE3B-41B8-A48E-2695276BE432}" srcOrd="10" destOrd="0" presId="urn:microsoft.com/office/officeart/2005/8/layout/hierarchy3"/>
    <dgm:cxn modelId="{050FB9F6-7E64-4533-967B-0613EA846E66}" type="presParOf" srcId="{D1ABFB19-8274-4926-BC7B-A6438A1338A8}" destId="{0CB4B7F0-D14D-4422-BA2D-9465E059A4DE}" srcOrd="11" destOrd="0" presId="urn:microsoft.com/office/officeart/2005/8/layout/hierarchy3"/>
    <dgm:cxn modelId="{577ED4C4-E994-4256-B6CD-421C02E26D33}" type="presParOf" srcId="{4A6364E1-B75A-4C37-8FEC-F8DC5ED07426}" destId="{170E5E38-A296-4046-8D38-3C2E7984F2EB}" srcOrd="2" destOrd="0" presId="urn:microsoft.com/office/officeart/2005/8/layout/hierarchy3"/>
    <dgm:cxn modelId="{C68216A1-1859-4929-872B-AAAE14E12AA9}" type="presParOf" srcId="{170E5E38-A296-4046-8D38-3C2E7984F2EB}" destId="{DC90C6DE-7903-4F40-AC68-5B26FE293126}" srcOrd="0" destOrd="0" presId="urn:microsoft.com/office/officeart/2005/8/layout/hierarchy3"/>
    <dgm:cxn modelId="{38E54695-2545-4E94-B2ED-2A097FEC6D8B}" type="presParOf" srcId="{DC90C6DE-7903-4F40-AC68-5B26FE293126}" destId="{EAFF69BB-6AB2-49FC-9DAF-84777A506B28}" srcOrd="0" destOrd="0" presId="urn:microsoft.com/office/officeart/2005/8/layout/hierarchy3"/>
    <dgm:cxn modelId="{37450A52-AAEF-4819-9E49-AD5D51602314}" type="presParOf" srcId="{DC90C6DE-7903-4F40-AC68-5B26FE293126}" destId="{34E8B53D-AD58-4E5C-B162-B663F5ECB507}" srcOrd="1" destOrd="0" presId="urn:microsoft.com/office/officeart/2005/8/layout/hierarchy3"/>
    <dgm:cxn modelId="{5E66A13E-B97B-41D9-9942-9803CD3A6AE8}" type="presParOf" srcId="{170E5E38-A296-4046-8D38-3C2E7984F2EB}" destId="{5BE4B9F6-AABF-4E31-AF20-DB28156F8368}" srcOrd="1" destOrd="0" presId="urn:microsoft.com/office/officeart/2005/8/layout/hierarchy3"/>
    <dgm:cxn modelId="{3259D040-E31D-425A-95C5-CC50AC8D9551}" type="presParOf" srcId="{5BE4B9F6-AABF-4E31-AF20-DB28156F8368}" destId="{6F63E65B-4220-45F7-B306-5871D72EBE07}" srcOrd="0" destOrd="0" presId="urn:microsoft.com/office/officeart/2005/8/layout/hierarchy3"/>
    <dgm:cxn modelId="{B51D9D15-8DFF-427E-BE23-27F28917DD7F}" type="presParOf" srcId="{5BE4B9F6-AABF-4E31-AF20-DB28156F8368}" destId="{6F1FAEFF-EC53-42DD-8EB9-48C1723A822B}" srcOrd="1" destOrd="0" presId="urn:microsoft.com/office/officeart/2005/8/layout/hierarchy3"/>
    <dgm:cxn modelId="{0ADBFD26-FC98-4187-904C-3839EE68240C}" type="presParOf" srcId="{5BE4B9F6-AABF-4E31-AF20-DB28156F8368}" destId="{8D281033-49F5-481A-9642-48EBC7C5A559}" srcOrd="2" destOrd="0" presId="urn:microsoft.com/office/officeart/2005/8/layout/hierarchy3"/>
    <dgm:cxn modelId="{BF7F1A47-792C-40AB-96F0-0C8A3B4ADEAD}" type="presParOf" srcId="{5BE4B9F6-AABF-4E31-AF20-DB28156F8368}" destId="{555F9856-E171-46FC-A2BF-ED25CF3F52AE}" srcOrd="3" destOrd="0" presId="urn:microsoft.com/office/officeart/2005/8/layout/hierarchy3"/>
    <dgm:cxn modelId="{EEE023B5-3E72-4A17-AB9E-F044C2FA314D}" type="presParOf" srcId="{5BE4B9F6-AABF-4E31-AF20-DB28156F8368}" destId="{D29D5C10-D374-40F0-A0BA-62006B2FB7AD}" srcOrd="4" destOrd="0" presId="urn:microsoft.com/office/officeart/2005/8/layout/hierarchy3"/>
    <dgm:cxn modelId="{2AC8452E-1ED2-426D-BA10-42FBE3657A28}" type="presParOf" srcId="{5BE4B9F6-AABF-4E31-AF20-DB28156F8368}" destId="{E458DB63-415F-42E2-85AA-6A0DF83D6B12}" srcOrd="5" destOrd="0" presId="urn:microsoft.com/office/officeart/2005/8/layout/hierarchy3"/>
    <dgm:cxn modelId="{25073E5C-CB57-4FFB-A55E-BFFBA55CF97B}" type="presParOf" srcId="{5BE4B9F6-AABF-4E31-AF20-DB28156F8368}" destId="{7AB76228-8DA3-40C2-8928-286A074823E4}" srcOrd="6" destOrd="0" presId="urn:microsoft.com/office/officeart/2005/8/layout/hierarchy3"/>
    <dgm:cxn modelId="{7276CE9A-4DBA-4F44-9830-5A6DE0323606}" type="presParOf" srcId="{5BE4B9F6-AABF-4E31-AF20-DB28156F8368}" destId="{59D731D9-E5C2-4182-952C-F9E55AFBE865}" srcOrd="7" destOrd="0" presId="urn:microsoft.com/office/officeart/2005/8/layout/hierarchy3"/>
    <dgm:cxn modelId="{208E6713-8D86-4B68-92D5-37D9B7E9254F}" type="presParOf" srcId="{4A6364E1-B75A-4C37-8FEC-F8DC5ED07426}" destId="{167A571C-3B17-4BDE-9DD1-9DD895CC3096}" srcOrd="3" destOrd="0" presId="urn:microsoft.com/office/officeart/2005/8/layout/hierarchy3"/>
    <dgm:cxn modelId="{0CA37873-0FDF-4F9F-9A81-257BC43074EF}" type="presParOf" srcId="{167A571C-3B17-4BDE-9DD1-9DD895CC3096}" destId="{1C44BA99-35BE-4E18-B490-9111107EC370}" srcOrd="0" destOrd="0" presId="urn:microsoft.com/office/officeart/2005/8/layout/hierarchy3"/>
    <dgm:cxn modelId="{58E68E65-8832-4511-B967-8784D2BCE450}" type="presParOf" srcId="{1C44BA99-35BE-4E18-B490-9111107EC370}" destId="{A7BC9ACE-55DF-41BB-82CE-2A73B750FB7C}" srcOrd="0" destOrd="0" presId="urn:microsoft.com/office/officeart/2005/8/layout/hierarchy3"/>
    <dgm:cxn modelId="{6F49BD4A-037D-4676-B149-1FD9F05DAE55}" type="presParOf" srcId="{1C44BA99-35BE-4E18-B490-9111107EC370}" destId="{81FE8846-0DD4-49F8-846A-E5C5FEC8F582}" srcOrd="1" destOrd="0" presId="urn:microsoft.com/office/officeart/2005/8/layout/hierarchy3"/>
    <dgm:cxn modelId="{F78DF670-64A2-49E9-B190-8DC5FAA67CC5}" type="presParOf" srcId="{167A571C-3B17-4BDE-9DD1-9DD895CC3096}" destId="{506D9025-5505-4EC7-A8DE-E1F516E0BD54}" srcOrd="1" destOrd="0" presId="urn:microsoft.com/office/officeart/2005/8/layout/hierarchy3"/>
    <dgm:cxn modelId="{A3837C8F-7232-4E0D-B901-E5BEA65BEF08}" type="presParOf" srcId="{506D9025-5505-4EC7-A8DE-E1F516E0BD54}" destId="{9B4D9F7B-52C0-4C30-845F-FF55190A2E68}" srcOrd="0" destOrd="0" presId="urn:microsoft.com/office/officeart/2005/8/layout/hierarchy3"/>
    <dgm:cxn modelId="{C60766AA-047A-4046-BDC5-FDAFD4F63186}" type="presParOf" srcId="{506D9025-5505-4EC7-A8DE-E1F516E0BD54}" destId="{03D10B72-D582-4B62-84C6-56C797E8A496}" srcOrd="1" destOrd="0" presId="urn:microsoft.com/office/officeart/2005/8/layout/hierarchy3"/>
    <dgm:cxn modelId="{FB2519D1-AAAF-49B8-BAFA-C8CF346A9796}" type="presParOf" srcId="{506D9025-5505-4EC7-A8DE-E1F516E0BD54}" destId="{FC043FA3-9A57-4E0B-AD8C-82091CE66E0C}" srcOrd="2" destOrd="0" presId="urn:microsoft.com/office/officeart/2005/8/layout/hierarchy3"/>
    <dgm:cxn modelId="{B51C94C0-2CA0-40EF-8FFC-AB9EFBC7D1F0}" type="presParOf" srcId="{506D9025-5505-4EC7-A8DE-E1F516E0BD54}" destId="{2C1646D6-85BF-43C9-A662-D85C9AEE50E4}" srcOrd="3" destOrd="0" presId="urn:microsoft.com/office/officeart/2005/8/layout/hierarchy3"/>
    <dgm:cxn modelId="{3B540BA1-2ED3-414B-918B-644468F99D10}" type="presParOf" srcId="{506D9025-5505-4EC7-A8DE-E1F516E0BD54}" destId="{DEFA3177-E998-4823-B353-731818190D2E}" srcOrd="4" destOrd="0" presId="urn:microsoft.com/office/officeart/2005/8/layout/hierarchy3"/>
    <dgm:cxn modelId="{DDFACBCC-4D62-4570-98F7-B5683093606C}" type="presParOf" srcId="{506D9025-5505-4EC7-A8DE-E1F516E0BD54}" destId="{3F461E2C-91C0-44DE-B5DC-945EC1511A24}" srcOrd="5" destOrd="0" presId="urn:microsoft.com/office/officeart/2005/8/layout/hierarchy3"/>
    <dgm:cxn modelId="{05469623-0346-4AAE-B0E8-E438B0F64631}" type="presParOf" srcId="{4A6364E1-B75A-4C37-8FEC-F8DC5ED07426}" destId="{D715D4B4-556B-4D43-891F-F1CE5CCFE189}" srcOrd="4" destOrd="0" presId="urn:microsoft.com/office/officeart/2005/8/layout/hierarchy3"/>
    <dgm:cxn modelId="{34E3D398-B520-4D8D-9E0E-D142D2721707}" type="presParOf" srcId="{D715D4B4-556B-4D43-891F-F1CE5CCFE189}" destId="{3EC21892-44D9-41A0-84B5-4F1D53E09C3C}" srcOrd="0" destOrd="0" presId="urn:microsoft.com/office/officeart/2005/8/layout/hierarchy3"/>
    <dgm:cxn modelId="{8DAFBD04-2611-4609-9F54-0F96332B2519}" type="presParOf" srcId="{3EC21892-44D9-41A0-84B5-4F1D53E09C3C}" destId="{8165AA18-2B45-4208-9A35-48E5987A803C}" srcOrd="0" destOrd="0" presId="urn:microsoft.com/office/officeart/2005/8/layout/hierarchy3"/>
    <dgm:cxn modelId="{0063967F-333F-4789-A430-E286F93725C2}" type="presParOf" srcId="{3EC21892-44D9-41A0-84B5-4F1D53E09C3C}" destId="{2DC120C1-1994-4EBB-8DA1-6018C59AE32B}" srcOrd="1" destOrd="0" presId="urn:microsoft.com/office/officeart/2005/8/layout/hierarchy3"/>
    <dgm:cxn modelId="{CAD91D46-3A85-4105-9796-D6EDA98671DD}" type="presParOf" srcId="{D715D4B4-556B-4D43-891F-F1CE5CCFE189}" destId="{9E951BAD-FA38-455A-8523-8F277747EFDF}" srcOrd="1" destOrd="0" presId="urn:microsoft.com/office/officeart/2005/8/layout/hierarchy3"/>
    <dgm:cxn modelId="{06D051EA-7CD6-4588-8D2F-071263D24DDF}" type="presParOf" srcId="{9E951BAD-FA38-455A-8523-8F277747EFDF}" destId="{EE19EB5B-351A-4D22-A133-C0AA8133544E}" srcOrd="0" destOrd="0" presId="urn:microsoft.com/office/officeart/2005/8/layout/hierarchy3"/>
    <dgm:cxn modelId="{7A81386F-60C6-4835-A9B5-4865E31DDE0B}" type="presParOf" srcId="{9E951BAD-FA38-455A-8523-8F277747EFDF}" destId="{D99AD0D5-9E56-47FA-80A5-C3D4A0E15E38}" srcOrd="1" destOrd="0" presId="urn:microsoft.com/office/officeart/2005/8/layout/hierarchy3"/>
    <dgm:cxn modelId="{43F168A0-8530-40F3-B04D-F5EBBDDA5258}" type="presParOf" srcId="{9E951BAD-FA38-455A-8523-8F277747EFDF}" destId="{3F36C40B-1E51-4A55-B0EF-13C3F479E09C}" srcOrd="2" destOrd="0" presId="urn:microsoft.com/office/officeart/2005/8/layout/hierarchy3"/>
    <dgm:cxn modelId="{610A6DC9-7B92-4DF1-9143-B318786B92BB}" type="presParOf" srcId="{9E951BAD-FA38-455A-8523-8F277747EFDF}" destId="{0C79AD03-C0D2-4C3C-853D-ACD472B753C7}" srcOrd="3" destOrd="0" presId="urn:microsoft.com/office/officeart/2005/8/layout/hierarchy3"/>
    <dgm:cxn modelId="{4431FBE2-D064-40A5-930C-EAC24672E723}" type="presParOf" srcId="{9E951BAD-FA38-455A-8523-8F277747EFDF}" destId="{E73A072F-499F-48E9-A6BB-3F491DBB8C5E}" srcOrd="4" destOrd="0" presId="urn:microsoft.com/office/officeart/2005/8/layout/hierarchy3"/>
    <dgm:cxn modelId="{2F7D045F-681E-4BDD-8758-3FB9A81ED3E2}" type="presParOf" srcId="{9E951BAD-FA38-455A-8523-8F277747EFDF}" destId="{D39B5F8E-82D2-4E03-B194-A3463C969F4D}" srcOrd="5" destOrd="0" presId="urn:microsoft.com/office/officeart/2005/8/layout/hierarchy3"/>
    <dgm:cxn modelId="{185E2B6B-FCB7-48A5-98F1-4E4248092F32}" type="presParOf" srcId="{4A6364E1-B75A-4C37-8FEC-F8DC5ED07426}" destId="{3D46BE2F-46F5-4640-BF49-BE7CB092BA71}" srcOrd="5" destOrd="0" presId="urn:microsoft.com/office/officeart/2005/8/layout/hierarchy3"/>
    <dgm:cxn modelId="{60BAB227-2057-4F4D-9ABF-8A8261C5B609}" type="presParOf" srcId="{3D46BE2F-46F5-4640-BF49-BE7CB092BA71}" destId="{4E4DBA69-B419-4E85-A8EE-BA60B2193627}" srcOrd="0" destOrd="0" presId="urn:microsoft.com/office/officeart/2005/8/layout/hierarchy3"/>
    <dgm:cxn modelId="{90755BE8-A811-447C-A8A3-633C4755A340}" type="presParOf" srcId="{4E4DBA69-B419-4E85-A8EE-BA60B2193627}" destId="{1D1E1C6C-B2D7-4AD2-BBFA-FEA251570352}" srcOrd="0" destOrd="0" presId="urn:microsoft.com/office/officeart/2005/8/layout/hierarchy3"/>
    <dgm:cxn modelId="{946885B7-CD1F-4C46-B396-B371D7B9E6C0}" type="presParOf" srcId="{4E4DBA69-B419-4E85-A8EE-BA60B2193627}" destId="{B82E57A6-DFAC-4015-B6CC-BBE6EF600193}" srcOrd="1" destOrd="0" presId="urn:microsoft.com/office/officeart/2005/8/layout/hierarchy3"/>
    <dgm:cxn modelId="{E8865234-0BEB-4220-8EDE-EA8AF42E8AB4}" type="presParOf" srcId="{3D46BE2F-46F5-4640-BF49-BE7CB092BA71}" destId="{2C7467CB-6B0E-473D-A28E-48A2B8D766CF}" srcOrd="1" destOrd="0" presId="urn:microsoft.com/office/officeart/2005/8/layout/hierarchy3"/>
    <dgm:cxn modelId="{A83675F0-8E2B-4353-8F75-4562E63EF5D7}" type="presParOf" srcId="{2C7467CB-6B0E-473D-A28E-48A2B8D766CF}" destId="{E0B42694-8167-4D3C-9605-0EE079F4769B}" srcOrd="0" destOrd="0" presId="urn:microsoft.com/office/officeart/2005/8/layout/hierarchy3"/>
    <dgm:cxn modelId="{AB71C8C3-0C74-4A11-9C1E-8A39CCB21606}" type="presParOf" srcId="{2C7467CB-6B0E-473D-A28E-48A2B8D766CF}" destId="{D04B4F81-4EB8-49BC-848E-A78A4447F1E3}" srcOrd="1" destOrd="0" presId="urn:microsoft.com/office/officeart/2005/8/layout/hierarchy3"/>
    <dgm:cxn modelId="{5EC2EFFE-E648-41F4-A745-37D1751E4A1F}" type="presParOf" srcId="{2C7467CB-6B0E-473D-A28E-48A2B8D766CF}" destId="{ACC2BBF3-7866-455B-9B22-5156B38554B8}" srcOrd="2" destOrd="0" presId="urn:microsoft.com/office/officeart/2005/8/layout/hierarchy3"/>
    <dgm:cxn modelId="{828C39E2-A290-4807-A2E3-CBE3943991DE}" type="presParOf" srcId="{2C7467CB-6B0E-473D-A28E-48A2B8D766CF}" destId="{57EC63CF-EC3F-4635-B831-58F4B2DED5BD}" srcOrd="3" destOrd="0" presId="urn:microsoft.com/office/officeart/2005/8/layout/hierarchy3"/>
    <dgm:cxn modelId="{A8AC25B3-8A2F-4464-B98C-209DE50E8705}" type="presParOf" srcId="{2C7467CB-6B0E-473D-A28E-48A2B8D766CF}" destId="{FF6BF48B-8E53-40F5-A13F-3EC3534E8FD2}" srcOrd="4" destOrd="0" presId="urn:microsoft.com/office/officeart/2005/8/layout/hierarchy3"/>
    <dgm:cxn modelId="{05FC2DFE-2406-4FEB-BEEC-1C72C797AE85}" type="presParOf" srcId="{2C7467CB-6B0E-473D-A28E-48A2B8D766CF}" destId="{82C40465-2AA1-48A9-B0F8-07B03E27AFE4}" srcOrd="5" destOrd="0" presId="urn:microsoft.com/office/officeart/2005/8/layout/hierarchy3"/>
    <dgm:cxn modelId="{1A2F18C7-2F0A-4F4C-8D2D-DA021E2F3094}" type="presParOf" srcId="{2C7467CB-6B0E-473D-A28E-48A2B8D766CF}" destId="{5C678341-9067-4023-B03B-71F5801B0C0C}" srcOrd="6" destOrd="0" presId="urn:microsoft.com/office/officeart/2005/8/layout/hierarchy3"/>
    <dgm:cxn modelId="{DF81B1D5-96B6-4F70-B829-EC4AEBCBBE73}" type="presParOf" srcId="{2C7467CB-6B0E-473D-A28E-48A2B8D766CF}" destId="{36AC8868-2665-4C53-A61D-E45742122721}" srcOrd="7" destOrd="0" presId="urn:microsoft.com/office/officeart/2005/8/layout/hierarchy3"/>
    <dgm:cxn modelId="{C82DB3D0-868A-4E00-8EE1-28C0C6760DAE}" type="presParOf" srcId="{4A6364E1-B75A-4C37-8FEC-F8DC5ED07426}" destId="{6AE0FED9-8BB9-4D26-9CAB-E1B6E46130C3}" srcOrd="6" destOrd="0" presId="urn:microsoft.com/office/officeart/2005/8/layout/hierarchy3"/>
    <dgm:cxn modelId="{0E7E020A-DF56-42DA-A956-4CEAECC66269}" type="presParOf" srcId="{6AE0FED9-8BB9-4D26-9CAB-E1B6E46130C3}" destId="{664780BB-AE29-4741-9C7F-185CE586D337}" srcOrd="0" destOrd="0" presId="urn:microsoft.com/office/officeart/2005/8/layout/hierarchy3"/>
    <dgm:cxn modelId="{62DFE8D3-12DC-4637-BE17-3F8BE65BE54C}" type="presParOf" srcId="{664780BB-AE29-4741-9C7F-185CE586D337}" destId="{53FADADD-11C3-4796-8910-0C261BE8857B}" srcOrd="0" destOrd="0" presId="urn:microsoft.com/office/officeart/2005/8/layout/hierarchy3"/>
    <dgm:cxn modelId="{5A4E8190-98FD-406A-BD03-ECE032ED6243}" type="presParOf" srcId="{664780BB-AE29-4741-9C7F-185CE586D337}" destId="{DE287D61-FDD8-4148-8C72-4A3A76B0466A}" srcOrd="1" destOrd="0" presId="urn:microsoft.com/office/officeart/2005/8/layout/hierarchy3"/>
    <dgm:cxn modelId="{D83034A9-DF48-4071-9A4A-34DBC32703AD}" type="presParOf" srcId="{6AE0FED9-8BB9-4D26-9CAB-E1B6E46130C3}" destId="{79AB97CF-A29B-450F-91F5-BD6D7041D7F3}" srcOrd="1" destOrd="0" presId="urn:microsoft.com/office/officeart/2005/8/layout/hierarchy3"/>
    <dgm:cxn modelId="{DCBC6C28-CEFA-4B2F-8D62-5402956E1D1D}" type="presParOf" srcId="{79AB97CF-A29B-450F-91F5-BD6D7041D7F3}" destId="{02B9D1E8-4BAE-45E2-898C-9A76F733007D}" srcOrd="0" destOrd="0" presId="urn:microsoft.com/office/officeart/2005/8/layout/hierarchy3"/>
    <dgm:cxn modelId="{E1A5D6BA-AD69-452D-80FD-86E3EBB131C8}" type="presParOf" srcId="{79AB97CF-A29B-450F-91F5-BD6D7041D7F3}" destId="{5F990CD7-D2E9-497A-9167-421BB9A530F5}" srcOrd="1" destOrd="0" presId="urn:microsoft.com/office/officeart/2005/8/layout/hierarchy3"/>
    <dgm:cxn modelId="{8F3F410C-A216-4DCD-9A6C-D46CC90DE5DD}" type="presParOf" srcId="{79AB97CF-A29B-450F-91F5-BD6D7041D7F3}" destId="{3F2ECA1E-6F36-44B8-A794-BB297763D2F1}" srcOrd="2" destOrd="0" presId="urn:microsoft.com/office/officeart/2005/8/layout/hierarchy3"/>
    <dgm:cxn modelId="{1848FBF9-BD5C-4CA4-A6CF-F8622F7B9E25}" type="presParOf" srcId="{79AB97CF-A29B-450F-91F5-BD6D7041D7F3}" destId="{9EF578E8-AE22-4BE5-9EEB-5EFBFFAD1589}" srcOrd="3" destOrd="0" presId="urn:microsoft.com/office/officeart/2005/8/layout/hierarchy3"/>
    <dgm:cxn modelId="{865A4920-981E-48C9-A106-5B76D58AF792}" type="presParOf" srcId="{79AB97CF-A29B-450F-91F5-BD6D7041D7F3}" destId="{1DED3134-1789-4308-8991-9983BEEF75D3}" srcOrd="4" destOrd="0" presId="urn:microsoft.com/office/officeart/2005/8/layout/hierarchy3"/>
    <dgm:cxn modelId="{4BBB722A-5F32-4C25-B2DB-E4BD9762A088}" type="presParOf" srcId="{79AB97CF-A29B-450F-91F5-BD6D7041D7F3}" destId="{E51E683E-8124-4277-A992-D9623EA34500}" srcOrd="5" destOrd="0" presId="urn:microsoft.com/office/officeart/2005/8/layout/hierarchy3"/>
    <dgm:cxn modelId="{3477024C-8A03-4956-91F2-49FD9D37119C}" type="presParOf" srcId="{79AB97CF-A29B-450F-91F5-BD6D7041D7F3}" destId="{B0DA90AE-671A-4012-AEF0-C3B688C9B468}" srcOrd="6" destOrd="0" presId="urn:microsoft.com/office/officeart/2005/8/layout/hierarchy3"/>
    <dgm:cxn modelId="{EFF4DCD7-452B-488D-89CF-6D7CF2BCE42F}" type="presParOf" srcId="{79AB97CF-A29B-450F-91F5-BD6D7041D7F3}" destId="{027CB71C-720A-48EB-818D-74B7C477EFD6}" srcOrd="7" destOrd="0" presId="urn:microsoft.com/office/officeart/2005/8/layout/hierarchy3"/>
    <dgm:cxn modelId="{13CA2CF1-8F85-41A5-816C-F0F1C4DF1C71}" type="presParOf" srcId="{79AB97CF-A29B-450F-91F5-BD6D7041D7F3}" destId="{935B6AD8-9816-42B3-964D-6F98E1705151}" srcOrd="8" destOrd="0" presId="urn:microsoft.com/office/officeart/2005/8/layout/hierarchy3"/>
    <dgm:cxn modelId="{B11CA73C-3DEC-4B5B-9827-7A0390538B50}" type="presParOf" srcId="{79AB97CF-A29B-450F-91F5-BD6D7041D7F3}" destId="{95EDDCB4-8E69-42F2-BFF0-BF3DF44D1F85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A0DCB7-F8D8-479C-994E-1B67D53C5796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D580EC3-7F4A-4EF5-86CD-A65D5BE78FB1}">
      <dgm:prSet phldrT="[Text]" custT="1"/>
      <dgm:spPr/>
      <dgm:t>
        <a:bodyPr/>
        <a:lstStyle/>
        <a:p>
          <a:pPr>
            <a:buNone/>
          </a:pPr>
          <a:r>
            <a:rPr lang="en-IN" sz="1200" b="1"/>
            <a:t>1. Purpose</a:t>
          </a:r>
          <a:endParaRPr lang="en-IN" sz="1200"/>
        </a:p>
      </dgm:t>
    </dgm:pt>
    <dgm:pt modelId="{D7E6B2B4-5A5C-4177-B05C-0D6501135D4D}" type="parTrans" cxnId="{CAAF51AD-30A4-4643-A08E-C9F1C0DB3AD4}">
      <dgm:prSet/>
      <dgm:spPr/>
      <dgm:t>
        <a:bodyPr/>
        <a:lstStyle/>
        <a:p>
          <a:endParaRPr lang="en-IN"/>
        </a:p>
      </dgm:t>
    </dgm:pt>
    <dgm:pt modelId="{0173DAB9-4A92-4F7D-976D-236F50A1F8FA}" type="sibTrans" cxnId="{CAAF51AD-30A4-4643-A08E-C9F1C0DB3AD4}">
      <dgm:prSet/>
      <dgm:spPr/>
      <dgm:t>
        <a:bodyPr/>
        <a:lstStyle/>
        <a:p>
          <a:endParaRPr lang="en-IN"/>
        </a:p>
      </dgm:t>
    </dgm:pt>
    <dgm:pt modelId="{2B2A4DC0-71D0-4CA4-9E79-D0C4B008DA02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Define the standard steps to perform </a:t>
          </a:r>
          <a:r>
            <a:rPr lang="en-IN" sz="1200" b="1"/>
            <a:t>[process]</a:t>
          </a:r>
          <a:r>
            <a:rPr lang="en-IN" sz="1200"/>
            <a:t> safely, ensuring quality, time, and cost targets.</a:t>
          </a:r>
          <a:endParaRPr lang="en-IN" sz="1200" dirty="0"/>
        </a:p>
      </dgm:t>
    </dgm:pt>
    <dgm:pt modelId="{D7F1CA50-0942-458C-8AAE-CEECD9E4D9EE}" type="parTrans" cxnId="{DE88B7A1-1EE5-4EEA-8E63-A218F51BB272}">
      <dgm:prSet/>
      <dgm:spPr/>
      <dgm:t>
        <a:bodyPr/>
        <a:lstStyle/>
        <a:p>
          <a:endParaRPr lang="en-IN" sz="1200"/>
        </a:p>
      </dgm:t>
    </dgm:pt>
    <dgm:pt modelId="{6613121B-E144-4C05-AB11-F61CEAB4AE06}" type="sibTrans" cxnId="{DE88B7A1-1EE5-4EEA-8E63-A218F51BB272}">
      <dgm:prSet/>
      <dgm:spPr/>
      <dgm:t>
        <a:bodyPr/>
        <a:lstStyle/>
        <a:p>
          <a:endParaRPr lang="en-IN"/>
        </a:p>
      </dgm:t>
    </dgm:pt>
    <dgm:pt modelId="{65802819-DE35-4968-AEB0-C6A1989E329C}">
      <dgm:prSet custT="1"/>
      <dgm:spPr/>
      <dgm:t>
        <a:bodyPr/>
        <a:lstStyle/>
        <a:p>
          <a:pPr>
            <a:buNone/>
          </a:pPr>
          <a:r>
            <a:rPr lang="en-IN" sz="1200" b="1"/>
            <a:t>2. Scope</a:t>
          </a:r>
          <a:endParaRPr lang="en-IN" sz="1200"/>
        </a:p>
      </dgm:t>
    </dgm:pt>
    <dgm:pt modelId="{B56480C4-AAF9-4A00-85CF-EE56A39FE2D3}" type="parTrans" cxnId="{91737892-5F08-4218-9312-EE6047D3000D}">
      <dgm:prSet/>
      <dgm:spPr/>
      <dgm:t>
        <a:bodyPr/>
        <a:lstStyle/>
        <a:p>
          <a:endParaRPr lang="en-IN"/>
        </a:p>
      </dgm:t>
    </dgm:pt>
    <dgm:pt modelId="{A7635653-3323-43EC-A646-EB82EB9AE591}" type="sibTrans" cxnId="{91737892-5F08-4218-9312-EE6047D3000D}">
      <dgm:prSet/>
      <dgm:spPr/>
      <dgm:t>
        <a:bodyPr/>
        <a:lstStyle/>
        <a:p>
          <a:endParaRPr lang="en-IN"/>
        </a:p>
      </dgm:t>
    </dgm:pt>
    <dgm:pt modelId="{327B004E-77C5-43E8-8DF2-5EAC55B6479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Applies to: [lines, shifts, SKUs]</a:t>
          </a:r>
          <a:endParaRPr lang="en-IN" sz="1200" dirty="0"/>
        </a:p>
      </dgm:t>
    </dgm:pt>
    <dgm:pt modelId="{BE9A8B53-71EF-4BEA-9FAB-45F15E029B35}" type="parTrans" cxnId="{B3765C0C-2A81-432A-B950-11869751FBB6}">
      <dgm:prSet/>
      <dgm:spPr/>
      <dgm:t>
        <a:bodyPr/>
        <a:lstStyle/>
        <a:p>
          <a:endParaRPr lang="en-IN" sz="1200"/>
        </a:p>
      </dgm:t>
    </dgm:pt>
    <dgm:pt modelId="{2266FE05-AB46-4061-9B94-9F04288D6ABC}" type="sibTrans" cxnId="{B3765C0C-2A81-432A-B950-11869751FBB6}">
      <dgm:prSet/>
      <dgm:spPr/>
      <dgm:t>
        <a:bodyPr/>
        <a:lstStyle/>
        <a:p>
          <a:endParaRPr lang="en-IN"/>
        </a:p>
      </dgm:t>
    </dgm:pt>
    <dgm:pt modelId="{6B6D028D-BD6F-4949-898B-EAAB23F01E0D}">
      <dgm:prSet custT="1"/>
      <dgm:spPr/>
      <dgm:t>
        <a:bodyPr/>
        <a:lstStyle/>
        <a:p>
          <a:pPr>
            <a:buNone/>
          </a:pPr>
          <a:r>
            <a:rPr lang="en-IN" sz="1200" b="1"/>
            <a:t>3. References</a:t>
          </a:r>
          <a:endParaRPr lang="en-IN" sz="1200"/>
        </a:p>
      </dgm:t>
    </dgm:pt>
    <dgm:pt modelId="{2618102B-74A6-4927-B802-D65A1997C99E}" type="parTrans" cxnId="{6442644B-3F17-46AE-AD70-FBB7F3471D48}">
      <dgm:prSet/>
      <dgm:spPr/>
      <dgm:t>
        <a:bodyPr/>
        <a:lstStyle/>
        <a:p>
          <a:endParaRPr lang="en-IN"/>
        </a:p>
      </dgm:t>
    </dgm:pt>
    <dgm:pt modelId="{6D180941-2741-4010-B311-EF176478C080}" type="sibTrans" cxnId="{6442644B-3F17-46AE-AD70-FBB7F3471D48}">
      <dgm:prSet/>
      <dgm:spPr/>
      <dgm:t>
        <a:bodyPr/>
        <a:lstStyle/>
        <a:p>
          <a:endParaRPr lang="en-IN"/>
        </a:p>
      </dgm:t>
    </dgm:pt>
    <dgm:pt modelId="{073B1DED-5EFB-4D49-B1E1-C0D02782B40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Work Instruction [ID]</a:t>
          </a:r>
        </a:p>
      </dgm:t>
    </dgm:pt>
    <dgm:pt modelId="{90E2A669-CF19-4B92-ACE4-2A19BB25D49D}" type="parTrans" cxnId="{E40AED53-9E66-432E-BF07-DE3D2E80EDE7}">
      <dgm:prSet/>
      <dgm:spPr/>
      <dgm:t>
        <a:bodyPr/>
        <a:lstStyle/>
        <a:p>
          <a:endParaRPr lang="en-IN" sz="1200"/>
        </a:p>
      </dgm:t>
    </dgm:pt>
    <dgm:pt modelId="{29A59A58-5FE6-430B-BF5F-521B42707E14}" type="sibTrans" cxnId="{E40AED53-9E66-432E-BF07-DE3D2E80EDE7}">
      <dgm:prSet/>
      <dgm:spPr/>
      <dgm:t>
        <a:bodyPr/>
        <a:lstStyle/>
        <a:p>
          <a:endParaRPr lang="en-IN"/>
        </a:p>
      </dgm:t>
    </dgm:pt>
    <dgm:pt modelId="{60FCF9D0-1D82-4A96-BB78-AB9E5322CFD2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Safety Standard [ID]</a:t>
          </a:r>
        </a:p>
      </dgm:t>
    </dgm:pt>
    <dgm:pt modelId="{EEAFCFBC-6A08-4BD0-BA38-35AE725E1F51}" type="parTrans" cxnId="{F038B0B2-E5B5-4F63-B301-1647C2B6EEF3}">
      <dgm:prSet/>
      <dgm:spPr/>
      <dgm:t>
        <a:bodyPr/>
        <a:lstStyle/>
        <a:p>
          <a:endParaRPr lang="en-IN" sz="1200"/>
        </a:p>
      </dgm:t>
    </dgm:pt>
    <dgm:pt modelId="{0627DE50-4890-431C-949E-E2589EE11E5B}" type="sibTrans" cxnId="{F038B0B2-E5B5-4F63-B301-1647C2B6EEF3}">
      <dgm:prSet/>
      <dgm:spPr/>
      <dgm:t>
        <a:bodyPr/>
        <a:lstStyle/>
        <a:p>
          <a:endParaRPr lang="en-IN"/>
        </a:p>
      </dgm:t>
    </dgm:pt>
    <dgm:pt modelId="{082A4510-BE08-4887-8FC2-DE2133C2EBA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Quality Specification [ID]</a:t>
          </a:r>
          <a:endParaRPr lang="en-IN" sz="1200" dirty="0"/>
        </a:p>
      </dgm:t>
    </dgm:pt>
    <dgm:pt modelId="{5233D802-7AB9-4E34-B8DF-E49A0D1D4365}" type="parTrans" cxnId="{D5D70C82-E503-4745-BCEB-2F519562386E}">
      <dgm:prSet/>
      <dgm:spPr/>
      <dgm:t>
        <a:bodyPr/>
        <a:lstStyle/>
        <a:p>
          <a:endParaRPr lang="en-IN" sz="1200"/>
        </a:p>
      </dgm:t>
    </dgm:pt>
    <dgm:pt modelId="{3B42C470-C252-4CC3-B257-ABE4C519ABC3}" type="sibTrans" cxnId="{D5D70C82-E503-4745-BCEB-2F519562386E}">
      <dgm:prSet/>
      <dgm:spPr/>
      <dgm:t>
        <a:bodyPr/>
        <a:lstStyle/>
        <a:p>
          <a:endParaRPr lang="en-IN"/>
        </a:p>
      </dgm:t>
    </dgm:pt>
    <dgm:pt modelId="{70854C93-C36D-4FB1-934E-B4D2F6F0220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Regulatory reference (e.g., FSMA / HACCP)</a:t>
          </a:r>
          <a:endParaRPr lang="en-IN" sz="1200" dirty="0"/>
        </a:p>
      </dgm:t>
    </dgm:pt>
    <dgm:pt modelId="{99F59536-6CA2-41AB-92C3-9E18A530EC8C}" type="parTrans" cxnId="{D31716A3-D7A1-4FA7-908F-F3A208BFBA9B}">
      <dgm:prSet/>
      <dgm:spPr/>
      <dgm:t>
        <a:bodyPr/>
        <a:lstStyle/>
        <a:p>
          <a:endParaRPr lang="en-IN" sz="1200"/>
        </a:p>
      </dgm:t>
    </dgm:pt>
    <dgm:pt modelId="{D413405A-9F1B-4ADA-9924-2E438744F69F}" type="sibTrans" cxnId="{D31716A3-D7A1-4FA7-908F-F3A208BFBA9B}">
      <dgm:prSet/>
      <dgm:spPr/>
      <dgm:t>
        <a:bodyPr/>
        <a:lstStyle/>
        <a:p>
          <a:endParaRPr lang="en-IN"/>
        </a:p>
      </dgm:t>
    </dgm:pt>
    <dgm:pt modelId="{44101AD7-86D7-46ED-B1F1-E94598DCF594}">
      <dgm:prSet custT="1"/>
      <dgm:spPr/>
      <dgm:t>
        <a:bodyPr/>
        <a:lstStyle/>
        <a:p>
          <a:pPr>
            <a:buNone/>
          </a:pPr>
          <a:r>
            <a:rPr lang="en-IN" sz="1200" b="1"/>
            <a:t>4. Roles &amp; Responsibilities</a:t>
          </a:r>
          <a:endParaRPr lang="en-IN" sz="1200"/>
        </a:p>
      </dgm:t>
    </dgm:pt>
    <dgm:pt modelId="{1994DC4F-D81A-4875-8833-075B5BBEB545}" type="parTrans" cxnId="{E2437313-4468-4712-B537-C979BB7F9A5C}">
      <dgm:prSet/>
      <dgm:spPr/>
      <dgm:t>
        <a:bodyPr/>
        <a:lstStyle/>
        <a:p>
          <a:endParaRPr lang="en-IN"/>
        </a:p>
      </dgm:t>
    </dgm:pt>
    <dgm:pt modelId="{5DFB9358-6DD3-4182-A056-1DD9D47A2615}" type="sibTrans" cxnId="{E2437313-4468-4712-B537-C979BB7F9A5C}">
      <dgm:prSet/>
      <dgm:spPr/>
      <dgm:t>
        <a:bodyPr/>
        <a:lstStyle/>
        <a:p>
          <a:endParaRPr lang="en-IN"/>
        </a:p>
      </dgm:t>
    </dgm:pt>
    <dgm:pt modelId="{BDD3D3E8-4F98-4D9B-A483-A88ED2DCFFD9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Operator: [ ]</a:t>
          </a:r>
        </a:p>
      </dgm:t>
    </dgm:pt>
    <dgm:pt modelId="{81F5A1C2-0BF5-4C95-A8B2-D59591D7AE11}" type="parTrans" cxnId="{F7198C8C-D0F4-4465-92C1-8B60F5B9629F}">
      <dgm:prSet/>
      <dgm:spPr/>
      <dgm:t>
        <a:bodyPr/>
        <a:lstStyle/>
        <a:p>
          <a:endParaRPr lang="en-IN" sz="1200"/>
        </a:p>
      </dgm:t>
    </dgm:pt>
    <dgm:pt modelId="{EBAC60A8-1B6B-434C-A7BC-AC6027ECC8E4}" type="sibTrans" cxnId="{F7198C8C-D0F4-4465-92C1-8B60F5B9629F}">
      <dgm:prSet/>
      <dgm:spPr/>
      <dgm:t>
        <a:bodyPr/>
        <a:lstStyle/>
        <a:p>
          <a:endParaRPr lang="en-IN"/>
        </a:p>
      </dgm:t>
    </dgm:pt>
    <dgm:pt modelId="{F966CC27-56D1-4D71-A6E3-1579C3D7782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Line Lead: [ ]</a:t>
          </a:r>
        </a:p>
      </dgm:t>
    </dgm:pt>
    <dgm:pt modelId="{234ED0BF-0060-402A-A1F7-33A5DA765AAB}" type="parTrans" cxnId="{B77C5487-73A6-4DEC-BEE1-872E72B22A2D}">
      <dgm:prSet/>
      <dgm:spPr/>
      <dgm:t>
        <a:bodyPr/>
        <a:lstStyle/>
        <a:p>
          <a:endParaRPr lang="en-IN" sz="1200"/>
        </a:p>
      </dgm:t>
    </dgm:pt>
    <dgm:pt modelId="{A711404B-4248-4643-BCD3-82DE7F52DFD5}" type="sibTrans" cxnId="{B77C5487-73A6-4DEC-BEE1-872E72B22A2D}">
      <dgm:prSet/>
      <dgm:spPr/>
      <dgm:t>
        <a:bodyPr/>
        <a:lstStyle/>
        <a:p>
          <a:endParaRPr lang="en-IN"/>
        </a:p>
      </dgm:t>
    </dgm:pt>
    <dgm:pt modelId="{6C48A649-EA11-401F-BB81-9354879E2AE9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QA: [ ]</a:t>
          </a:r>
        </a:p>
      </dgm:t>
    </dgm:pt>
    <dgm:pt modelId="{78084CA0-B321-478A-9B62-DADD23F42894}" type="parTrans" cxnId="{034226A4-10C4-405F-966D-7655707E7A22}">
      <dgm:prSet/>
      <dgm:spPr/>
      <dgm:t>
        <a:bodyPr/>
        <a:lstStyle/>
        <a:p>
          <a:endParaRPr lang="en-IN" sz="1200"/>
        </a:p>
      </dgm:t>
    </dgm:pt>
    <dgm:pt modelId="{F9D632D5-EBDE-4DFA-ADEC-1AA1F252E4EC}" type="sibTrans" cxnId="{034226A4-10C4-405F-966D-7655707E7A22}">
      <dgm:prSet/>
      <dgm:spPr/>
      <dgm:t>
        <a:bodyPr/>
        <a:lstStyle/>
        <a:p>
          <a:endParaRPr lang="en-IN"/>
        </a:p>
      </dgm:t>
    </dgm:pt>
    <dgm:pt modelId="{4A2F7613-8505-4B9B-8D44-A1D8926F7880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Maintenance: [ ]</a:t>
          </a:r>
        </a:p>
      </dgm:t>
    </dgm:pt>
    <dgm:pt modelId="{DD913390-E782-4464-9578-7C99B7228947}" type="parTrans" cxnId="{EA7A1999-FD7B-4106-BE73-3EA9C0145B04}">
      <dgm:prSet/>
      <dgm:spPr/>
      <dgm:t>
        <a:bodyPr/>
        <a:lstStyle/>
        <a:p>
          <a:endParaRPr lang="en-IN" sz="1200"/>
        </a:p>
      </dgm:t>
    </dgm:pt>
    <dgm:pt modelId="{E243832D-D401-466A-B482-85FD0E625B3C}" type="sibTrans" cxnId="{EA7A1999-FD7B-4106-BE73-3EA9C0145B04}">
      <dgm:prSet/>
      <dgm:spPr/>
      <dgm:t>
        <a:bodyPr/>
        <a:lstStyle/>
        <a:p>
          <a:endParaRPr lang="en-IN"/>
        </a:p>
      </dgm:t>
    </dgm:pt>
    <dgm:pt modelId="{D32FA386-1B6F-4D66-94C7-6C49BDD715E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Planner: [ ]</a:t>
          </a:r>
        </a:p>
      </dgm:t>
    </dgm:pt>
    <dgm:pt modelId="{DCD1CFFD-404C-46B0-9554-7047BF538163}" type="parTrans" cxnId="{370B534E-67A6-49E1-8AAD-85A5508D0532}">
      <dgm:prSet/>
      <dgm:spPr/>
      <dgm:t>
        <a:bodyPr/>
        <a:lstStyle/>
        <a:p>
          <a:endParaRPr lang="en-IN" sz="1200"/>
        </a:p>
      </dgm:t>
    </dgm:pt>
    <dgm:pt modelId="{44B9104B-C453-485C-9518-43111743BA25}" type="sibTrans" cxnId="{370B534E-67A6-49E1-8AAD-85A5508D0532}">
      <dgm:prSet/>
      <dgm:spPr/>
      <dgm:t>
        <a:bodyPr/>
        <a:lstStyle/>
        <a:p>
          <a:endParaRPr lang="en-IN"/>
        </a:p>
      </dgm:t>
    </dgm:pt>
    <dgm:pt modelId="{F1D5E388-FE4C-434D-8A59-AC1CF602EA04}">
      <dgm:prSet custT="1"/>
      <dgm:spPr/>
      <dgm:t>
        <a:bodyPr/>
        <a:lstStyle/>
        <a:p>
          <a:pPr>
            <a:buNone/>
          </a:pPr>
          <a:r>
            <a:rPr lang="en-IN" sz="1200" b="1"/>
            <a:t>5. Definitions</a:t>
          </a:r>
          <a:endParaRPr lang="en-IN" sz="1200"/>
        </a:p>
      </dgm:t>
    </dgm:pt>
    <dgm:pt modelId="{10651F36-4DB1-46DF-A2F9-4CEAC6F0E348}" type="parTrans" cxnId="{5EEF5C42-0DCC-413E-8EC7-11B500BDF6E3}">
      <dgm:prSet/>
      <dgm:spPr/>
      <dgm:t>
        <a:bodyPr/>
        <a:lstStyle/>
        <a:p>
          <a:endParaRPr lang="en-IN"/>
        </a:p>
      </dgm:t>
    </dgm:pt>
    <dgm:pt modelId="{90E9B93F-84C7-4008-AD84-D181735298A7}" type="sibTrans" cxnId="{5EEF5C42-0DCC-413E-8EC7-11B500BDF6E3}">
      <dgm:prSet/>
      <dgm:spPr/>
      <dgm:t>
        <a:bodyPr/>
        <a:lstStyle/>
        <a:p>
          <a:endParaRPr lang="en-IN"/>
        </a:p>
      </dgm:t>
    </dgm:pt>
    <dgm:pt modelId="{AB2C4A5A-2AE0-4073-9F25-F84126AC1805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 dirty="0"/>
            <a:t>SMED</a:t>
          </a:r>
        </a:p>
      </dgm:t>
    </dgm:pt>
    <dgm:pt modelId="{56042748-9062-4DBC-93E4-13B649E6D3AD}" type="parTrans" cxnId="{72EC5F5E-E1A4-471C-A8DA-605717BF5BD0}">
      <dgm:prSet/>
      <dgm:spPr/>
      <dgm:t>
        <a:bodyPr/>
        <a:lstStyle/>
        <a:p>
          <a:endParaRPr lang="en-IN" sz="1200"/>
        </a:p>
      </dgm:t>
    </dgm:pt>
    <dgm:pt modelId="{A979DBB4-8E00-4199-A3A6-CB40B9006608}" type="sibTrans" cxnId="{72EC5F5E-E1A4-471C-A8DA-605717BF5BD0}">
      <dgm:prSet/>
      <dgm:spPr/>
      <dgm:t>
        <a:bodyPr/>
        <a:lstStyle/>
        <a:p>
          <a:endParaRPr lang="en-IN"/>
        </a:p>
      </dgm:t>
    </dgm:pt>
    <dgm:pt modelId="{5D685E41-832D-49AD-BA4B-6B3E2EE48E87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OEE</a:t>
          </a:r>
        </a:p>
      </dgm:t>
    </dgm:pt>
    <dgm:pt modelId="{91CF781F-19F6-4792-B709-7A6EB037B0E6}" type="parTrans" cxnId="{A9112035-C3FF-4FF6-AD96-CB0EFEA721AC}">
      <dgm:prSet/>
      <dgm:spPr/>
      <dgm:t>
        <a:bodyPr/>
        <a:lstStyle/>
        <a:p>
          <a:endParaRPr lang="en-IN" sz="1200"/>
        </a:p>
      </dgm:t>
    </dgm:pt>
    <dgm:pt modelId="{E924A1B2-AE2A-4BAE-9E07-A0457F09E4F1}" type="sibTrans" cxnId="{A9112035-C3FF-4FF6-AD96-CB0EFEA721AC}">
      <dgm:prSet/>
      <dgm:spPr/>
      <dgm:t>
        <a:bodyPr/>
        <a:lstStyle/>
        <a:p>
          <a:endParaRPr lang="en-IN"/>
        </a:p>
      </dgm:t>
    </dgm:pt>
    <dgm:pt modelId="{6C315D2D-32C0-474E-BD8C-2D584ED3D7F8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FTR</a:t>
          </a:r>
          <a:endParaRPr lang="en-IN" sz="1200" dirty="0"/>
        </a:p>
      </dgm:t>
    </dgm:pt>
    <dgm:pt modelId="{D319208B-40C1-48A7-83AF-FEBC015CB8BF}" type="parTrans" cxnId="{62285E12-E346-499F-B9B8-F6845EB47D96}">
      <dgm:prSet/>
      <dgm:spPr/>
      <dgm:t>
        <a:bodyPr/>
        <a:lstStyle/>
        <a:p>
          <a:endParaRPr lang="en-IN" sz="1200"/>
        </a:p>
      </dgm:t>
    </dgm:pt>
    <dgm:pt modelId="{4C1D193A-EFE8-42B7-BEC0-12678B3576B8}" type="sibTrans" cxnId="{62285E12-E346-499F-B9B8-F6845EB47D96}">
      <dgm:prSet/>
      <dgm:spPr/>
      <dgm:t>
        <a:bodyPr/>
        <a:lstStyle/>
        <a:p>
          <a:endParaRPr lang="en-IN"/>
        </a:p>
      </dgm:t>
    </dgm:pt>
    <dgm:pt modelId="{B9E2A84E-460C-4C75-A655-CFE9595E762F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C/O</a:t>
          </a:r>
        </a:p>
      </dgm:t>
    </dgm:pt>
    <dgm:pt modelId="{19959036-FD90-4D1B-8C31-0236376D1649}" type="parTrans" cxnId="{BCEB42FD-43FE-4900-9987-8DE202280D39}">
      <dgm:prSet/>
      <dgm:spPr/>
      <dgm:t>
        <a:bodyPr/>
        <a:lstStyle/>
        <a:p>
          <a:endParaRPr lang="en-IN" sz="1200"/>
        </a:p>
      </dgm:t>
    </dgm:pt>
    <dgm:pt modelId="{6A2B9B29-E9B6-4DF1-934D-17CC5781DABB}" type="sibTrans" cxnId="{BCEB42FD-43FE-4900-9987-8DE202280D39}">
      <dgm:prSet/>
      <dgm:spPr/>
      <dgm:t>
        <a:bodyPr/>
        <a:lstStyle/>
        <a:p>
          <a:endParaRPr lang="en-IN"/>
        </a:p>
      </dgm:t>
    </dgm:pt>
    <dgm:pt modelId="{554EF329-1878-492D-9F28-5F3FCC5637E2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[Any others]</a:t>
          </a:r>
        </a:p>
      </dgm:t>
    </dgm:pt>
    <dgm:pt modelId="{E93C9A2F-BF17-436C-937E-59CC924388CE}" type="parTrans" cxnId="{C9228615-0F66-4A0B-A4B9-2ED488E05A6C}">
      <dgm:prSet/>
      <dgm:spPr/>
      <dgm:t>
        <a:bodyPr/>
        <a:lstStyle/>
        <a:p>
          <a:endParaRPr lang="en-IN" sz="1200"/>
        </a:p>
      </dgm:t>
    </dgm:pt>
    <dgm:pt modelId="{A9944214-466E-4B34-9A06-0EE02581BB52}" type="sibTrans" cxnId="{C9228615-0F66-4A0B-A4B9-2ED488E05A6C}">
      <dgm:prSet/>
      <dgm:spPr/>
      <dgm:t>
        <a:bodyPr/>
        <a:lstStyle/>
        <a:p>
          <a:endParaRPr lang="en-IN"/>
        </a:p>
      </dgm:t>
    </dgm:pt>
    <dgm:pt modelId="{46C5CF07-A725-4FEF-99A3-16AB3B53B791}">
      <dgm:prSet custT="1"/>
      <dgm:spPr/>
      <dgm:t>
        <a:bodyPr/>
        <a:lstStyle/>
        <a:p>
          <a:pPr>
            <a:buNone/>
          </a:pPr>
          <a:r>
            <a:rPr lang="en-IN" sz="1200" b="1"/>
            <a:t>6. Materials &amp; Tools</a:t>
          </a:r>
          <a:endParaRPr lang="en-IN" sz="1200"/>
        </a:p>
      </dgm:t>
    </dgm:pt>
    <dgm:pt modelId="{DEC6F2DD-66CE-4FFB-B3F9-90CDB5DD7F7B}" type="parTrans" cxnId="{1C24D55B-1940-4311-8F44-4DAAC6A6D975}">
      <dgm:prSet/>
      <dgm:spPr/>
      <dgm:t>
        <a:bodyPr/>
        <a:lstStyle/>
        <a:p>
          <a:endParaRPr lang="en-IN"/>
        </a:p>
      </dgm:t>
    </dgm:pt>
    <dgm:pt modelId="{C56201D9-95C6-4644-9E00-1400AC3CF01E}" type="sibTrans" cxnId="{1C24D55B-1940-4311-8F44-4DAAC6A6D975}">
      <dgm:prSet/>
      <dgm:spPr/>
      <dgm:t>
        <a:bodyPr/>
        <a:lstStyle/>
        <a:p>
          <a:endParaRPr lang="en-IN"/>
        </a:p>
      </dgm:t>
    </dgm:pt>
    <dgm:pt modelId="{38C4623D-2989-4FE6-8A39-9A01D5129B01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[List required materials]</a:t>
          </a:r>
        </a:p>
      </dgm:t>
    </dgm:pt>
    <dgm:pt modelId="{2F17D9EB-EE6A-4C94-BFC6-E343E61E9400}" type="parTrans" cxnId="{9FCD3FB8-F611-4B03-BAE0-AF8DC35AEFC5}">
      <dgm:prSet/>
      <dgm:spPr/>
      <dgm:t>
        <a:bodyPr/>
        <a:lstStyle/>
        <a:p>
          <a:endParaRPr lang="en-IN" sz="1200"/>
        </a:p>
      </dgm:t>
    </dgm:pt>
    <dgm:pt modelId="{9EA9E4E4-C151-4057-BEA9-FB83C2C6C8E2}" type="sibTrans" cxnId="{9FCD3FB8-F611-4B03-BAE0-AF8DC35AEFC5}">
      <dgm:prSet/>
      <dgm:spPr/>
      <dgm:t>
        <a:bodyPr/>
        <a:lstStyle/>
        <a:p>
          <a:endParaRPr lang="en-IN"/>
        </a:p>
      </dgm:t>
    </dgm:pt>
    <dgm:pt modelId="{15E9275F-A0E6-4845-805A-C1A3BA55018C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[List required tools]</a:t>
          </a:r>
        </a:p>
      </dgm:t>
    </dgm:pt>
    <dgm:pt modelId="{8815B905-79E1-4D40-9B4E-386624A0ED2B}" type="parTrans" cxnId="{7710BFFE-8534-486C-8109-B55DED01242A}">
      <dgm:prSet/>
      <dgm:spPr/>
      <dgm:t>
        <a:bodyPr/>
        <a:lstStyle/>
        <a:p>
          <a:endParaRPr lang="en-IN" sz="1200"/>
        </a:p>
      </dgm:t>
    </dgm:pt>
    <dgm:pt modelId="{8C3C9B52-43DD-477C-9250-9DA4D1287BCC}" type="sibTrans" cxnId="{7710BFFE-8534-486C-8109-B55DED01242A}">
      <dgm:prSet/>
      <dgm:spPr/>
      <dgm:t>
        <a:bodyPr/>
        <a:lstStyle/>
        <a:p>
          <a:endParaRPr lang="en-IN"/>
        </a:p>
      </dgm:t>
    </dgm:pt>
    <dgm:pt modelId="{0CD5AEC7-DE19-40ED-90C9-22C7ABA2FB45}">
      <dgm:prSet custT="1"/>
      <dgm:spPr/>
      <dgm:t>
        <a:bodyPr/>
        <a:lstStyle/>
        <a:p>
          <a:pPr>
            <a:buNone/>
          </a:pPr>
          <a:r>
            <a:rPr lang="en-IN" sz="1200" b="1"/>
            <a:t>7. Safety &amp; Quality Precautions</a:t>
          </a:r>
          <a:endParaRPr lang="en-IN" sz="1200"/>
        </a:p>
      </dgm:t>
    </dgm:pt>
    <dgm:pt modelId="{6508F6A7-108F-4937-BA80-995741CEB640}" type="parTrans" cxnId="{F54423AB-2C01-4262-984D-7C33B2685A94}">
      <dgm:prSet/>
      <dgm:spPr/>
      <dgm:t>
        <a:bodyPr/>
        <a:lstStyle/>
        <a:p>
          <a:endParaRPr lang="en-IN"/>
        </a:p>
      </dgm:t>
    </dgm:pt>
    <dgm:pt modelId="{3FA84EAA-31C1-4E4B-BF60-E9DDE3C00A07}" type="sibTrans" cxnId="{F54423AB-2C01-4262-984D-7C33B2685A94}">
      <dgm:prSet/>
      <dgm:spPr/>
      <dgm:t>
        <a:bodyPr/>
        <a:lstStyle/>
        <a:p>
          <a:endParaRPr lang="en-IN"/>
        </a:p>
      </dgm:t>
    </dgm:pt>
    <dgm:pt modelId="{0F96314F-498F-4670-9268-CCA8576AB61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LOTO required if maintenance is involved</a:t>
          </a:r>
          <a:endParaRPr lang="en-IN" sz="1200" dirty="0"/>
        </a:p>
      </dgm:t>
    </dgm:pt>
    <dgm:pt modelId="{91F5306F-848B-45E9-8004-BDA6CFB91095}" type="parTrans" cxnId="{FBB0B11A-CBB7-488F-BC6F-0DB03CC2F87E}">
      <dgm:prSet/>
      <dgm:spPr/>
      <dgm:t>
        <a:bodyPr/>
        <a:lstStyle/>
        <a:p>
          <a:endParaRPr lang="en-IN" sz="1200"/>
        </a:p>
      </dgm:t>
    </dgm:pt>
    <dgm:pt modelId="{4A6C9E2A-5A9F-4B25-83E5-1A88A0D0AB1B}" type="sibTrans" cxnId="{FBB0B11A-CBB7-488F-BC6F-0DB03CC2F87E}">
      <dgm:prSet/>
      <dgm:spPr/>
      <dgm:t>
        <a:bodyPr/>
        <a:lstStyle/>
        <a:p>
          <a:endParaRPr lang="en-IN"/>
        </a:p>
      </dgm:t>
    </dgm:pt>
    <dgm:pt modelId="{B1ECE3B7-2238-43F9-BDE1-F89C471FCA8E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Allergen changeover verification</a:t>
          </a:r>
          <a:endParaRPr lang="en-IN" sz="1200" dirty="0"/>
        </a:p>
      </dgm:t>
    </dgm:pt>
    <dgm:pt modelId="{EDB562C6-8701-40F9-83D8-1F1FFE139C8F}" type="parTrans" cxnId="{D30628D6-E4C7-41A4-BD7B-849F85F9430A}">
      <dgm:prSet/>
      <dgm:spPr/>
      <dgm:t>
        <a:bodyPr/>
        <a:lstStyle/>
        <a:p>
          <a:endParaRPr lang="en-IN" sz="1200"/>
        </a:p>
      </dgm:t>
    </dgm:pt>
    <dgm:pt modelId="{FE790531-DE90-4077-9AC8-4B968CE15ED7}" type="sibTrans" cxnId="{D30628D6-E4C7-41A4-BD7B-849F85F9430A}">
      <dgm:prSet/>
      <dgm:spPr/>
      <dgm:t>
        <a:bodyPr/>
        <a:lstStyle/>
        <a:p>
          <a:endParaRPr lang="en-IN"/>
        </a:p>
      </dgm:t>
    </dgm:pt>
    <dgm:pt modelId="{972F3379-E37B-498B-8F44-FAC1CF3B1733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Cleanliness checklist completion</a:t>
          </a:r>
          <a:endParaRPr lang="en-IN" sz="1200" dirty="0"/>
        </a:p>
      </dgm:t>
    </dgm:pt>
    <dgm:pt modelId="{A4DF2CCC-303C-4DD6-A373-973F8CCE4FC6}" type="parTrans" cxnId="{B3F2777A-31D4-4466-B288-CE38D639C717}">
      <dgm:prSet/>
      <dgm:spPr/>
      <dgm:t>
        <a:bodyPr/>
        <a:lstStyle/>
        <a:p>
          <a:endParaRPr lang="en-IN" sz="1200"/>
        </a:p>
      </dgm:t>
    </dgm:pt>
    <dgm:pt modelId="{6FAA33D5-08B5-4D1F-89C2-AD4CBAECC0EF}" type="sibTrans" cxnId="{B3F2777A-31D4-4466-B288-CE38D639C717}">
      <dgm:prSet/>
      <dgm:spPr/>
      <dgm:t>
        <a:bodyPr/>
        <a:lstStyle/>
        <a:p>
          <a:endParaRPr lang="en-IN"/>
        </a:p>
      </dgm:t>
    </dgm:pt>
    <dgm:pt modelId="{92A54998-9560-4EBD-A1E0-54B35ECA0274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[Any additional precautions]</a:t>
          </a:r>
          <a:endParaRPr lang="en-IN" sz="1200" dirty="0"/>
        </a:p>
      </dgm:t>
    </dgm:pt>
    <dgm:pt modelId="{7D8D4BA4-50E3-4A85-8A8C-202527952C2D}" type="parTrans" cxnId="{B1ACD34B-1AC0-499D-8DE2-A8F21FA6FEB5}">
      <dgm:prSet/>
      <dgm:spPr/>
      <dgm:t>
        <a:bodyPr/>
        <a:lstStyle/>
        <a:p>
          <a:endParaRPr lang="en-IN" sz="1200"/>
        </a:p>
      </dgm:t>
    </dgm:pt>
    <dgm:pt modelId="{0291A6AB-0913-49A9-87FB-E114849B7398}" type="sibTrans" cxnId="{B1ACD34B-1AC0-499D-8DE2-A8F21FA6FEB5}">
      <dgm:prSet/>
      <dgm:spPr/>
      <dgm:t>
        <a:bodyPr/>
        <a:lstStyle/>
        <a:p>
          <a:endParaRPr lang="en-IN"/>
        </a:p>
      </dgm:t>
    </dgm:pt>
    <dgm:pt modelId="{4AE1F11A-61EA-42A3-859B-CEBC17351CEC}">
      <dgm:prSet custT="1"/>
      <dgm:spPr/>
      <dgm:t>
        <a:bodyPr/>
        <a:lstStyle/>
        <a:p>
          <a:pPr>
            <a:buNone/>
          </a:pPr>
          <a:r>
            <a:rPr lang="en-IN" sz="1200" b="1" dirty="0"/>
            <a:t>8. Procedure (Standard Work)</a:t>
          </a:r>
          <a:endParaRPr lang="en-IN" sz="1200" dirty="0"/>
        </a:p>
      </dgm:t>
    </dgm:pt>
    <dgm:pt modelId="{EC04F32E-5AA4-4F03-A603-F8B5BF235C81}" type="parTrans" cxnId="{33152CE8-3603-4BB8-8779-7827D89F80F9}">
      <dgm:prSet/>
      <dgm:spPr/>
      <dgm:t>
        <a:bodyPr/>
        <a:lstStyle/>
        <a:p>
          <a:endParaRPr lang="en-IN"/>
        </a:p>
      </dgm:t>
    </dgm:pt>
    <dgm:pt modelId="{3DC5ADEE-C45C-4AA9-8260-2E6EF85DF39B}" type="sibTrans" cxnId="{33152CE8-3603-4BB8-8779-7827D89F80F9}">
      <dgm:prSet/>
      <dgm:spPr/>
      <dgm:t>
        <a:bodyPr/>
        <a:lstStyle/>
        <a:p>
          <a:endParaRPr lang="en-IN"/>
        </a:p>
      </dgm:t>
    </dgm:pt>
    <dgm:pt modelId="{584CF299-9A21-4433-A229-8F45B2CA9C74}">
      <dgm:prSet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IN" sz="1200"/>
            <a:t>Pre‑changeover checklist (5 min)</a:t>
          </a:r>
          <a:endParaRPr lang="en-IN" sz="1200" dirty="0"/>
        </a:p>
      </dgm:t>
    </dgm:pt>
    <dgm:pt modelId="{678B465E-BE91-40CA-A64C-7F7ED30C3D9F}" type="parTrans" cxnId="{CB34EC54-8E51-4D30-8C1E-E34FB715CB36}">
      <dgm:prSet/>
      <dgm:spPr/>
      <dgm:t>
        <a:bodyPr/>
        <a:lstStyle/>
        <a:p>
          <a:endParaRPr lang="en-IN" sz="1200"/>
        </a:p>
      </dgm:t>
    </dgm:pt>
    <dgm:pt modelId="{7B1A147B-A7F1-4146-B606-E59E6C6617EA}" type="sibTrans" cxnId="{CB34EC54-8E51-4D30-8C1E-E34FB715CB36}">
      <dgm:prSet/>
      <dgm:spPr/>
      <dgm:t>
        <a:bodyPr/>
        <a:lstStyle/>
        <a:p>
          <a:endParaRPr lang="en-IN"/>
        </a:p>
      </dgm:t>
    </dgm:pt>
    <dgm:pt modelId="{AB202C52-896C-480F-ACFB-51F8B47F7C3A}">
      <dgm:prSet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IN" sz="1200"/>
            <a:t>Stop – Drain – Clean (internal/external)</a:t>
          </a:r>
          <a:endParaRPr lang="en-IN" sz="1200" dirty="0"/>
        </a:p>
      </dgm:t>
    </dgm:pt>
    <dgm:pt modelId="{92D852AA-0278-4CB5-91BD-BC23DDFEC564}" type="parTrans" cxnId="{4D265379-D909-48CF-9CDB-DA032E3AC4F4}">
      <dgm:prSet/>
      <dgm:spPr/>
      <dgm:t>
        <a:bodyPr/>
        <a:lstStyle/>
        <a:p>
          <a:endParaRPr lang="en-IN" sz="1200"/>
        </a:p>
      </dgm:t>
    </dgm:pt>
    <dgm:pt modelId="{8A62C2CB-3C7D-47B4-91FC-D354F99DC7AF}" type="sibTrans" cxnId="{4D265379-D909-48CF-9CDB-DA032E3AC4F4}">
      <dgm:prSet/>
      <dgm:spPr/>
      <dgm:t>
        <a:bodyPr/>
        <a:lstStyle/>
        <a:p>
          <a:endParaRPr lang="en-IN"/>
        </a:p>
      </dgm:t>
    </dgm:pt>
    <dgm:pt modelId="{652A6907-D646-4DB7-9752-5D72EAFC6A5D}">
      <dgm:prSet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IN" sz="1200"/>
            <a:t>Tooling / format parts swap</a:t>
          </a:r>
          <a:endParaRPr lang="en-IN" sz="1200" dirty="0"/>
        </a:p>
      </dgm:t>
    </dgm:pt>
    <dgm:pt modelId="{1DF32A9C-2D01-4684-A631-3ABB26047D99}" type="parTrans" cxnId="{9A5C6EF3-BE6C-4C66-B8C4-8427EB7D55F6}">
      <dgm:prSet/>
      <dgm:spPr/>
      <dgm:t>
        <a:bodyPr/>
        <a:lstStyle/>
        <a:p>
          <a:endParaRPr lang="en-IN" sz="1200"/>
        </a:p>
      </dgm:t>
    </dgm:pt>
    <dgm:pt modelId="{4D65529B-25F9-4B3A-80A7-97936B02DA38}" type="sibTrans" cxnId="{9A5C6EF3-BE6C-4C66-B8C4-8427EB7D55F6}">
      <dgm:prSet/>
      <dgm:spPr/>
      <dgm:t>
        <a:bodyPr/>
        <a:lstStyle/>
        <a:p>
          <a:endParaRPr lang="en-IN"/>
        </a:p>
      </dgm:t>
    </dgm:pt>
    <dgm:pt modelId="{FAAC98B0-BC36-48BA-9687-AE6368809A25}">
      <dgm:prSet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IN" sz="1200"/>
            <a:t>Setup verification &amp; QA pre‑check</a:t>
          </a:r>
          <a:endParaRPr lang="en-IN" sz="1200" dirty="0"/>
        </a:p>
      </dgm:t>
    </dgm:pt>
    <dgm:pt modelId="{56CF6800-26EA-4086-B38F-E6B1BBBE4989}" type="parTrans" cxnId="{7AFC02DD-EA6C-450D-88D8-B01E0BE3B6C9}">
      <dgm:prSet/>
      <dgm:spPr/>
      <dgm:t>
        <a:bodyPr/>
        <a:lstStyle/>
        <a:p>
          <a:endParaRPr lang="en-IN" sz="1200"/>
        </a:p>
      </dgm:t>
    </dgm:pt>
    <dgm:pt modelId="{53D67806-70B2-4416-A494-824BDB8DD0BC}" type="sibTrans" cxnId="{7AFC02DD-EA6C-450D-88D8-B01E0BE3B6C9}">
      <dgm:prSet/>
      <dgm:spPr/>
      <dgm:t>
        <a:bodyPr/>
        <a:lstStyle/>
        <a:p>
          <a:endParaRPr lang="en-IN"/>
        </a:p>
      </dgm:t>
    </dgm:pt>
    <dgm:pt modelId="{BD88C778-8387-474A-BC83-2731611035F3}">
      <dgm:prSet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IN" sz="1200"/>
            <a:t>Start‑up; FTR check (first 10 packs)</a:t>
          </a:r>
          <a:endParaRPr lang="en-IN" sz="1200" dirty="0"/>
        </a:p>
      </dgm:t>
    </dgm:pt>
    <dgm:pt modelId="{FFA3BBF8-5507-421E-813B-CAF6DFEA0094}" type="parTrans" cxnId="{97C26F5C-B9BE-4CEF-B8D0-C51ADF77B9E1}">
      <dgm:prSet/>
      <dgm:spPr/>
      <dgm:t>
        <a:bodyPr/>
        <a:lstStyle/>
        <a:p>
          <a:endParaRPr lang="en-IN" sz="1200"/>
        </a:p>
      </dgm:t>
    </dgm:pt>
    <dgm:pt modelId="{11B15998-ED31-4C3C-B68F-329E12E971FB}" type="sibTrans" cxnId="{97C26F5C-B9BE-4CEF-B8D0-C51ADF77B9E1}">
      <dgm:prSet/>
      <dgm:spPr/>
      <dgm:t>
        <a:bodyPr/>
        <a:lstStyle/>
        <a:p>
          <a:endParaRPr lang="en-IN"/>
        </a:p>
      </dgm:t>
    </dgm:pt>
    <dgm:pt modelId="{E389FF3F-B8B8-41A1-87B9-8E013478C93E}">
      <dgm:prSet custT="1"/>
      <dgm:spPr/>
      <dgm:t>
        <a:bodyPr/>
        <a:lstStyle/>
        <a:p>
          <a:pPr>
            <a:buFont typeface="+mj-lt"/>
            <a:buAutoNum type="arabicPeriod" startAt="2"/>
          </a:pPr>
          <a:r>
            <a:rPr lang="en-IN" sz="1200" dirty="0"/>
            <a:t>Handover to production</a:t>
          </a:r>
        </a:p>
      </dgm:t>
    </dgm:pt>
    <dgm:pt modelId="{0020CDCA-E83E-42F2-9AC4-FC35E65A7F7B}" type="parTrans" cxnId="{F4D3AE22-B31B-4B43-8C60-FE1B6193A1C4}">
      <dgm:prSet/>
      <dgm:spPr/>
      <dgm:t>
        <a:bodyPr/>
        <a:lstStyle/>
        <a:p>
          <a:endParaRPr lang="en-IN" sz="1200"/>
        </a:p>
      </dgm:t>
    </dgm:pt>
    <dgm:pt modelId="{F5F26322-6EE2-4489-95EB-F562D3DE955F}" type="sibTrans" cxnId="{F4D3AE22-B31B-4B43-8C60-FE1B6193A1C4}">
      <dgm:prSet/>
      <dgm:spPr/>
      <dgm:t>
        <a:bodyPr/>
        <a:lstStyle/>
        <a:p>
          <a:endParaRPr lang="en-IN"/>
        </a:p>
      </dgm:t>
    </dgm:pt>
    <dgm:pt modelId="{92CED3E0-1429-403D-8F46-ABBDA01C1BE2}">
      <dgm:prSet custT="1"/>
      <dgm:spPr/>
      <dgm:t>
        <a:bodyPr/>
        <a:lstStyle/>
        <a:p>
          <a:pPr>
            <a:buNone/>
          </a:pPr>
          <a:r>
            <a:rPr lang="en-IN" sz="1200" b="1"/>
            <a:t>9. Records &amp; Evidence</a:t>
          </a:r>
          <a:endParaRPr lang="en-IN" sz="1200"/>
        </a:p>
      </dgm:t>
    </dgm:pt>
    <dgm:pt modelId="{E80D57ED-79BC-4EAD-A808-202B43617A58}" type="parTrans" cxnId="{ABE8F6F0-8E5F-4EC8-83EB-6B93161B1EE6}">
      <dgm:prSet/>
      <dgm:spPr/>
      <dgm:t>
        <a:bodyPr/>
        <a:lstStyle/>
        <a:p>
          <a:endParaRPr lang="en-IN"/>
        </a:p>
      </dgm:t>
    </dgm:pt>
    <dgm:pt modelId="{A4E1C8B9-4D53-4FD9-AE4A-E17A13B443BE}" type="sibTrans" cxnId="{ABE8F6F0-8E5F-4EC8-83EB-6B93161B1EE6}">
      <dgm:prSet/>
      <dgm:spPr/>
      <dgm:t>
        <a:bodyPr/>
        <a:lstStyle/>
        <a:p>
          <a:endParaRPr lang="en-IN"/>
        </a:p>
      </dgm:t>
    </dgm:pt>
    <dgm:pt modelId="{278C6584-B29C-4E93-AC00-BC89D332608A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Completed checklists</a:t>
          </a:r>
          <a:endParaRPr lang="en-IN" sz="1200" dirty="0"/>
        </a:p>
      </dgm:t>
    </dgm:pt>
    <dgm:pt modelId="{D0AA308E-F6B6-41EC-85A9-DCBCB014C24D}" type="parTrans" cxnId="{8E2B9916-FDB2-4D83-85E1-79FD1C96BCF5}">
      <dgm:prSet/>
      <dgm:spPr/>
      <dgm:t>
        <a:bodyPr/>
        <a:lstStyle/>
        <a:p>
          <a:endParaRPr lang="en-IN" sz="1200"/>
        </a:p>
      </dgm:t>
    </dgm:pt>
    <dgm:pt modelId="{5CD9AE8F-035B-4E39-AC7C-87E90BAF33E6}" type="sibTrans" cxnId="{8E2B9916-FDB2-4D83-85E1-79FD1C96BCF5}">
      <dgm:prSet/>
      <dgm:spPr/>
      <dgm:t>
        <a:bodyPr/>
        <a:lstStyle/>
        <a:p>
          <a:endParaRPr lang="en-IN"/>
        </a:p>
      </dgm:t>
    </dgm:pt>
    <dgm:pt modelId="{28355B31-F150-4211-A8D8-8DB3CA37569F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QA release form</a:t>
          </a:r>
          <a:endParaRPr lang="en-IN" sz="1200" dirty="0"/>
        </a:p>
      </dgm:t>
    </dgm:pt>
    <dgm:pt modelId="{A100B710-1904-460E-9C6F-215526539590}" type="parTrans" cxnId="{DF5E6F86-D0BD-44AF-B28F-E5E9D26074C5}">
      <dgm:prSet/>
      <dgm:spPr/>
      <dgm:t>
        <a:bodyPr/>
        <a:lstStyle/>
        <a:p>
          <a:endParaRPr lang="en-IN" sz="1200"/>
        </a:p>
      </dgm:t>
    </dgm:pt>
    <dgm:pt modelId="{05569319-6F68-4F26-92F0-1B77B2A982DE}" type="sibTrans" cxnId="{DF5E6F86-D0BD-44AF-B28F-E5E9D26074C5}">
      <dgm:prSet/>
      <dgm:spPr/>
      <dgm:t>
        <a:bodyPr/>
        <a:lstStyle/>
        <a:p>
          <a:endParaRPr lang="en-IN"/>
        </a:p>
      </dgm:t>
    </dgm:pt>
    <dgm:pt modelId="{20FD4293-F336-435D-B00C-761D0ABCA858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Deviations / CAPA documentation</a:t>
          </a:r>
          <a:endParaRPr lang="en-IN" sz="1200" dirty="0"/>
        </a:p>
      </dgm:t>
    </dgm:pt>
    <dgm:pt modelId="{996FE81C-A05C-4B19-8DEE-5A537A421EB0}" type="parTrans" cxnId="{5111486E-C0FA-4C86-A9AF-88A2CE2641C4}">
      <dgm:prSet/>
      <dgm:spPr/>
      <dgm:t>
        <a:bodyPr/>
        <a:lstStyle/>
        <a:p>
          <a:endParaRPr lang="en-IN" sz="1200"/>
        </a:p>
      </dgm:t>
    </dgm:pt>
    <dgm:pt modelId="{C9433B99-9FC2-4067-8127-CB69CD1E55AB}" type="sibTrans" cxnId="{5111486E-C0FA-4C86-A9AF-88A2CE2641C4}">
      <dgm:prSet/>
      <dgm:spPr/>
      <dgm:t>
        <a:bodyPr/>
        <a:lstStyle/>
        <a:p>
          <a:endParaRPr lang="en-IN"/>
        </a:p>
      </dgm:t>
    </dgm:pt>
    <dgm:pt modelId="{D604112F-FB78-44E1-AF37-FD47C1C6F6AD}">
      <dgm:prSet custT="1"/>
      <dgm:spPr/>
      <dgm:t>
        <a:bodyPr/>
        <a:lstStyle/>
        <a:p>
          <a:pPr>
            <a:buNone/>
          </a:pPr>
          <a:r>
            <a:rPr lang="en-IN" sz="1200" b="1"/>
            <a:t>10. KPIs</a:t>
          </a:r>
          <a:endParaRPr lang="en-IN" sz="1200"/>
        </a:p>
      </dgm:t>
    </dgm:pt>
    <dgm:pt modelId="{38E985E5-30FC-48CB-B0CE-D9A5D91EFE36}" type="parTrans" cxnId="{71FB0FCE-A532-40A1-9A93-B2F052706514}">
      <dgm:prSet/>
      <dgm:spPr/>
      <dgm:t>
        <a:bodyPr/>
        <a:lstStyle/>
        <a:p>
          <a:endParaRPr lang="en-IN"/>
        </a:p>
      </dgm:t>
    </dgm:pt>
    <dgm:pt modelId="{0F062295-73D7-4C1F-B340-48938F880B3E}" type="sibTrans" cxnId="{71FB0FCE-A532-40A1-9A93-B2F052706514}">
      <dgm:prSet/>
      <dgm:spPr/>
      <dgm:t>
        <a:bodyPr/>
        <a:lstStyle/>
        <a:p>
          <a:endParaRPr lang="en-IN"/>
        </a:p>
      </dgm:t>
    </dgm:pt>
    <dgm:pt modelId="{1FAD0ED5-6243-4958-B0B8-BE6D3933DE37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Changeover Time (target: [ ])</a:t>
          </a:r>
          <a:endParaRPr lang="en-IN" sz="1200" dirty="0"/>
        </a:p>
      </dgm:t>
    </dgm:pt>
    <dgm:pt modelId="{68B5D997-4461-484F-BEEF-96C3F732DA76}" type="parTrans" cxnId="{5BD1CB24-A49F-49BD-BE72-BFB3376D900C}">
      <dgm:prSet/>
      <dgm:spPr/>
      <dgm:t>
        <a:bodyPr/>
        <a:lstStyle/>
        <a:p>
          <a:endParaRPr lang="en-IN" sz="1200"/>
        </a:p>
      </dgm:t>
    </dgm:pt>
    <dgm:pt modelId="{201134B0-5522-4CF8-8919-858405D9E5F8}" type="sibTrans" cxnId="{5BD1CB24-A49F-49BD-BE72-BFB3376D900C}">
      <dgm:prSet/>
      <dgm:spPr/>
      <dgm:t>
        <a:bodyPr/>
        <a:lstStyle/>
        <a:p>
          <a:endParaRPr lang="en-IN"/>
        </a:p>
      </dgm:t>
    </dgm:pt>
    <dgm:pt modelId="{E79B3A42-C1B6-4C24-AF17-A727EF3B7536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/>
            <a:t>FTR %</a:t>
          </a:r>
        </a:p>
      </dgm:t>
    </dgm:pt>
    <dgm:pt modelId="{C3CF0125-30BB-444E-9B22-8E0BA86D108C}" type="parTrans" cxnId="{F7D38982-2F59-40D5-B532-6CE3C35086DB}">
      <dgm:prSet/>
      <dgm:spPr/>
      <dgm:t>
        <a:bodyPr/>
        <a:lstStyle/>
        <a:p>
          <a:endParaRPr lang="en-IN" sz="1200"/>
        </a:p>
      </dgm:t>
    </dgm:pt>
    <dgm:pt modelId="{F17FA010-D9FB-4956-BA37-A198968ED276}" type="sibTrans" cxnId="{F7D38982-2F59-40D5-B532-6CE3C35086DB}">
      <dgm:prSet/>
      <dgm:spPr/>
      <dgm:t>
        <a:bodyPr/>
        <a:lstStyle/>
        <a:p>
          <a:endParaRPr lang="en-IN"/>
        </a:p>
      </dgm:t>
    </dgm:pt>
    <dgm:pt modelId="{1DB694CA-24EF-4527-B18A-35E494CA8A6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 sz="1200" dirty="0"/>
            <a:t>Loss category attribution (planned vs unplanned)</a:t>
          </a:r>
        </a:p>
      </dgm:t>
    </dgm:pt>
    <dgm:pt modelId="{9E98052F-9EE9-4133-A59E-8771D53935EE}" type="parTrans" cxnId="{B9D646DA-1F44-4C4E-8B8E-8D0D50E6D061}">
      <dgm:prSet/>
      <dgm:spPr/>
      <dgm:t>
        <a:bodyPr/>
        <a:lstStyle/>
        <a:p>
          <a:endParaRPr lang="en-IN" sz="1200"/>
        </a:p>
      </dgm:t>
    </dgm:pt>
    <dgm:pt modelId="{5D2DF4D6-D28D-4177-AF86-63DC6DA7DE91}" type="sibTrans" cxnId="{B9D646DA-1F44-4C4E-8B8E-8D0D50E6D061}">
      <dgm:prSet/>
      <dgm:spPr/>
      <dgm:t>
        <a:bodyPr/>
        <a:lstStyle/>
        <a:p>
          <a:endParaRPr lang="en-IN"/>
        </a:p>
      </dgm:t>
    </dgm:pt>
    <dgm:pt modelId="{2DE8F7A3-A467-4A10-BEB7-B2B72D790EB2}" type="pres">
      <dgm:prSet presAssocID="{A3A0DCB7-F8D8-479C-994E-1B67D53C579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3F415D-C034-4641-BB24-480E8D073A6D}" type="pres">
      <dgm:prSet presAssocID="{3D580EC3-7F4A-4EF5-86CD-A65D5BE78FB1}" presName="root" presStyleCnt="0"/>
      <dgm:spPr/>
    </dgm:pt>
    <dgm:pt modelId="{BC8E7273-D28B-41B8-9B21-6D922FA3C2C0}" type="pres">
      <dgm:prSet presAssocID="{3D580EC3-7F4A-4EF5-86CD-A65D5BE78FB1}" presName="rootComposite" presStyleCnt="0"/>
      <dgm:spPr/>
    </dgm:pt>
    <dgm:pt modelId="{EAEC082C-787E-42F5-8B34-1DE0AD4DF744}" type="pres">
      <dgm:prSet presAssocID="{3D580EC3-7F4A-4EF5-86CD-A65D5BE78FB1}" presName="rootText" presStyleLbl="node1" presStyleIdx="0" presStyleCnt="10" custScaleX="194872" custScaleY="194872"/>
      <dgm:spPr/>
    </dgm:pt>
    <dgm:pt modelId="{C2B50393-6F67-43BC-8D2E-F94CF7579DD6}" type="pres">
      <dgm:prSet presAssocID="{3D580EC3-7F4A-4EF5-86CD-A65D5BE78FB1}" presName="rootConnector" presStyleLbl="node1" presStyleIdx="0" presStyleCnt="10"/>
      <dgm:spPr/>
    </dgm:pt>
    <dgm:pt modelId="{95E9B077-0CB7-444E-A123-9FC64DB5E1CD}" type="pres">
      <dgm:prSet presAssocID="{3D580EC3-7F4A-4EF5-86CD-A65D5BE78FB1}" presName="childShape" presStyleCnt="0"/>
      <dgm:spPr/>
    </dgm:pt>
    <dgm:pt modelId="{65A1182D-BCFE-4D2A-A455-7A9E0DCA1CFD}" type="pres">
      <dgm:prSet presAssocID="{D7F1CA50-0942-458C-8AAE-CEECD9E4D9EE}" presName="Name13" presStyleLbl="parChTrans1D2" presStyleIdx="0" presStyleCnt="34"/>
      <dgm:spPr/>
    </dgm:pt>
    <dgm:pt modelId="{C6C38481-5E41-4EF6-B019-8611AB3CF366}" type="pres">
      <dgm:prSet presAssocID="{2B2A4DC0-71D0-4CA4-9E79-D0C4B008DA02}" presName="childText" presStyleLbl="bgAcc1" presStyleIdx="0" presStyleCnt="34" custScaleX="194872" custScaleY="1188392">
        <dgm:presLayoutVars>
          <dgm:bulletEnabled val="1"/>
        </dgm:presLayoutVars>
      </dgm:prSet>
      <dgm:spPr/>
    </dgm:pt>
    <dgm:pt modelId="{CC6B6FD5-7723-4B1D-9336-958151044A4D}" type="pres">
      <dgm:prSet presAssocID="{65802819-DE35-4968-AEB0-C6A1989E329C}" presName="root" presStyleCnt="0"/>
      <dgm:spPr/>
    </dgm:pt>
    <dgm:pt modelId="{A93C98CF-6BF1-41A6-80F1-2D4C72719211}" type="pres">
      <dgm:prSet presAssocID="{65802819-DE35-4968-AEB0-C6A1989E329C}" presName="rootComposite" presStyleCnt="0"/>
      <dgm:spPr/>
    </dgm:pt>
    <dgm:pt modelId="{72BEA7DA-CB02-4DB6-A02C-9A399634247B}" type="pres">
      <dgm:prSet presAssocID="{65802819-DE35-4968-AEB0-C6A1989E329C}" presName="rootText" presStyleLbl="node1" presStyleIdx="1" presStyleCnt="10" custScaleX="194872" custScaleY="194872"/>
      <dgm:spPr/>
    </dgm:pt>
    <dgm:pt modelId="{669EAB81-63A4-430A-88E7-1A3E38632020}" type="pres">
      <dgm:prSet presAssocID="{65802819-DE35-4968-AEB0-C6A1989E329C}" presName="rootConnector" presStyleLbl="node1" presStyleIdx="1" presStyleCnt="10"/>
      <dgm:spPr/>
    </dgm:pt>
    <dgm:pt modelId="{23344CB0-66CB-4E71-81B5-C1509FB00A38}" type="pres">
      <dgm:prSet presAssocID="{65802819-DE35-4968-AEB0-C6A1989E329C}" presName="childShape" presStyleCnt="0"/>
      <dgm:spPr/>
    </dgm:pt>
    <dgm:pt modelId="{EE16A0D1-2FE9-45F6-A89A-3D39DA0BE2A6}" type="pres">
      <dgm:prSet presAssocID="{BE9A8B53-71EF-4BEA-9FAB-45F15E029B35}" presName="Name13" presStyleLbl="parChTrans1D2" presStyleIdx="1" presStyleCnt="34"/>
      <dgm:spPr/>
    </dgm:pt>
    <dgm:pt modelId="{EA4DAA93-DEC0-40E9-9210-4EF84EDE045B}" type="pres">
      <dgm:prSet presAssocID="{327B004E-77C5-43E8-8DF2-5EAC55B64795}" presName="childText" presStyleLbl="bgAcc1" presStyleIdx="1" presStyleCnt="34" custScaleX="194872" custScaleY="431582">
        <dgm:presLayoutVars>
          <dgm:bulletEnabled val="1"/>
        </dgm:presLayoutVars>
      </dgm:prSet>
      <dgm:spPr/>
    </dgm:pt>
    <dgm:pt modelId="{3CD38C1D-2C76-4986-93E8-E97A168B597E}" type="pres">
      <dgm:prSet presAssocID="{6B6D028D-BD6F-4949-898B-EAAB23F01E0D}" presName="root" presStyleCnt="0"/>
      <dgm:spPr/>
    </dgm:pt>
    <dgm:pt modelId="{B2E9B89D-F261-4706-9CA1-C4A9C3E0AE3C}" type="pres">
      <dgm:prSet presAssocID="{6B6D028D-BD6F-4949-898B-EAAB23F01E0D}" presName="rootComposite" presStyleCnt="0"/>
      <dgm:spPr/>
    </dgm:pt>
    <dgm:pt modelId="{DB506CA2-5CA7-4274-A23F-7FF3AA67B321}" type="pres">
      <dgm:prSet presAssocID="{6B6D028D-BD6F-4949-898B-EAAB23F01E0D}" presName="rootText" presStyleLbl="node1" presStyleIdx="2" presStyleCnt="10" custScaleX="194872" custScaleY="194872"/>
      <dgm:spPr/>
    </dgm:pt>
    <dgm:pt modelId="{C50A7241-5932-4B38-AC86-979112E9DF8C}" type="pres">
      <dgm:prSet presAssocID="{6B6D028D-BD6F-4949-898B-EAAB23F01E0D}" presName="rootConnector" presStyleLbl="node1" presStyleIdx="2" presStyleCnt="10"/>
      <dgm:spPr/>
    </dgm:pt>
    <dgm:pt modelId="{E544C77C-272A-4036-8D83-D48A0A242971}" type="pres">
      <dgm:prSet presAssocID="{6B6D028D-BD6F-4949-898B-EAAB23F01E0D}" presName="childShape" presStyleCnt="0"/>
      <dgm:spPr/>
    </dgm:pt>
    <dgm:pt modelId="{ED4191E6-7113-4412-989B-6E49A077C8DF}" type="pres">
      <dgm:prSet presAssocID="{90E2A669-CF19-4B92-ACE4-2A19BB25D49D}" presName="Name13" presStyleLbl="parChTrans1D2" presStyleIdx="2" presStyleCnt="34"/>
      <dgm:spPr/>
    </dgm:pt>
    <dgm:pt modelId="{FA79515D-B966-4576-A087-0317D42893B1}" type="pres">
      <dgm:prSet presAssocID="{073B1DED-5EFB-4D49-B1E1-C0D02782B405}" presName="childText" presStyleLbl="bgAcc1" presStyleIdx="2" presStyleCnt="34" custScaleX="194872" custScaleY="194872">
        <dgm:presLayoutVars>
          <dgm:bulletEnabled val="1"/>
        </dgm:presLayoutVars>
      </dgm:prSet>
      <dgm:spPr/>
    </dgm:pt>
    <dgm:pt modelId="{5B125BF5-8BFE-43BF-9684-E9254489CDFB}" type="pres">
      <dgm:prSet presAssocID="{EEAFCFBC-6A08-4BD0-BA38-35AE725E1F51}" presName="Name13" presStyleLbl="parChTrans1D2" presStyleIdx="3" presStyleCnt="34"/>
      <dgm:spPr/>
    </dgm:pt>
    <dgm:pt modelId="{26FD1A48-BAA1-468D-B91B-FF6C7FB5878C}" type="pres">
      <dgm:prSet presAssocID="{60FCF9D0-1D82-4A96-BB78-AB9E5322CFD2}" presName="childText" presStyleLbl="bgAcc1" presStyleIdx="3" presStyleCnt="34" custScaleX="194872" custScaleY="194872">
        <dgm:presLayoutVars>
          <dgm:bulletEnabled val="1"/>
        </dgm:presLayoutVars>
      </dgm:prSet>
      <dgm:spPr/>
    </dgm:pt>
    <dgm:pt modelId="{13EDC750-EFF6-41A3-B5BC-2F7565ECC03F}" type="pres">
      <dgm:prSet presAssocID="{5233D802-7AB9-4E34-B8DF-E49A0D1D4365}" presName="Name13" presStyleLbl="parChTrans1D2" presStyleIdx="4" presStyleCnt="34"/>
      <dgm:spPr/>
    </dgm:pt>
    <dgm:pt modelId="{863749F2-CFD3-4E3B-8BD8-C8C19A511F8B}" type="pres">
      <dgm:prSet presAssocID="{082A4510-BE08-4887-8FC2-DE2133C2EBA4}" presName="childText" presStyleLbl="bgAcc1" presStyleIdx="4" presStyleCnt="34" custScaleX="194872" custScaleY="194872">
        <dgm:presLayoutVars>
          <dgm:bulletEnabled val="1"/>
        </dgm:presLayoutVars>
      </dgm:prSet>
      <dgm:spPr/>
    </dgm:pt>
    <dgm:pt modelId="{BE52F78D-9891-4593-B39A-F731AA7E32E4}" type="pres">
      <dgm:prSet presAssocID="{99F59536-6CA2-41AB-92C3-9E18A530EC8C}" presName="Name13" presStyleLbl="parChTrans1D2" presStyleIdx="5" presStyleCnt="34"/>
      <dgm:spPr/>
    </dgm:pt>
    <dgm:pt modelId="{5765CCE5-93AA-4077-875F-9AEDBFCC462F}" type="pres">
      <dgm:prSet presAssocID="{70854C93-C36D-4FB1-934E-B4D2F6F02205}" presName="childText" presStyleLbl="bgAcc1" presStyleIdx="5" presStyleCnt="34" custScaleX="194872" custScaleY="765776">
        <dgm:presLayoutVars>
          <dgm:bulletEnabled val="1"/>
        </dgm:presLayoutVars>
      </dgm:prSet>
      <dgm:spPr/>
    </dgm:pt>
    <dgm:pt modelId="{F6E031D1-0C1C-403E-B7E1-CBD089263E9E}" type="pres">
      <dgm:prSet presAssocID="{44101AD7-86D7-46ED-B1F1-E94598DCF594}" presName="root" presStyleCnt="0"/>
      <dgm:spPr/>
    </dgm:pt>
    <dgm:pt modelId="{6227E2FC-B4B9-4926-892E-1CEEFD751DC5}" type="pres">
      <dgm:prSet presAssocID="{44101AD7-86D7-46ED-B1F1-E94598DCF594}" presName="rootComposite" presStyleCnt="0"/>
      <dgm:spPr/>
    </dgm:pt>
    <dgm:pt modelId="{BDC2CD79-42B1-4E0C-8D93-E0EC2C225445}" type="pres">
      <dgm:prSet presAssocID="{44101AD7-86D7-46ED-B1F1-E94598DCF594}" presName="rootText" presStyleLbl="node1" presStyleIdx="3" presStyleCnt="10" custScaleX="194872" custScaleY="194872"/>
      <dgm:spPr/>
    </dgm:pt>
    <dgm:pt modelId="{BCEFEA1D-101F-4971-9205-6866E2322A3E}" type="pres">
      <dgm:prSet presAssocID="{44101AD7-86D7-46ED-B1F1-E94598DCF594}" presName="rootConnector" presStyleLbl="node1" presStyleIdx="3" presStyleCnt="10"/>
      <dgm:spPr/>
    </dgm:pt>
    <dgm:pt modelId="{47D6B029-B585-40E2-9E45-415BCB3DEC86}" type="pres">
      <dgm:prSet presAssocID="{44101AD7-86D7-46ED-B1F1-E94598DCF594}" presName="childShape" presStyleCnt="0"/>
      <dgm:spPr/>
    </dgm:pt>
    <dgm:pt modelId="{BF592FA5-1240-4486-8A23-7BFA8130211B}" type="pres">
      <dgm:prSet presAssocID="{81F5A1C2-0BF5-4C95-A8B2-D59591D7AE11}" presName="Name13" presStyleLbl="parChTrans1D2" presStyleIdx="6" presStyleCnt="34"/>
      <dgm:spPr/>
    </dgm:pt>
    <dgm:pt modelId="{AD155100-F56C-4317-9788-81F256E17B44}" type="pres">
      <dgm:prSet presAssocID="{BDD3D3E8-4F98-4D9B-A483-A88ED2DCFFD9}" presName="childText" presStyleLbl="bgAcc1" presStyleIdx="6" presStyleCnt="34" custScaleX="194872" custScaleY="194872">
        <dgm:presLayoutVars>
          <dgm:bulletEnabled val="1"/>
        </dgm:presLayoutVars>
      </dgm:prSet>
      <dgm:spPr/>
    </dgm:pt>
    <dgm:pt modelId="{52A7BFD7-1317-44EC-8F56-6E7DCB49A7B2}" type="pres">
      <dgm:prSet presAssocID="{234ED0BF-0060-402A-A1F7-33A5DA765AAB}" presName="Name13" presStyleLbl="parChTrans1D2" presStyleIdx="7" presStyleCnt="34"/>
      <dgm:spPr/>
    </dgm:pt>
    <dgm:pt modelId="{4A87E2BC-F189-459C-9065-8C2A1CD3C53A}" type="pres">
      <dgm:prSet presAssocID="{F966CC27-56D1-4D71-A6E3-1579C3D77825}" presName="childText" presStyleLbl="bgAcc1" presStyleIdx="7" presStyleCnt="34" custScaleX="194872" custScaleY="194872">
        <dgm:presLayoutVars>
          <dgm:bulletEnabled val="1"/>
        </dgm:presLayoutVars>
      </dgm:prSet>
      <dgm:spPr/>
    </dgm:pt>
    <dgm:pt modelId="{35BC0051-9EA2-4ECE-A3F2-9F7FA5B79E30}" type="pres">
      <dgm:prSet presAssocID="{78084CA0-B321-478A-9B62-DADD23F42894}" presName="Name13" presStyleLbl="parChTrans1D2" presStyleIdx="8" presStyleCnt="34"/>
      <dgm:spPr/>
    </dgm:pt>
    <dgm:pt modelId="{2059FAD1-3FB0-42BA-9E8C-19D5363A4D8C}" type="pres">
      <dgm:prSet presAssocID="{6C48A649-EA11-401F-BB81-9354879E2AE9}" presName="childText" presStyleLbl="bgAcc1" presStyleIdx="8" presStyleCnt="34" custScaleX="194872" custScaleY="194872">
        <dgm:presLayoutVars>
          <dgm:bulletEnabled val="1"/>
        </dgm:presLayoutVars>
      </dgm:prSet>
      <dgm:spPr/>
    </dgm:pt>
    <dgm:pt modelId="{BDB0C69A-13BA-40E8-865D-F6DBB5BF65EA}" type="pres">
      <dgm:prSet presAssocID="{DD913390-E782-4464-9578-7C99B7228947}" presName="Name13" presStyleLbl="parChTrans1D2" presStyleIdx="9" presStyleCnt="34"/>
      <dgm:spPr/>
    </dgm:pt>
    <dgm:pt modelId="{682808C9-9363-4F5B-B7AF-E5F4C207536C}" type="pres">
      <dgm:prSet presAssocID="{4A2F7613-8505-4B9B-8D44-A1D8926F7880}" presName="childText" presStyleLbl="bgAcc1" presStyleIdx="9" presStyleCnt="34" custScaleX="194872" custScaleY="194872">
        <dgm:presLayoutVars>
          <dgm:bulletEnabled val="1"/>
        </dgm:presLayoutVars>
      </dgm:prSet>
      <dgm:spPr/>
    </dgm:pt>
    <dgm:pt modelId="{BFAC80C0-7025-461B-89C3-B5808630A3DD}" type="pres">
      <dgm:prSet presAssocID="{DCD1CFFD-404C-46B0-9554-7047BF538163}" presName="Name13" presStyleLbl="parChTrans1D2" presStyleIdx="10" presStyleCnt="34"/>
      <dgm:spPr/>
    </dgm:pt>
    <dgm:pt modelId="{6E56B598-7E64-420B-A5DD-991A77CDBC34}" type="pres">
      <dgm:prSet presAssocID="{D32FA386-1B6F-4D66-94C7-6C49BDD715EB}" presName="childText" presStyleLbl="bgAcc1" presStyleIdx="10" presStyleCnt="34" custScaleX="194872" custScaleY="194872">
        <dgm:presLayoutVars>
          <dgm:bulletEnabled val="1"/>
        </dgm:presLayoutVars>
      </dgm:prSet>
      <dgm:spPr/>
    </dgm:pt>
    <dgm:pt modelId="{69C344AD-26EC-4089-A062-0D764E8E7102}" type="pres">
      <dgm:prSet presAssocID="{F1D5E388-FE4C-434D-8A59-AC1CF602EA04}" presName="root" presStyleCnt="0"/>
      <dgm:spPr/>
    </dgm:pt>
    <dgm:pt modelId="{A219D9C6-04E2-411F-A14A-7A1301CF1CA7}" type="pres">
      <dgm:prSet presAssocID="{F1D5E388-FE4C-434D-8A59-AC1CF602EA04}" presName="rootComposite" presStyleCnt="0"/>
      <dgm:spPr/>
    </dgm:pt>
    <dgm:pt modelId="{EA9B1B17-5DF4-46BE-BAC9-FEFBC864E4DC}" type="pres">
      <dgm:prSet presAssocID="{F1D5E388-FE4C-434D-8A59-AC1CF602EA04}" presName="rootText" presStyleLbl="node1" presStyleIdx="4" presStyleCnt="10" custScaleX="194872" custScaleY="194872"/>
      <dgm:spPr/>
    </dgm:pt>
    <dgm:pt modelId="{2520AE09-C48E-48CE-BA37-DFBF0054BC61}" type="pres">
      <dgm:prSet presAssocID="{F1D5E388-FE4C-434D-8A59-AC1CF602EA04}" presName="rootConnector" presStyleLbl="node1" presStyleIdx="4" presStyleCnt="10"/>
      <dgm:spPr/>
    </dgm:pt>
    <dgm:pt modelId="{0F04C363-B6EF-454F-8DC4-9AE963056315}" type="pres">
      <dgm:prSet presAssocID="{F1D5E388-FE4C-434D-8A59-AC1CF602EA04}" presName="childShape" presStyleCnt="0"/>
      <dgm:spPr/>
    </dgm:pt>
    <dgm:pt modelId="{AB008B45-004C-46E9-ADEF-ED4F93CCE22F}" type="pres">
      <dgm:prSet presAssocID="{56042748-9062-4DBC-93E4-13B649E6D3AD}" presName="Name13" presStyleLbl="parChTrans1D2" presStyleIdx="11" presStyleCnt="34"/>
      <dgm:spPr/>
    </dgm:pt>
    <dgm:pt modelId="{BF2F8E32-20DA-4E29-B83A-9E5DEE88E5A2}" type="pres">
      <dgm:prSet presAssocID="{AB2C4A5A-2AE0-4073-9F25-F84126AC1805}" presName="childText" presStyleLbl="bgAcc1" presStyleIdx="11" presStyleCnt="34" custScaleX="194872" custScaleY="194872">
        <dgm:presLayoutVars>
          <dgm:bulletEnabled val="1"/>
        </dgm:presLayoutVars>
      </dgm:prSet>
      <dgm:spPr/>
    </dgm:pt>
    <dgm:pt modelId="{588803E8-E0BA-44F4-AB9F-9E9D1DFB1AD2}" type="pres">
      <dgm:prSet presAssocID="{91CF781F-19F6-4792-B709-7A6EB037B0E6}" presName="Name13" presStyleLbl="parChTrans1D2" presStyleIdx="12" presStyleCnt="34"/>
      <dgm:spPr/>
    </dgm:pt>
    <dgm:pt modelId="{CBB05E6D-37D4-4A32-9ECE-968F96A6C2AA}" type="pres">
      <dgm:prSet presAssocID="{5D685E41-832D-49AD-BA4B-6B3E2EE48E87}" presName="childText" presStyleLbl="bgAcc1" presStyleIdx="12" presStyleCnt="34" custScaleX="194872" custScaleY="194872">
        <dgm:presLayoutVars>
          <dgm:bulletEnabled val="1"/>
        </dgm:presLayoutVars>
      </dgm:prSet>
      <dgm:spPr/>
    </dgm:pt>
    <dgm:pt modelId="{FC58940A-5B4E-49A6-8A23-A2A5221765FF}" type="pres">
      <dgm:prSet presAssocID="{D319208B-40C1-48A7-83AF-FEBC015CB8BF}" presName="Name13" presStyleLbl="parChTrans1D2" presStyleIdx="13" presStyleCnt="34"/>
      <dgm:spPr/>
    </dgm:pt>
    <dgm:pt modelId="{545F1C73-56EB-4DF2-80BE-A39BBA4142F1}" type="pres">
      <dgm:prSet presAssocID="{6C315D2D-32C0-474E-BD8C-2D584ED3D7F8}" presName="childText" presStyleLbl="bgAcc1" presStyleIdx="13" presStyleCnt="34" custScaleX="194872" custScaleY="194872">
        <dgm:presLayoutVars>
          <dgm:bulletEnabled val="1"/>
        </dgm:presLayoutVars>
      </dgm:prSet>
      <dgm:spPr/>
    </dgm:pt>
    <dgm:pt modelId="{9C364EDD-2E42-4FDB-A74B-F13D7EEFEFAC}" type="pres">
      <dgm:prSet presAssocID="{19959036-FD90-4D1B-8C31-0236376D1649}" presName="Name13" presStyleLbl="parChTrans1D2" presStyleIdx="14" presStyleCnt="34"/>
      <dgm:spPr/>
    </dgm:pt>
    <dgm:pt modelId="{235D54C8-D9E2-4A56-A759-2FD2B0DAFD27}" type="pres">
      <dgm:prSet presAssocID="{B9E2A84E-460C-4C75-A655-CFE9595E762F}" presName="childText" presStyleLbl="bgAcc1" presStyleIdx="14" presStyleCnt="34" custScaleX="194872" custScaleY="194872">
        <dgm:presLayoutVars>
          <dgm:bulletEnabled val="1"/>
        </dgm:presLayoutVars>
      </dgm:prSet>
      <dgm:spPr/>
    </dgm:pt>
    <dgm:pt modelId="{0A49AE2F-4992-4A48-8F5D-A095BF5DC56C}" type="pres">
      <dgm:prSet presAssocID="{E93C9A2F-BF17-436C-937E-59CC924388CE}" presName="Name13" presStyleLbl="parChTrans1D2" presStyleIdx="15" presStyleCnt="34"/>
      <dgm:spPr/>
    </dgm:pt>
    <dgm:pt modelId="{76E873CE-FDBC-451B-9851-3B8ED55BF462}" type="pres">
      <dgm:prSet presAssocID="{554EF329-1878-492D-9F28-5F3FCC5637E2}" presName="childText" presStyleLbl="bgAcc1" presStyleIdx="15" presStyleCnt="34" custScaleX="194872" custScaleY="194872">
        <dgm:presLayoutVars>
          <dgm:bulletEnabled val="1"/>
        </dgm:presLayoutVars>
      </dgm:prSet>
      <dgm:spPr/>
    </dgm:pt>
    <dgm:pt modelId="{8EA3B47D-07E7-4A38-BCA8-AA35E754B5E7}" type="pres">
      <dgm:prSet presAssocID="{46C5CF07-A725-4FEF-99A3-16AB3B53B791}" presName="root" presStyleCnt="0"/>
      <dgm:spPr/>
    </dgm:pt>
    <dgm:pt modelId="{D08DC677-A813-496E-AAFD-1C709D9FCD1B}" type="pres">
      <dgm:prSet presAssocID="{46C5CF07-A725-4FEF-99A3-16AB3B53B791}" presName="rootComposite" presStyleCnt="0"/>
      <dgm:spPr/>
    </dgm:pt>
    <dgm:pt modelId="{52BA5082-D078-4944-A660-614C8AF118CE}" type="pres">
      <dgm:prSet presAssocID="{46C5CF07-A725-4FEF-99A3-16AB3B53B791}" presName="rootText" presStyleLbl="node1" presStyleIdx="5" presStyleCnt="10" custScaleX="194872" custScaleY="194872"/>
      <dgm:spPr/>
    </dgm:pt>
    <dgm:pt modelId="{EC28B4BC-6685-4003-933D-5E25576D89C7}" type="pres">
      <dgm:prSet presAssocID="{46C5CF07-A725-4FEF-99A3-16AB3B53B791}" presName="rootConnector" presStyleLbl="node1" presStyleIdx="5" presStyleCnt="10"/>
      <dgm:spPr/>
    </dgm:pt>
    <dgm:pt modelId="{D07074F3-E3DF-42EC-B003-14671AE60C37}" type="pres">
      <dgm:prSet presAssocID="{46C5CF07-A725-4FEF-99A3-16AB3B53B791}" presName="childShape" presStyleCnt="0"/>
      <dgm:spPr/>
    </dgm:pt>
    <dgm:pt modelId="{53FE8B41-EA36-41E4-89CF-F5B2D3D01C50}" type="pres">
      <dgm:prSet presAssocID="{2F17D9EB-EE6A-4C94-BFC6-E343E61E9400}" presName="Name13" presStyleLbl="parChTrans1D2" presStyleIdx="16" presStyleCnt="34"/>
      <dgm:spPr/>
    </dgm:pt>
    <dgm:pt modelId="{24A1A2BF-C665-4F4C-A5DD-AC3FCE7C2A42}" type="pres">
      <dgm:prSet presAssocID="{38C4623D-2989-4FE6-8A39-9A01D5129B01}" presName="childText" presStyleLbl="bgAcc1" presStyleIdx="16" presStyleCnt="34" custScaleX="194872" custScaleY="194872">
        <dgm:presLayoutVars>
          <dgm:bulletEnabled val="1"/>
        </dgm:presLayoutVars>
      </dgm:prSet>
      <dgm:spPr/>
    </dgm:pt>
    <dgm:pt modelId="{EFBCEBF2-86C0-496C-BE77-4B1C90814138}" type="pres">
      <dgm:prSet presAssocID="{8815B905-79E1-4D40-9B4E-386624A0ED2B}" presName="Name13" presStyleLbl="parChTrans1D2" presStyleIdx="17" presStyleCnt="34"/>
      <dgm:spPr/>
    </dgm:pt>
    <dgm:pt modelId="{06318A00-D56A-41E8-984B-7BA63A8C7B30}" type="pres">
      <dgm:prSet presAssocID="{15E9275F-A0E6-4845-805A-C1A3BA55018C}" presName="childText" presStyleLbl="bgAcc1" presStyleIdx="17" presStyleCnt="34" custScaleX="194872" custScaleY="194872">
        <dgm:presLayoutVars>
          <dgm:bulletEnabled val="1"/>
        </dgm:presLayoutVars>
      </dgm:prSet>
      <dgm:spPr/>
    </dgm:pt>
    <dgm:pt modelId="{38AAB640-5AF3-4648-A4B5-F901E2161D5F}" type="pres">
      <dgm:prSet presAssocID="{0CD5AEC7-DE19-40ED-90C9-22C7ABA2FB45}" presName="root" presStyleCnt="0"/>
      <dgm:spPr/>
    </dgm:pt>
    <dgm:pt modelId="{77468ED1-9872-4EF1-BC6D-54EC872EEC64}" type="pres">
      <dgm:prSet presAssocID="{0CD5AEC7-DE19-40ED-90C9-22C7ABA2FB45}" presName="rootComposite" presStyleCnt="0"/>
      <dgm:spPr/>
    </dgm:pt>
    <dgm:pt modelId="{045E551F-05CE-4E80-B178-9DD6FD8BEBCA}" type="pres">
      <dgm:prSet presAssocID="{0CD5AEC7-DE19-40ED-90C9-22C7ABA2FB45}" presName="rootText" presStyleLbl="node1" presStyleIdx="6" presStyleCnt="10" custScaleX="194872" custScaleY="194872"/>
      <dgm:spPr/>
    </dgm:pt>
    <dgm:pt modelId="{E50489BC-F36B-414F-BAF7-C1E8C52BE26C}" type="pres">
      <dgm:prSet presAssocID="{0CD5AEC7-DE19-40ED-90C9-22C7ABA2FB45}" presName="rootConnector" presStyleLbl="node1" presStyleIdx="6" presStyleCnt="10"/>
      <dgm:spPr/>
    </dgm:pt>
    <dgm:pt modelId="{ACA7E067-323A-4935-9AB8-B5B4ABB9475A}" type="pres">
      <dgm:prSet presAssocID="{0CD5AEC7-DE19-40ED-90C9-22C7ABA2FB45}" presName="childShape" presStyleCnt="0"/>
      <dgm:spPr/>
    </dgm:pt>
    <dgm:pt modelId="{8D443397-55C2-4C3D-AA3A-68016C94AEB1}" type="pres">
      <dgm:prSet presAssocID="{91F5306F-848B-45E9-8004-BDA6CFB91095}" presName="Name13" presStyleLbl="parChTrans1D2" presStyleIdx="18" presStyleCnt="34"/>
      <dgm:spPr/>
    </dgm:pt>
    <dgm:pt modelId="{0CEFC56F-FA49-4AD9-9FE4-9F4E2991CB56}" type="pres">
      <dgm:prSet presAssocID="{0F96314F-498F-4670-9268-CCA8576AB61B}" presName="childText" presStyleLbl="bgAcc1" presStyleIdx="18" presStyleCnt="34" custScaleX="194872" custScaleY="516530">
        <dgm:presLayoutVars>
          <dgm:bulletEnabled val="1"/>
        </dgm:presLayoutVars>
      </dgm:prSet>
      <dgm:spPr/>
    </dgm:pt>
    <dgm:pt modelId="{9AD5FCB9-3902-464F-A76D-6E1CC28FF7A9}" type="pres">
      <dgm:prSet presAssocID="{EDB562C6-8701-40F9-83D8-1F1FFE139C8F}" presName="Name13" presStyleLbl="parChTrans1D2" presStyleIdx="19" presStyleCnt="34"/>
      <dgm:spPr/>
    </dgm:pt>
    <dgm:pt modelId="{D34096A6-5B1E-4CB0-BBB3-2DC4413FA224}" type="pres">
      <dgm:prSet presAssocID="{B1ECE3B7-2238-43F9-BDE1-F89C471FCA8E}" presName="childText" presStyleLbl="bgAcc1" presStyleIdx="19" presStyleCnt="34" custScaleX="194872" custScaleY="391067">
        <dgm:presLayoutVars>
          <dgm:bulletEnabled val="1"/>
        </dgm:presLayoutVars>
      </dgm:prSet>
      <dgm:spPr/>
    </dgm:pt>
    <dgm:pt modelId="{508D2D8D-3732-448C-940F-5B4885A25ED8}" type="pres">
      <dgm:prSet presAssocID="{A4DF2CCC-303C-4DD6-A373-973F8CCE4FC6}" presName="Name13" presStyleLbl="parChTrans1D2" presStyleIdx="20" presStyleCnt="34"/>
      <dgm:spPr/>
    </dgm:pt>
    <dgm:pt modelId="{F8AE266E-566E-4037-84B6-90011D3E5D0C}" type="pres">
      <dgm:prSet presAssocID="{972F3379-E37B-498B-8F44-FAC1CF3B1733}" presName="childText" presStyleLbl="bgAcc1" presStyleIdx="20" presStyleCnt="34" custScaleX="194872" custScaleY="386130">
        <dgm:presLayoutVars>
          <dgm:bulletEnabled val="1"/>
        </dgm:presLayoutVars>
      </dgm:prSet>
      <dgm:spPr/>
    </dgm:pt>
    <dgm:pt modelId="{8C9565BF-3CBD-4481-9591-421553B26AA7}" type="pres">
      <dgm:prSet presAssocID="{7D8D4BA4-50E3-4A85-8A8C-202527952C2D}" presName="Name13" presStyleLbl="parChTrans1D2" presStyleIdx="21" presStyleCnt="34"/>
      <dgm:spPr/>
    </dgm:pt>
    <dgm:pt modelId="{0FCCA3CC-A2DB-4642-A8A6-669FDD0C5999}" type="pres">
      <dgm:prSet presAssocID="{92A54998-9560-4EBD-A1E0-54B35ECA0274}" presName="childText" presStyleLbl="bgAcc1" presStyleIdx="21" presStyleCnt="34" custScaleX="194872" custScaleY="426990">
        <dgm:presLayoutVars>
          <dgm:bulletEnabled val="1"/>
        </dgm:presLayoutVars>
      </dgm:prSet>
      <dgm:spPr/>
    </dgm:pt>
    <dgm:pt modelId="{E9526262-7C73-45AD-973B-A1AA0C483359}" type="pres">
      <dgm:prSet presAssocID="{4AE1F11A-61EA-42A3-859B-CEBC17351CEC}" presName="root" presStyleCnt="0"/>
      <dgm:spPr/>
    </dgm:pt>
    <dgm:pt modelId="{B59E1E01-7E01-4B44-BB32-C2DD6CE50DD6}" type="pres">
      <dgm:prSet presAssocID="{4AE1F11A-61EA-42A3-859B-CEBC17351CEC}" presName="rootComposite" presStyleCnt="0"/>
      <dgm:spPr/>
    </dgm:pt>
    <dgm:pt modelId="{6AFB0633-E8A6-46E4-9B87-3FCD0B8BBB11}" type="pres">
      <dgm:prSet presAssocID="{4AE1F11A-61EA-42A3-859B-CEBC17351CEC}" presName="rootText" presStyleLbl="node1" presStyleIdx="7" presStyleCnt="10" custScaleX="194872" custScaleY="194872"/>
      <dgm:spPr/>
    </dgm:pt>
    <dgm:pt modelId="{9D53A1C3-5002-472C-AA80-02897B4FFA32}" type="pres">
      <dgm:prSet presAssocID="{4AE1F11A-61EA-42A3-859B-CEBC17351CEC}" presName="rootConnector" presStyleLbl="node1" presStyleIdx="7" presStyleCnt="10"/>
      <dgm:spPr/>
    </dgm:pt>
    <dgm:pt modelId="{55443544-C5D0-493D-92DD-40055A0DBBD6}" type="pres">
      <dgm:prSet presAssocID="{4AE1F11A-61EA-42A3-859B-CEBC17351CEC}" presName="childShape" presStyleCnt="0"/>
      <dgm:spPr/>
    </dgm:pt>
    <dgm:pt modelId="{6D29BE31-08E1-4157-9004-E26DC1F6B4F9}" type="pres">
      <dgm:prSet presAssocID="{678B465E-BE91-40CA-A64C-7F7ED30C3D9F}" presName="Name13" presStyleLbl="parChTrans1D2" presStyleIdx="22" presStyleCnt="34"/>
      <dgm:spPr/>
    </dgm:pt>
    <dgm:pt modelId="{3870C3FD-38D3-4DEE-AEB1-5ADFAC8283FA}" type="pres">
      <dgm:prSet presAssocID="{584CF299-9A21-4433-A229-8F45B2CA9C74}" presName="childText" presStyleLbl="bgAcc1" presStyleIdx="22" presStyleCnt="34" custScaleX="194872" custScaleY="400210">
        <dgm:presLayoutVars>
          <dgm:bulletEnabled val="1"/>
        </dgm:presLayoutVars>
      </dgm:prSet>
      <dgm:spPr/>
    </dgm:pt>
    <dgm:pt modelId="{2106186C-3940-46B0-ACE0-0B57510BF007}" type="pres">
      <dgm:prSet presAssocID="{92D852AA-0278-4CB5-91BD-BC23DDFEC564}" presName="Name13" presStyleLbl="parChTrans1D2" presStyleIdx="23" presStyleCnt="34"/>
      <dgm:spPr/>
    </dgm:pt>
    <dgm:pt modelId="{5017741A-55E6-44EC-AE34-9F488051061E}" type="pres">
      <dgm:prSet presAssocID="{AB202C52-896C-480F-ACFB-51F8B47F7C3A}" presName="childText" presStyleLbl="bgAcc1" presStyleIdx="23" presStyleCnt="34" custScaleX="194872" custScaleY="329768">
        <dgm:presLayoutVars>
          <dgm:bulletEnabled val="1"/>
        </dgm:presLayoutVars>
      </dgm:prSet>
      <dgm:spPr/>
    </dgm:pt>
    <dgm:pt modelId="{48700311-1581-41BB-86C6-2F39A5725103}" type="pres">
      <dgm:prSet presAssocID="{1DF32A9C-2D01-4684-A631-3ABB26047D99}" presName="Name13" presStyleLbl="parChTrans1D2" presStyleIdx="24" presStyleCnt="34"/>
      <dgm:spPr/>
    </dgm:pt>
    <dgm:pt modelId="{C54ED150-B3B9-47A7-A9C6-54EA3183A6C3}" type="pres">
      <dgm:prSet presAssocID="{652A6907-D646-4DB7-9752-5D72EAFC6A5D}" presName="childText" presStyleLbl="bgAcc1" presStyleIdx="24" presStyleCnt="34" custScaleX="194872" custScaleY="400210">
        <dgm:presLayoutVars>
          <dgm:bulletEnabled val="1"/>
        </dgm:presLayoutVars>
      </dgm:prSet>
      <dgm:spPr/>
    </dgm:pt>
    <dgm:pt modelId="{A4E62F94-C763-4974-992A-49A2046154CC}" type="pres">
      <dgm:prSet presAssocID="{56CF6800-26EA-4086-B38F-E6B1BBBE4989}" presName="Name13" presStyleLbl="parChTrans1D2" presStyleIdx="25" presStyleCnt="34"/>
      <dgm:spPr/>
    </dgm:pt>
    <dgm:pt modelId="{0E7F5FED-15E2-46EB-BD06-E09248266FF7}" type="pres">
      <dgm:prSet presAssocID="{FAAC98B0-BC36-48BA-9687-AE6368809A25}" presName="childText" presStyleLbl="bgAcc1" presStyleIdx="25" presStyleCnt="34" custScaleX="412744" custScaleY="259281">
        <dgm:presLayoutVars>
          <dgm:bulletEnabled val="1"/>
        </dgm:presLayoutVars>
      </dgm:prSet>
      <dgm:spPr/>
    </dgm:pt>
    <dgm:pt modelId="{D5EBD39B-E2F2-40F0-A96E-57304243B418}" type="pres">
      <dgm:prSet presAssocID="{FFA3BBF8-5507-421E-813B-CAF6DFEA0094}" presName="Name13" presStyleLbl="parChTrans1D2" presStyleIdx="26" presStyleCnt="34"/>
      <dgm:spPr/>
    </dgm:pt>
    <dgm:pt modelId="{E5E2CBF8-EE99-4FEB-8473-F7F11C56AECA}" type="pres">
      <dgm:prSet presAssocID="{BD88C778-8387-474A-BC83-2731611035F3}" presName="childText" presStyleLbl="bgAcc1" presStyleIdx="26" presStyleCnt="34" custScaleX="391632" custScaleY="272890">
        <dgm:presLayoutVars>
          <dgm:bulletEnabled val="1"/>
        </dgm:presLayoutVars>
      </dgm:prSet>
      <dgm:spPr/>
    </dgm:pt>
    <dgm:pt modelId="{F899DD14-F881-496A-9036-490ADD875E8C}" type="pres">
      <dgm:prSet presAssocID="{0020CDCA-E83E-42F2-9AC4-FC35E65A7F7B}" presName="Name13" presStyleLbl="parChTrans1D2" presStyleIdx="27" presStyleCnt="34"/>
      <dgm:spPr/>
    </dgm:pt>
    <dgm:pt modelId="{5D016FA6-B611-4AF0-90F3-7DC38E24C460}" type="pres">
      <dgm:prSet presAssocID="{E389FF3F-B8B8-41A1-87B9-8E013478C93E}" presName="childText" presStyleLbl="bgAcc1" presStyleIdx="27" presStyleCnt="34" custScaleX="396961" custScaleY="194872">
        <dgm:presLayoutVars>
          <dgm:bulletEnabled val="1"/>
        </dgm:presLayoutVars>
      </dgm:prSet>
      <dgm:spPr/>
    </dgm:pt>
    <dgm:pt modelId="{1AF142F8-059F-4339-8653-265E4ADC5B84}" type="pres">
      <dgm:prSet presAssocID="{92CED3E0-1429-403D-8F46-ABBDA01C1BE2}" presName="root" presStyleCnt="0"/>
      <dgm:spPr/>
    </dgm:pt>
    <dgm:pt modelId="{68B8EDBF-BDBD-4B8C-86E4-7583E5FF0889}" type="pres">
      <dgm:prSet presAssocID="{92CED3E0-1429-403D-8F46-ABBDA01C1BE2}" presName="rootComposite" presStyleCnt="0"/>
      <dgm:spPr/>
    </dgm:pt>
    <dgm:pt modelId="{8F01C6CB-71EC-4B3C-AFE1-57A7FEAE9C24}" type="pres">
      <dgm:prSet presAssocID="{92CED3E0-1429-403D-8F46-ABBDA01C1BE2}" presName="rootText" presStyleLbl="node1" presStyleIdx="8" presStyleCnt="10" custScaleX="194872" custScaleY="194872"/>
      <dgm:spPr/>
    </dgm:pt>
    <dgm:pt modelId="{037EF5E9-EE1C-4C00-AC99-A59D2D3B0BB4}" type="pres">
      <dgm:prSet presAssocID="{92CED3E0-1429-403D-8F46-ABBDA01C1BE2}" presName="rootConnector" presStyleLbl="node1" presStyleIdx="8" presStyleCnt="10"/>
      <dgm:spPr/>
    </dgm:pt>
    <dgm:pt modelId="{E2D78DF9-A532-4DA3-8206-6D7EAB9BD351}" type="pres">
      <dgm:prSet presAssocID="{92CED3E0-1429-403D-8F46-ABBDA01C1BE2}" presName="childShape" presStyleCnt="0"/>
      <dgm:spPr/>
    </dgm:pt>
    <dgm:pt modelId="{307550D0-E664-4380-A5F0-5139A5120239}" type="pres">
      <dgm:prSet presAssocID="{D0AA308E-F6B6-41EC-85A9-DCBCB014C24D}" presName="Name13" presStyleLbl="parChTrans1D2" presStyleIdx="28" presStyleCnt="34"/>
      <dgm:spPr/>
    </dgm:pt>
    <dgm:pt modelId="{44397053-40E8-4A21-8599-1C38A1699D1D}" type="pres">
      <dgm:prSet presAssocID="{278C6584-B29C-4E93-AC00-BC89D332608A}" presName="childText" presStyleLbl="bgAcc1" presStyleIdx="28" presStyleCnt="34" custScaleX="194872" custScaleY="326067">
        <dgm:presLayoutVars>
          <dgm:bulletEnabled val="1"/>
        </dgm:presLayoutVars>
      </dgm:prSet>
      <dgm:spPr/>
    </dgm:pt>
    <dgm:pt modelId="{12BEC8BF-DC5F-44BD-AA18-A04C49F89C19}" type="pres">
      <dgm:prSet presAssocID="{A100B710-1904-460E-9C6F-215526539590}" presName="Name13" presStyleLbl="parChTrans1D2" presStyleIdx="29" presStyleCnt="34"/>
      <dgm:spPr/>
    </dgm:pt>
    <dgm:pt modelId="{127E6036-9EED-4105-BA41-E75B6AF86A13}" type="pres">
      <dgm:prSet presAssocID="{28355B31-F150-4211-A8D8-8DB3CA37569F}" presName="childText" presStyleLbl="bgAcc1" presStyleIdx="29" presStyleCnt="34" custScaleX="194872" custScaleY="342651">
        <dgm:presLayoutVars>
          <dgm:bulletEnabled val="1"/>
        </dgm:presLayoutVars>
      </dgm:prSet>
      <dgm:spPr/>
    </dgm:pt>
    <dgm:pt modelId="{4641931C-EFCE-4FFD-9150-2487FD8A4B54}" type="pres">
      <dgm:prSet presAssocID="{996FE81C-A05C-4B19-8DEE-5A537A421EB0}" presName="Name13" presStyleLbl="parChTrans1D2" presStyleIdx="30" presStyleCnt="34"/>
      <dgm:spPr/>
    </dgm:pt>
    <dgm:pt modelId="{64A4CE26-09ED-48D9-A689-DAB3C774EC18}" type="pres">
      <dgm:prSet presAssocID="{20FD4293-F336-435D-B00C-761D0ABCA858}" presName="childText" presStyleLbl="bgAcc1" presStyleIdx="30" presStyleCnt="34" custScaleX="194872" custScaleY="383238">
        <dgm:presLayoutVars>
          <dgm:bulletEnabled val="1"/>
        </dgm:presLayoutVars>
      </dgm:prSet>
      <dgm:spPr/>
    </dgm:pt>
    <dgm:pt modelId="{C182663C-59DE-487B-9F9A-C6ECA07E4614}" type="pres">
      <dgm:prSet presAssocID="{D604112F-FB78-44E1-AF37-FD47C1C6F6AD}" presName="root" presStyleCnt="0"/>
      <dgm:spPr/>
    </dgm:pt>
    <dgm:pt modelId="{0AB82CA5-ED1D-482D-858B-EA4B4B879224}" type="pres">
      <dgm:prSet presAssocID="{D604112F-FB78-44E1-AF37-FD47C1C6F6AD}" presName="rootComposite" presStyleCnt="0"/>
      <dgm:spPr/>
    </dgm:pt>
    <dgm:pt modelId="{AFB7301C-E175-449F-BFD8-23962A0AC12F}" type="pres">
      <dgm:prSet presAssocID="{D604112F-FB78-44E1-AF37-FD47C1C6F6AD}" presName="rootText" presStyleLbl="node1" presStyleIdx="9" presStyleCnt="10" custScaleX="194872" custScaleY="194872"/>
      <dgm:spPr/>
    </dgm:pt>
    <dgm:pt modelId="{3A067A5E-2D80-4D16-AEEE-BBF9F67C6082}" type="pres">
      <dgm:prSet presAssocID="{D604112F-FB78-44E1-AF37-FD47C1C6F6AD}" presName="rootConnector" presStyleLbl="node1" presStyleIdx="9" presStyleCnt="10"/>
      <dgm:spPr/>
    </dgm:pt>
    <dgm:pt modelId="{15EF771E-7112-4AC5-9454-D1022395FB26}" type="pres">
      <dgm:prSet presAssocID="{D604112F-FB78-44E1-AF37-FD47C1C6F6AD}" presName="childShape" presStyleCnt="0"/>
      <dgm:spPr/>
    </dgm:pt>
    <dgm:pt modelId="{BF4FD549-C0BE-48FB-A55D-268696EC8BBB}" type="pres">
      <dgm:prSet presAssocID="{68B5D997-4461-484F-BEEF-96C3F732DA76}" presName="Name13" presStyleLbl="parChTrans1D2" presStyleIdx="31" presStyleCnt="34"/>
      <dgm:spPr/>
    </dgm:pt>
    <dgm:pt modelId="{40FC0ECB-5E94-456C-A7AB-842B173C53F6}" type="pres">
      <dgm:prSet presAssocID="{1FAD0ED5-6243-4958-B0B8-BE6D3933DE37}" presName="childText" presStyleLbl="bgAcc1" presStyleIdx="31" presStyleCnt="34" custScaleX="194872" custScaleY="375070">
        <dgm:presLayoutVars>
          <dgm:bulletEnabled val="1"/>
        </dgm:presLayoutVars>
      </dgm:prSet>
      <dgm:spPr/>
    </dgm:pt>
    <dgm:pt modelId="{33572C9C-E831-458E-AC48-2BAC0FE4BDA4}" type="pres">
      <dgm:prSet presAssocID="{C3CF0125-30BB-444E-9B22-8E0BA86D108C}" presName="Name13" presStyleLbl="parChTrans1D2" presStyleIdx="32" presStyleCnt="34"/>
      <dgm:spPr/>
    </dgm:pt>
    <dgm:pt modelId="{3BB327A8-9318-428E-93EF-3989510CC652}" type="pres">
      <dgm:prSet presAssocID="{E79B3A42-C1B6-4C24-AF17-A727EF3B7536}" presName="childText" presStyleLbl="bgAcc1" presStyleIdx="32" presStyleCnt="34" custScaleX="194872" custScaleY="383488">
        <dgm:presLayoutVars>
          <dgm:bulletEnabled val="1"/>
        </dgm:presLayoutVars>
      </dgm:prSet>
      <dgm:spPr/>
    </dgm:pt>
    <dgm:pt modelId="{90E7FC45-7375-47A1-8C77-2308EC416F84}" type="pres">
      <dgm:prSet presAssocID="{9E98052F-9EE9-4133-A59E-8771D53935EE}" presName="Name13" presStyleLbl="parChTrans1D2" presStyleIdx="33" presStyleCnt="34"/>
      <dgm:spPr/>
    </dgm:pt>
    <dgm:pt modelId="{DE89A519-48D1-49A3-8BD6-202FE07E1D8B}" type="pres">
      <dgm:prSet presAssocID="{1DB694CA-24EF-4527-B18A-35E494CA8A6B}" presName="childText" presStyleLbl="bgAcc1" presStyleIdx="33" presStyleCnt="34" custScaleX="283119" custScaleY="458282">
        <dgm:presLayoutVars>
          <dgm:bulletEnabled val="1"/>
        </dgm:presLayoutVars>
      </dgm:prSet>
      <dgm:spPr/>
    </dgm:pt>
  </dgm:ptLst>
  <dgm:cxnLst>
    <dgm:cxn modelId="{E8E6B304-44A3-4E79-9FDD-9C8AC0A0486C}" type="presOf" srcId="{65802819-DE35-4968-AEB0-C6A1989E329C}" destId="{669EAB81-63A4-430A-88E7-1A3E38632020}" srcOrd="1" destOrd="0" presId="urn:microsoft.com/office/officeart/2005/8/layout/hierarchy3"/>
    <dgm:cxn modelId="{AF526906-A314-4CBB-871E-DFB32897B690}" type="presOf" srcId="{1FAD0ED5-6243-4958-B0B8-BE6D3933DE37}" destId="{40FC0ECB-5E94-456C-A7AB-842B173C53F6}" srcOrd="0" destOrd="0" presId="urn:microsoft.com/office/officeart/2005/8/layout/hierarchy3"/>
    <dgm:cxn modelId="{A597BF09-34B9-46F5-8E22-A4578A4D9ABD}" type="presOf" srcId="{4AE1F11A-61EA-42A3-859B-CEBC17351CEC}" destId="{6AFB0633-E8A6-46E4-9B87-3FCD0B8BBB11}" srcOrd="0" destOrd="0" presId="urn:microsoft.com/office/officeart/2005/8/layout/hierarchy3"/>
    <dgm:cxn modelId="{B3765C0C-2A81-432A-B950-11869751FBB6}" srcId="{65802819-DE35-4968-AEB0-C6A1989E329C}" destId="{327B004E-77C5-43E8-8DF2-5EAC55B64795}" srcOrd="0" destOrd="0" parTransId="{BE9A8B53-71EF-4BEA-9FAB-45F15E029B35}" sibTransId="{2266FE05-AB46-4061-9B94-9F04288D6ABC}"/>
    <dgm:cxn modelId="{DB156510-D96D-4A65-A794-6DDB86394F98}" type="presOf" srcId="{90E2A669-CF19-4B92-ACE4-2A19BB25D49D}" destId="{ED4191E6-7113-4412-989B-6E49A077C8DF}" srcOrd="0" destOrd="0" presId="urn:microsoft.com/office/officeart/2005/8/layout/hierarchy3"/>
    <dgm:cxn modelId="{62285E12-E346-499F-B9B8-F6845EB47D96}" srcId="{F1D5E388-FE4C-434D-8A59-AC1CF602EA04}" destId="{6C315D2D-32C0-474E-BD8C-2D584ED3D7F8}" srcOrd="2" destOrd="0" parTransId="{D319208B-40C1-48A7-83AF-FEBC015CB8BF}" sibTransId="{4C1D193A-EFE8-42B7-BEC0-12678B3576B8}"/>
    <dgm:cxn modelId="{636CA312-A422-4383-945A-595F603E3383}" type="presOf" srcId="{5233D802-7AB9-4E34-B8DF-E49A0D1D4365}" destId="{13EDC750-EFF6-41A3-B5BC-2F7565ECC03F}" srcOrd="0" destOrd="0" presId="urn:microsoft.com/office/officeart/2005/8/layout/hierarchy3"/>
    <dgm:cxn modelId="{E2437313-4468-4712-B537-C979BB7F9A5C}" srcId="{A3A0DCB7-F8D8-479C-994E-1B67D53C5796}" destId="{44101AD7-86D7-46ED-B1F1-E94598DCF594}" srcOrd="3" destOrd="0" parTransId="{1994DC4F-D81A-4875-8833-075B5BBEB545}" sibTransId="{5DFB9358-6DD3-4182-A056-1DD9D47A2615}"/>
    <dgm:cxn modelId="{09989613-7DB6-4A1E-9EAE-414F861E8999}" type="presOf" srcId="{7D8D4BA4-50E3-4A85-8A8C-202527952C2D}" destId="{8C9565BF-3CBD-4481-9591-421553B26AA7}" srcOrd="0" destOrd="0" presId="urn:microsoft.com/office/officeart/2005/8/layout/hierarchy3"/>
    <dgm:cxn modelId="{C9228615-0F66-4A0B-A4B9-2ED488E05A6C}" srcId="{F1D5E388-FE4C-434D-8A59-AC1CF602EA04}" destId="{554EF329-1878-492D-9F28-5F3FCC5637E2}" srcOrd="4" destOrd="0" parTransId="{E93C9A2F-BF17-436C-937E-59CC924388CE}" sibTransId="{A9944214-466E-4B34-9A06-0EE02581BB52}"/>
    <dgm:cxn modelId="{8E2B9916-FDB2-4D83-85E1-79FD1C96BCF5}" srcId="{92CED3E0-1429-403D-8F46-ABBDA01C1BE2}" destId="{278C6584-B29C-4E93-AC00-BC89D332608A}" srcOrd="0" destOrd="0" parTransId="{D0AA308E-F6B6-41EC-85A9-DCBCB014C24D}" sibTransId="{5CD9AE8F-035B-4E39-AC7C-87E90BAF33E6}"/>
    <dgm:cxn modelId="{FBB0B11A-CBB7-488F-BC6F-0DB03CC2F87E}" srcId="{0CD5AEC7-DE19-40ED-90C9-22C7ABA2FB45}" destId="{0F96314F-498F-4670-9268-CCA8576AB61B}" srcOrd="0" destOrd="0" parTransId="{91F5306F-848B-45E9-8004-BDA6CFB91095}" sibTransId="{4A6C9E2A-5A9F-4B25-83E5-1A88A0D0AB1B}"/>
    <dgm:cxn modelId="{51FE241E-EFE4-40BE-8615-037FC95A1CF5}" type="presOf" srcId="{BD88C778-8387-474A-BC83-2731611035F3}" destId="{E5E2CBF8-EE99-4FEB-8473-F7F11C56AECA}" srcOrd="0" destOrd="0" presId="urn:microsoft.com/office/officeart/2005/8/layout/hierarchy3"/>
    <dgm:cxn modelId="{F4D3AE22-B31B-4B43-8C60-FE1B6193A1C4}" srcId="{4AE1F11A-61EA-42A3-859B-CEBC17351CEC}" destId="{E389FF3F-B8B8-41A1-87B9-8E013478C93E}" srcOrd="5" destOrd="0" parTransId="{0020CDCA-E83E-42F2-9AC4-FC35E65A7F7B}" sibTransId="{F5F26322-6EE2-4489-95EB-F562D3DE955F}"/>
    <dgm:cxn modelId="{5BD1CB24-A49F-49BD-BE72-BFB3376D900C}" srcId="{D604112F-FB78-44E1-AF37-FD47C1C6F6AD}" destId="{1FAD0ED5-6243-4958-B0B8-BE6D3933DE37}" srcOrd="0" destOrd="0" parTransId="{68B5D997-4461-484F-BEEF-96C3F732DA76}" sibTransId="{201134B0-5522-4CF8-8919-858405D9E5F8}"/>
    <dgm:cxn modelId="{07483425-2D52-44BC-9C88-B0EE84CDB247}" type="presOf" srcId="{8815B905-79E1-4D40-9B4E-386624A0ED2B}" destId="{EFBCEBF2-86C0-496C-BE77-4B1C90814138}" srcOrd="0" destOrd="0" presId="urn:microsoft.com/office/officeart/2005/8/layout/hierarchy3"/>
    <dgm:cxn modelId="{8D414626-1272-4FA5-B5B5-9CE33538F8A3}" type="presOf" srcId="{44101AD7-86D7-46ED-B1F1-E94598DCF594}" destId="{BDC2CD79-42B1-4E0C-8D93-E0EC2C225445}" srcOrd="0" destOrd="0" presId="urn:microsoft.com/office/officeart/2005/8/layout/hierarchy3"/>
    <dgm:cxn modelId="{BB12B631-8472-4C5B-A3F5-6A777CCA30E2}" type="presOf" srcId="{0CD5AEC7-DE19-40ED-90C9-22C7ABA2FB45}" destId="{E50489BC-F36B-414F-BAF7-C1E8C52BE26C}" srcOrd="1" destOrd="0" presId="urn:microsoft.com/office/officeart/2005/8/layout/hierarchy3"/>
    <dgm:cxn modelId="{A1BF2132-7459-4ED4-9FDB-DFDBD244DC7E}" type="presOf" srcId="{B9E2A84E-460C-4C75-A655-CFE9595E762F}" destId="{235D54C8-D9E2-4A56-A759-2FD2B0DAFD27}" srcOrd="0" destOrd="0" presId="urn:microsoft.com/office/officeart/2005/8/layout/hierarchy3"/>
    <dgm:cxn modelId="{4A400F34-ECDA-4663-ACEF-2C4E4808D85B}" type="presOf" srcId="{2B2A4DC0-71D0-4CA4-9E79-D0C4B008DA02}" destId="{C6C38481-5E41-4EF6-B019-8611AB3CF366}" srcOrd="0" destOrd="0" presId="urn:microsoft.com/office/officeart/2005/8/layout/hierarchy3"/>
    <dgm:cxn modelId="{A9112035-C3FF-4FF6-AD96-CB0EFEA721AC}" srcId="{F1D5E388-FE4C-434D-8A59-AC1CF602EA04}" destId="{5D685E41-832D-49AD-BA4B-6B3E2EE48E87}" srcOrd="1" destOrd="0" parTransId="{91CF781F-19F6-4792-B709-7A6EB037B0E6}" sibTransId="{E924A1B2-AE2A-4BAE-9E07-A0457F09E4F1}"/>
    <dgm:cxn modelId="{EA37FE39-0A8F-42F9-9915-6B26456C07CB}" type="presOf" srcId="{92CED3E0-1429-403D-8F46-ABBDA01C1BE2}" destId="{037EF5E9-EE1C-4C00-AC99-A59D2D3B0BB4}" srcOrd="1" destOrd="0" presId="urn:microsoft.com/office/officeart/2005/8/layout/hierarchy3"/>
    <dgm:cxn modelId="{54FDB83B-543F-41C8-BCD8-7A008F0EA4A4}" type="presOf" srcId="{6C315D2D-32C0-474E-BD8C-2D584ED3D7F8}" destId="{545F1C73-56EB-4DF2-80BE-A39BBA4142F1}" srcOrd="0" destOrd="0" presId="urn:microsoft.com/office/officeart/2005/8/layout/hierarchy3"/>
    <dgm:cxn modelId="{13157A3C-9FC1-485F-B60A-54A116A3AC58}" type="presOf" srcId="{1DB694CA-24EF-4527-B18A-35E494CA8A6B}" destId="{DE89A519-48D1-49A3-8BD6-202FE07E1D8B}" srcOrd="0" destOrd="0" presId="urn:microsoft.com/office/officeart/2005/8/layout/hierarchy3"/>
    <dgm:cxn modelId="{1B2D123D-FC57-4A03-B91B-9765B9CEE51F}" type="presOf" srcId="{678B465E-BE91-40CA-A64C-7F7ED30C3D9F}" destId="{6D29BE31-08E1-4157-9004-E26DC1F6B4F9}" srcOrd="0" destOrd="0" presId="urn:microsoft.com/office/officeart/2005/8/layout/hierarchy3"/>
    <dgm:cxn modelId="{1911565B-1180-4E54-95F7-F81CB621AD03}" type="presOf" srcId="{F966CC27-56D1-4D71-A6E3-1579C3D77825}" destId="{4A87E2BC-F189-459C-9065-8C2A1CD3C53A}" srcOrd="0" destOrd="0" presId="urn:microsoft.com/office/officeart/2005/8/layout/hierarchy3"/>
    <dgm:cxn modelId="{1C24D55B-1940-4311-8F44-4DAAC6A6D975}" srcId="{A3A0DCB7-F8D8-479C-994E-1B67D53C5796}" destId="{46C5CF07-A725-4FEF-99A3-16AB3B53B791}" srcOrd="5" destOrd="0" parTransId="{DEC6F2DD-66CE-4FFB-B3F9-90CDB5DD7F7B}" sibTransId="{C56201D9-95C6-4644-9E00-1400AC3CF01E}"/>
    <dgm:cxn modelId="{97C26F5C-B9BE-4CEF-B8D0-C51ADF77B9E1}" srcId="{4AE1F11A-61EA-42A3-859B-CEBC17351CEC}" destId="{BD88C778-8387-474A-BC83-2731611035F3}" srcOrd="4" destOrd="0" parTransId="{FFA3BBF8-5507-421E-813B-CAF6DFEA0094}" sibTransId="{11B15998-ED31-4C3C-B68F-329E12E971FB}"/>
    <dgm:cxn modelId="{72EC5F5E-E1A4-471C-A8DA-605717BF5BD0}" srcId="{F1D5E388-FE4C-434D-8A59-AC1CF602EA04}" destId="{AB2C4A5A-2AE0-4073-9F25-F84126AC1805}" srcOrd="0" destOrd="0" parTransId="{56042748-9062-4DBC-93E4-13B649E6D3AD}" sibTransId="{A979DBB4-8E00-4199-A3A6-CB40B9006608}"/>
    <dgm:cxn modelId="{E5BCF261-043A-4E73-8C06-7B9153E05E92}" type="presOf" srcId="{15E9275F-A0E6-4845-805A-C1A3BA55018C}" destId="{06318A00-D56A-41E8-984B-7BA63A8C7B30}" srcOrd="0" destOrd="0" presId="urn:microsoft.com/office/officeart/2005/8/layout/hierarchy3"/>
    <dgm:cxn modelId="{5EEF5C42-0DCC-413E-8EC7-11B500BDF6E3}" srcId="{A3A0DCB7-F8D8-479C-994E-1B67D53C5796}" destId="{F1D5E388-FE4C-434D-8A59-AC1CF602EA04}" srcOrd="4" destOrd="0" parTransId="{10651F36-4DB1-46DF-A2F9-4CEAC6F0E348}" sibTransId="{90E9B93F-84C7-4008-AD84-D181735298A7}"/>
    <dgm:cxn modelId="{575BC242-D0B9-4B98-810B-2BC01F704AEE}" type="presOf" srcId="{DD913390-E782-4464-9578-7C99B7228947}" destId="{BDB0C69A-13BA-40E8-865D-F6DBB5BF65EA}" srcOrd="0" destOrd="0" presId="urn:microsoft.com/office/officeart/2005/8/layout/hierarchy3"/>
    <dgm:cxn modelId="{4CA60264-3D28-4254-A542-35FE1AE0DAB4}" type="presOf" srcId="{EEAFCFBC-6A08-4BD0-BA38-35AE725E1F51}" destId="{5B125BF5-8BFE-43BF-9684-E9254489CDFB}" srcOrd="0" destOrd="0" presId="urn:microsoft.com/office/officeart/2005/8/layout/hierarchy3"/>
    <dgm:cxn modelId="{41BA4C45-FB31-4546-B5B8-49A2C3F49B6E}" type="presOf" srcId="{0F96314F-498F-4670-9268-CCA8576AB61B}" destId="{0CEFC56F-FA49-4AD9-9FE4-9F4E2991CB56}" srcOrd="0" destOrd="0" presId="urn:microsoft.com/office/officeart/2005/8/layout/hierarchy3"/>
    <dgm:cxn modelId="{BAECDE67-F150-4B82-B4A4-FC2E0942B39D}" type="presOf" srcId="{E93C9A2F-BF17-436C-937E-59CC924388CE}" destId="{0A49AE2F-4992-4A48-8F5D-A095BF5DC56C}" srcOrd="0" destOrd="0" presId="urn:microsoft.com/office/officeart/2005/8/layout/hierarchy3"/>
    <dgm:cxn modelId="{4D9C4649-3354-4344-8368-CB54BA9A8786}" type="presOf" srcId="{5D685E41-832D-49AD-BA4B-6B3E2EE48E87}" destId="{CBB05E6D-37D4-4A32-9ECE-968F96A6C2AA}" srcOrd="0" destOrd="0" presId="urn:microsoft.com/office/officeart/2005/8/layout/hierarchy3"/>
    <dgm:cxn modelId="{15F96849-D9E2-4DE5-8E0D-8D2498FFC7B2}" type="presOf" srcId="{1DF32A9C-2D01-4684-A631-3ABB26047D99}" destId="{48700311-1581-41BB-86C6-2F39A5725103}" srcOrd="0" destOrd="0" presId="urn:microsoft.com/office/officeart/2005/8/layout/hierarchy3"/>
    <dgm:cxn modelId="{6442644B-3F17-46AE-AD70-FBB7F3471D48}" srcId="{A3A0DCB7-F8D8-479C-994E-1B67D53C5796}" destId="{6B6D028D-BD6F-4949-898B-EAAB23F01E0D}" srcOrd="2" destOrd="0" parTransId="{2618102B-74A6-4927-B802-D65A1997C99E}" sibTransId="{6D180941-2741-4010-B311-EF176478C080}"/>
    <dgm:cxn modelId="{B1ACD34B-1AC0-499D-8DE2-A8F21FA6FEB5}" srcId="{0CD5AEC7-DE19-40ED-90C9-22C7ABA2FB45}" destId="{92A54998-9560-4EBD-A1E0-54B35ECA0274}" srcOrd="3" destOrd="0" parTransId="{7D8D4BA4-50E3-4A85-8A8C-202527952C2D}" sibTransId="{0291A6AB-0913-49A9-87FB-E114849B7398}"/>
    <dgm:cxn modelId="{5111486E-C0FA-4C86-A9AF-88A2CE2641C4}" srcId="{92CED3E0-1429-403D-8F46-ABBDA01C1BE2}" destId="{20FD4293-F336-435D-B00C-761D0ABCA858}" srcOrd="2" destOrd="0" parTransId="{996FE81C-A05C-4B19-8DEE-5A537A421EB0}" sibTransId="{C9433B99-9FC2-4067-8127-CB69CD1E55AB}"/>
    <dgm:cxn modelId="{370B534E-67A6-49E1-8AAD-85A5508D0532}" srcId="{44101AD7-86D7-46ED-B1F1-E94598DCF594}" destId="{D32FA386-1B6F-4D66-94C7-6C49BDD715EB}" srcOrd="4" destOrd="0" parTransId="{DCD1CFFD-404C-46B0-9554-7047BF538163}" sibTransId="{44B9104B-C453-485C-9518-43111743BA25}"/>
    <dgm:cxn modelId="{2AED444F-5EB7-4EF7-9EA9-7194DDDAB006}" type="presOf" srcId="{0CD5AEC7-DE19-40ED-90C9-22C7ABA2FB45}" destId="{045E551F-05CE-4E80-B178-9DD6FD8BEBCA}" srcOrd="0" destOrd="0" presId="urn:microsoft.com/office/officeart/2005/8/layout/hierarchy3"/>
    <dgm:cxn modelId="{B692CC4F-5200-4FC0-B2E4-A245C460172C}" type="presOf" srcId="{E389FF3F-B8B8-41A1-87B9-8E013478C93E}" destId="{5D016FA6-B611-4AF0-90F3-7DC38E24C460}" srcOrd="0" destOrd="0" presId="urn:microsoft.com/office/officeart/2005/8/layout/hierarchy3"/>
    <dgm:cxn modelId="{F9F5D670-2351-40DB-A3A1-F480E54CEF68}" type="presOf" srcId="{70854C93-C36D-4FB1-934E-B4D2F6F02205}" destId="{5765CCE5-93AA-4077-875F-9AEDBFCC462F}" srcOrd="0" destOrd="0" presId="urn:microsoft.com/office/officeart/2005/8/layout/hierarchy3"/>
    <dgm:cxn modelId="{2B113D71-2805-414F-9BEC-2E0178289687}" type="presOf" srcId="{073B1DED-5EFB-4D49-B1E1-C0D02782B405}" destId="{FA79515D-B966-4576-A087-0317D42893B1}" srcOrd="0" destOrd="0" presId="urn:microsoft.com/office/officeart/2005/8/layout/hierarchy3"/>
    <dgm:cxn modelId="{E4674851-136D-4BD2-8ECB-4A223C0AB6A1}" type="presOf" srcId="{A100B710-1904-460E-9C6F-215526539590}" destId="{12BEC8BF-DC5F-44BD-AA18-A04C49F89C19}" srcOrd="0" destOrd="0" presId="urn:microsoft.com/office/officeart/2005/8/layout/hierarchy3"/>
    <dgm:cxn modelId="{E40AED53-9E66-432E-BF07-DE3D2E80EDE7}" srcId="{6B6D028D-BD6F-4949-898B-EAAB23F01E0D}" destId="{073B1DED-5EFB-4D49-B1E1-C0D02782B405}" srcOrd="0" destOrd="0" parTransId="{90E2A669-CF19-4B92-ACE4-2A19BB25D49D}" sibTransId="{29A59A58-5FE6-430B-BF5F-521B42707E14}"/>
    <dgm:cxn modelId="{D56ABD54-E91A-4D8E-A30A-BC5B5767730C}" type="presOf" srcId="{46C5CF07-A725-4FEF-99A3-16AB3B53B791}" destId="{52BA5082-D078-4944-A660-614C8AF118CE}" srcOrd="0" destOrd="0" presId="urn:microsoft.com/office/officeart/2005/8/layout/hierarchy3"/>
    <dgm:cxn modelId="{CB34EC54-8E51-4D30-8C1E-E34FB715CB36}" srcId="{4AE1F11A-61EA-42A3-859B-CEBC17351CEC}" destId="{584CF299-9A21-4433-A229-8F45B2CA9C74}" srcOrd="0" destOrd="0" parTransId="{678B465E-BE91-40CA-A64C-7F7ED30C3D9F}" sibTransId="{7B1A147B-A7F1-4146-B606-E59E6C6617EA}"/>
    <dgm:cxn modelId="{8C81E076-FF6A-464C-AE6F-EB2C30F2C8C5}" type="presOf" srcId="{A4DF2CCC-303C-4DD6-A373-973F8CCE4FC6}" destId="{508D2D8D-3732-448C-940F-5B4885A25ED8}" srcOrd="0" destOrd="0" presId="urn:microsoft.com/office/officeart/2005/8/layout/hierarchy3"/>
    <dgm:cxn modelId="{CABA3D58-3459-4D00-BA1B-D67D08B9B7DE}" type="presOf" srcId="{996FE81C-A05C-4B19-8DEE-5A537A421EB0}" destId="{4641931C-EFCE-4FFD-9150-2487FD8A4B54}" srcOrd="0" destOrd="0" presId="urn:microsoft.com/office/officeart/2005/8/layout/hierarchy3"/>
    <dgm:cxn modelId="{4D265379-D909-48CF-9CDB-DA032E3AC4F4}" srcId="{4AE1F11A-61EA-42A3-859B-CEBC17351CEC}" destId="{AB202C52-896C-480F-ACFB-51F8B47F7C3A}" srcOrd="1" destOrd="0" parTransId="{92D852AA-0278-4CB5-91BD-BC23DDFEC564}" sibTransId="{8A62C2CB-3C7D-47B4-91FC-D354F99DC7AF}"/>
    <dgm:cxn modelId="{B3F2777A-31D4-4466-B288-CE38D639C717}" srcId="{0CD5AEC7-DE19-40ED-90C9-22C7ABA2FB45}" destId="{972F3379-E37B-498B-8F44-FAC1CF3B1733}" srcOrd="2" destOrd="0" parTransId="{A4DF2CCC-303C-4DD6-A373-973F8CCE4FC6}" sibTransId="{6FAA33D5-08B5-4D1F-89C2-AD4CBAECC0EF}"/>
    <dgm:cxn modelId="{27ADA95A-C968-440F-B407-36E824B6A844}" type="presOf" srcId="{E79B3A42-C1B6-4C24-AF17-A727EF3B7536}" destId="{3BB327A8-9318-428E-93EF-3989510CC652}" srcOrd="0" destOrd="0" presId="urn:microsoft.com/office/officeart/2005/8/layout/hierarchy3"/>
    <dgm:cxn modelId="{93315F7D-8A08-4511-97CF-E093CFCC1A50}" type="presOf" srcId="{91CF781F-19F6-4792-B709-7A6EB037B0E6}" destId="{588803E8-E0BA-44F4-AB9F-9E9D1DFB1AD2}" srcOrd="0" destOrd="0" presId="urn:microsoft.com/office/officeart/2005/8/layout/hierarchy3"/>
    <dgm:cxn modelId="{D5D70C82-E503-4745-BCEB-2F519562386E}" srcId="{6B6D028D-BD6F-4949-898B-EAAB23F01E0D}" destId="{082A4510-BE08-4887-8FC2-DE2133C2EBA4}" srcOrd="2" destOrd="0" parTransId="{5233D802-7AB9-4E34-B8DF-E49A0D1D4365}" sibTransId="{3B42C470-C252-4CC3-B257-ABE4C519ABC3}"/>
    <dgm:cxn modelId="{F7D38982-2F59-40D5-B532-6CE3C35086DB}" srcId="{D604112F-FB78-44E1-AF37-FD47C1C6F6AD}" destId="{E79B3A42-C1B6-4C24-AF17-A727EF3B7536}" srcOrd="1" destOrd="0" parTransId="{C3CF0125-30BB-444E-9B22-8E0BA86D108C}" sibTransId="{F17FA010-D9FB-4956-BA37-A198968ED276}"/>
    <dgm:cxn modelId="{8FA08383-0E78-469F-B594-9855B972DB53}" type="presOf" srcId="{082A4510-BE08-4887-8FC2-DE2133C2EBA4}" destId="{863749F2-CFD3-4E3B-8BD8-C8C19A511F8B}" srcOrd="0" destOrd="0" presId="urn:microsoft.com/office/officeart/2005/8/layout/hierarchy3"/>
    <dgm:cxn modelId="{C3811185-4229-4C22-A195-BE44087668E7}" type="presOf" srcId="{EDB562C6-8701-40F9-83D8-1F1FFE139C8F}" destId="{9AD5FCB9-3902-464F-A76D-6E1CC28FF7A9}" srcOrd="0" destOrd="0" presId="urn:microsoft.com/office/officeart/2005/8/layout/hierarchy3"/>
    <dgm:cxn modelId="{DF5E6F86-D0BD-44AF-B28F-E5E9D26074C5}" srcId="{92CED3E0-1429-403D-8F46-ABBDA01C1BE2}" destId="{28355B31-F150-4211-A8D8-8DB3CA37569F}" srcOrd="1" destOrd="0" parTransId="{A100B710-1904-460E-9C6F-215526539590}" sibTransId="{05569319-6F68-4F26-92F0-1B77B2A982DE}"/>
    <dgm:cxn modelId="{F552A286-2590-4F60-A27E-FF4E79B68C05}" type="presOf" srcId="{68B5D997-4461-484F-BEEF-96C3F732DA76}" destId="{BF4FD549-C0BE-48FB-A55D-268696EC8BBB}" srcOrd="0" destOrd="0" presId="urn:microsoft.com/office/officeart/2005/8/layout/hierarchy3"/>
    <dgm:cxn modelId="{B77C5487-73A6-4DEC-BEE1-872E72B22A2D}" srcId="{44101AD7-86D7-46ED-B1F1-E94598DCF594}" destId="{F966CC27-56D1-4D71-A6E3-1579C3D77825}" srcOrd="1" destOrd="0" parTransId="{234ED0BF-0060-402A-A1F7-33A5DA765AAB}" sibTransId="{A711404B-4248-4643-BCD3-82DE7F52DFD5}"/>
    <dgm:cxn modelId="{A547AD88-77F4-4CD2-80DE-1CCF114039D8}" type="presOf" srcId="{D319208B-40C1-48A7-83AF-FEBC015CB8BF}" destId="{FC58940A-5B4E-49A6-8A23-A2A5221765FF}" srcOrd="0" destOrd="0" presId="urn:microsoft.com/office/officeart/2005/8/layout/hierarchy3"/>
    <dgm:cxn modelId="{F7198C8C-D0F4-4465-92C1-8B60F5B9629F}" srcId="{44101AD7-86D7-46ED-B1F1-E94598DCF594}" destId="{BDD3D3E8-4F98-4D9B-A483-A88ED2DCFFD9}" srcOrd="0" destOrd="0" parTransId="{81F5A1C2-0BF5-4C95-A8B2-D59591D7AE11}" sibTransId="{EBAC60A8-1B6B-434C-A7BC-AC6027ECC8E4}"/>
    <dgm:cxn modelId="{B794D590-7840-41AF-A2F1-928C3B227F01}" type="presOf" srcId="{D0AA308E-F6B6-41EC-85A9-DCBCB014C24D}" destId="{307550D0-E664-4380-A5F0-5139A5120239}" srcOrd="0" destOrd="0" presId="urn:microsoft.com/office/officeart/2005/8/layout/hierarchy3"/>
    <dgm:cxn modelId="{A6A43091-A488-4330-A3E8-8C8D1E06730C}" type="presOf" srcId="{81F5A1C2-0BF5-4C95-A8B2-D59591D7AE11}" destId="{BF592FA5-1240-4486-8A23-7BFA8130211B}" srcOrd="0" destOrd="0" presId="urn:microsoft.com/office/officeart/2005/8/layout/hierarchy3"/>
    <dgm:cxn modelId="{91737892-5F08-4218-9312-EE6047D3000D}" srcId="{A3A0DCB7-F8D8-479C-994E-1B67D53C5796}" destId="{65802819-DE35-4968-AEB0-C6A1989E329C}" srcOrd="1" destOrd="0" parTransId="{B56480C4-AAF9-4A00-85CF-EE56A39FE2D3}" sibTransId="{A7635653-3323-43EC-A646-EB82EB9AE591}"/>
    <dgm:cxn modelId="{A8FABA92-166A-4DAF-AD3C-47A1B1DD3089}" type="presOf" srcId="{91F5306F-848B-45E9-8004-BDA6CFB91095}" destId="{8D443397-55C2-4C3D-AA3A-68016C94AEB1}" srcOrd="0" destOrd="0" presId="urn:microsoft.com/office/officeart/2005/8/layout/hierarchy3"/>
    <dgm:cxn modelId="{739C5193-FB1B-49CE-88B8-0717B04154ED}" type="presOf" srcId="{92CED3E0-1429-403D-8F46-ABBDA01C1BE2}" destId="{8F01C6CB-71EC-4B3C-AFE1-57A7FEAE9C24}" srcOrd="0" destOrd="0" presId="urn:microsoft.com/office/officeart/2005/8/layout/hierarchy3"/>
    <dgm:cxn modelId="{FFEC5C94-58EF-4B49-8469-6FCC71D0131F}" type="presOf" srcId="{3D580EC3-7F4A-4EF5-86CD-A65D5BE78FB1}" destId="{EAEC082C-787E-42F5-8B34-1DE0AD4DF744}" srcOrd="0" destOrd="0" presId="urn:microsoft.com/office/officeart/2005/8/layout/hierarchy3"/>
    <dgm:cxn modelId="{1B192397-D6AB-4B7B-9D14-FECAACC276F4}" type="presOf" srcId="{BDD3D3E8-4F98-4D9B-A483-A88ED2DCFFD9}" destId="{AD155100-F56C-4317-9788-81F256E17B44}" srcOrd="0" destOrd="0" presId="urn:microsoft.com/office/officeart/2005/8/layout/hierarchy3"/>
    <dgm:cxn modelId="{EA7A1999-FD7B-4106-BE73-3EA9C0145B04}" srcId="{44101AD7-86D7-46ED-B1F1-E94598DCF594}" destId="{4A2F7613-8505-4B9B-8D44-A1D8926F7880}" srcOrd="3" destOrd="0" parTransId="{DD913390-E782-4464-9578-7C99B7228947}" sibTransId="{E243832D-D401-466A-B482-85FD0E625B3C}"/>
    <dgm:cxn modelId="{A4CA459C-3077-47B5-B76D-0CDC8D4413D6}" type="presOf" srcId="{44101AD7-86D7-46ED-B1F1-E94598DCF594}" destId="{BCEFEA1D-101F-4971-9205-6866E2322A3E}" srcOrd="1" destOrd="0" presId="urn:microsoft.com/office/officeart/2005/8/layout/hierarchy3"/>
    <dgm:cxn modelId="{DE88B7A1-1EE5-4EEA-8E63-A218F51BB272}" srcId="{3D580EC3-7F4A-4EF5-86CD-A65D5BE78FB1}" destId="{2B2A4DC0-71D0-4CA4-9E79-D0C4B008DA02}" srcOrd="0" destOrd="0" parTransId="{D7F1CA50-0942-458C-8AAE-CEECD9E4D9EE}" sibTransId="{6613121B-E144-4C05-AB11-F61CEAB4AE06}"/>
    <dgm:cxn modelId="{D31716A3-D7A1-4FA7-908F-F3A208BFBA9B}" srcId="{6B6D028D-BD6F-4949-898B-EAAB23F01E0D}" destId="{70854C93-C36D-4FB1-934E-B4D2F6F02205}" srcOrd="3" destOrd="0" parTransId="{99F59536-6CA2-41AB-92C3-9E18A530EC8C}" sibTransId="{D413405A-9F1B-4ADA-9924-2E438744F69F}"/>
    <dgm:cxn modelId="{034226A4-10C4-405F-966D-7655707E7A22}" srcId="{44101AD7-86D7-46ED-B1F1-E94598DCF594}" destId="{6C48A649-EA11-401F-BB81-9354879E2AE9}" srcOrd="2" destOrd="0" parTransId="{78084CA0-B321-478A-9B62-DADD23F42894}" sibTransId="{F9D632D5-EBDE-4DFA-ADEC-1AA1F252E4EC}"/>
    <dgm:cxn modelId="{7D308DA8-7192-4592-9BBD-5E24065B3B3B}" type="presOf" srcId="{D7F1CA50-0942-458C-8AAE-CEECD9E4D9EE}" destId="{65A1182D-BCFE-4D2A-A455-7A9E0DCA1CFD}" srcOrd="0" destOrd="0" presId="urn:microsoft.com/office/officeart/2005/8/layout/hierarchy3"/>
    <dgm:cxn modelId="{1495A7A8-5BD6-41E3-9C65-9C730539DD83}" type="presOf" srcId="{46C5CF07-A725-4FEF-99A3-16AB3B53B791}" destId="{EC28B4BC-6685-4003-933D-5E25576D89C7}" srcOrd="1" destOrd="0" presId="urn:microsoft.com/office/officeart/2005/8/layout/hierarchy3"/>
    <dgm:cxn modelId="{F54423AB-2C01-4262-984D-7C33B2685A94}" srcId="{A3A0DCB7-F8D8-479C-994E-1B67D53C5796}" destId="{0CD5AEC7-DE19-40ED-90C9-22C7ABA2FB45}" srcOrd="6" destOrd="0" parTransId="{6508F6A7-108F-4937-BA80-995741CEB640}" sibTransId="{3FA84EAA-31C1-4E4B-BF60-E9DDE3C00A07}"/>
    <dgm:cxn modelId="{021398AC-FD19-41D3-AB67-3FAA007B5870}" type="presOf" srcId="{6C48A649-EA11-401F-BB81-9354879E2AE9}" destId="{2059FAD1-3FB0-42BA-9E8C-19D5363A4D8C}" srcOrd="0" destOrd="0" presId="urn:microsoft.com/office/officeart/2005/8/layout/hierarchy3"/>
    <dgm:cxn modelId="{CAAF51AD-30A4-4643-A08E-C9F1C0DB3AD4}" srcId="{A3A0DCB7-F8D8-479C-994E-1B67D53C5796}" destId="{3D580EC3-7F4A-4EF5-86CD-A65D5BE78FB1}" srcOrd="0" destOrd="0" parTransId="{D7E6B2B4-5A5C-4177-B05C-0D6501135D4D}" sibTransId="{0173DAB9-4A92-4F7D-976D-236F50A1F8FA}"/>
    <dgm:cxn modelId="{FEA8AAAE-2C6D-4417-8B1D-DE3DD16BE1AD}" type="presOf" srcId="{A3A0DCB7-F8D8-479C-994E-1B67D53C5796}" destId="{2DE8F7A3-A467-4A10-BEB7-B2B72D790EB2}" srcOrd="0" destOrd="0" presId="urn:microsoft.com/office/officeart/2005/8/layout/hierarchy3"/>
    <dgm:cxn modelId="{A50927B2-329A-487F-A4E3-1C67805DBE1F}" type="presOf" srcId="{F1D5E388-FE4C-434D-8A59-AC1CF602EA04}" destId="{2520AE09-C48E-48CE-BA37-DFBF0054BC61}" srcOrd="1" destOrd="0" presId="urn:microsoft.com/office/officeart/2005/8/layout/hierarchy3"/>
    <dgm:cxn modelId="{F038B0B2-E5B5-4F63-B301-1647C2B6EEF3}" srcId="{6B6D028D-BD6F-4949-898B-EAAB23F01E0D}" destId="{60FCF9D0-1D82-4A96-BB78-AB9E5322CFD2}" srcOrd="1" destOrd="0" parTransId="{EEAFCFBC-6A08-4BD0-BA38-35AE725E1F51}" sibTransId="{0627DE50-4890-431C-949E-E2589EE11E5B}"/>
    <dgm:cxn modelId="{9D5F3CB3-CAAA-4477-B6A9-0223F6491D5A}" type="presOf" srcId="{FFA3BBF8-5507-421E-813B-CAF6DFEA0094}" destId="{D5EBD39B-E2F2-40F0-A96E-57304243B418}" srcOrd="0" destOrd="0" presId="urn:microsoft.com/office/officeart/2005/8/layout/hierarchy3"/>
    <dgm:cxn modelId="{92AC15B7-B661-4CB3-BBAA-4D6EEF635EA5}" type="presOf" srcId="{584CF299-9A21-4433-A229-8F45B2CA9C74}" destId="{3870C3FD-38D3-4DEE-AEB1-5ADFAC8283FA}" srcOrd="0" destOrd="0" presId="urn:microsoft.com/office/officeart/2005/8/layout/hierarchy3"/>
    <dgm:cxn modelId="{0F9F5DB7-EAB2-48BF-9F29-59D6A78C6C24}" type="presOf" srcId="{6B6D028D-BD6F-4949-898B-EAAB23F01E0D}" destId="{DB506CA2-5CA7-4274-A23F-7FF3AA67B321}" srcOrd="0" destOrd="0" presId="urn:microsoft.com/office/officeart/2005/8/layout/hierarchy3"/>
    <dgm:cxn modelId="{9FCD3FB8-F611-4B03-BAE0-AF8DC35AEFC5}" srcId="{46C5CF07-A725-4FEF-99A3-16AB3B53B791}" destId="{38C4623D-2989-4FE6-8A39-9A01D5129B01}" srcOrd="0" destOrd="0" parTransId="{2F17D9EB-EE6A-4C94-BFC6-E343E61E9400}" sibTransId="{9EA9E4E4-C151-4057-BEA9-FB83C2C6C8E2}"/>
    <dgm:cxn modelId="{10DFA9B8-0A15-45BA-8974-1BCE430A06D4}" type="presOf" srcId="{234ED0BF-0060-402A-A1F7-33A5DA765AAB}" destId="{52A7BFD7-1317-44EC-8F56-6E7DCB49A7B2}" srcOrd="0" destOrd="0" presId="urn:microsoft.com/office/officeart/2005/8/layout/hierarchy3"/>
    <dgm:cxn modelId="{5D97F2B8-F19E-472C-AB00-66E4CACEDE08}" type="presOf" srcId="{19959036-FD90-4D1B-8C31-0236376D1649}" destId="{9C364EDD-2E42-4FDB-A74B-F13D7EEFEFAC}" srcOrd="0" destOrd="0" presId="urn:microsoft.com/office/officeart/2005/8/layout/hierarchy3"/>
    <dgm:cxn modelId="{438B59BC-AF86-46E4-8A47-2F28D02F30F6}" type="presOf" srcId="{327B004E-77C5-43E8-8DF2-5EAC55B64795}" destId="{EA4DAA93-DEC0-40E9-9210-4EF84EDE045B}" srcOrd="0" destOrd="0" presId="urn:microsoft.com/office/officeart/2005/8/layout/hierarchy3"/>
    <dgm:cxn modelId="{9386F3C0-A107-4EC1-B5AA-F585E16EBA83}" type="presOf" srcId="{554EF329-1878-492D-9F28-5F3FCC5637E2}" destId="{76E873CE-FDBC-451B-9851-3B8ED55BF462}" srcOrd="0" destOrd="0" presId="urn:microsoft.com/office/officeart/2005/8/layout/hierarchy3"/>
    <dgm:cxn modelId="{E18696C2-5462-4B8E-9FFE-65CFC545F7C3}" type="presOf" srcId="{65802819-DE35-4968-AEB0-C6A1989E329C}" destId="{72BEA7DA-CB02-4DB6-A02C-9A399634247B}" srcOrd="0" destOrd="0" presId="urn:microsoft.com/office/officeart/2005/8/layout/hierarchy3"/>
    <dgm:cxn modelId="{D44470C3-D9DF-43FC-8788-5FB6CDFA3393}" type="presOf" srcId="{20FD4293-F336-435D-B00C-761D0ABCA858}" destId="{64A4CE26-09ED-48D9-A689-DAB3C774EC18}" srcOrd="0" destOrd="0" presId="urn:microsoft.com/office/officeart/2005/8/layout/hierarchy3"/>
    <dgm:cxn modelId="{E3F761C4-D5CF-4661-8E5E-39CC7696FF1C}" type="presOf" srcId="{3D580EC3-7F4A-4EF5-86CD-A65D5BE78FB1}" destId="{C2B50393-6F67-43BC-8D2E-F94CF7579DD6}" srcOrd="1" destOrd="0" presId="urn:microsoft.com/office/officeart/2005/8/layout/hierarchy3"/>
    <dgm:cxn modelId="{66F6F5C4-2401-4652-B674-02C4396F1279}" type="presOf" srcId="{0020CDCA-E83E-42F2-9AC4-FC35E65A7F7B}" destId="{F899DD14-F881-496A-9036-490ADD875E8C}" srcOrd="0" destOrd="0" presId="urn:microsoft.com/office/officeart/2005/8/layout/hierarchy3"/>
    <dgm:cxn modelId="{C40851C5-73E6-44F5-B03B-D3F4DE7DBA46}" type="presOf" srcId="{99F59536-6CA2-41AB-92C3-9E18A530EC8C}" destId="{BE52F78D-9891-4593-B39A-F731AA7E32E4}" srcOrd="0" destOrd="0" presId="urn:microsoft.com/office/officeart/2005/8/layout/hierarchy3"/>
    <dgm:cxn modelId="{367A34C7-31B0-4AE5-A9C6-F2EA367FD8F2}" type="presOf" srcId="{BE9A8B53-71EF-4BEA-9FAB-45F15E029B35}" destId="{EE16A0D1-2FE9-45F6-A89A-3D39DA0BE2A6}" srcOrd="0" destOrd="0" presId="urn:microsoft.com/office/officeart/2005/8/layout/hierarchy3"/>
    <dgm:cxn modelId="{E30390C7-3D61-4E3E-A5AC-CAF9EF0929E6}" type="presOf" srcId="{AB202C52-896C-480F-ACFB-51F8B47F7C3A}" destId="{5017741A-55E6-44EC-AE34-9F488051061E}" srcOrd="0" destOrd="0" presId="urn:microsoft.com/office/officeart/2005/8/layout/hierarchy3"/>
    <dgm:cxn modelId="{8043F9C8-97B0-4924-8EE9-FF474EC379A1}" type="presOf" srcId="{D604112F-FB78-44E1-AF37-FD47C1C6F6AD}" destId="{AFB7301C-E175-449F-BFD8-23962A0AC12F}" srcOrd="0" destOrd="0" presId="urn:microsoft.com/office/officeart/2005/8/layout/hierarchy3"/>
    <dgm:cxn modelId="{BAEBC0CD-2C28-4070-B0E0-CAB1D8DAB662}" type="presOf" srcId="{92A54998-9560-4EBD-A1E0-54B35ECA0274}" destId="{0FCCA3CC-A2DB-4642-A8A6-669FDD0C5999}" srcOrd="0" destOrd="0" presId="urn:microsoft.com/office/officeart/2005/8/layout/hierarchy3"/>
    <dgm:cxn modelId="{71FB0FCE-A532-40A1-9A93-B2F052706514}" srcId="{A3A0DCB7-F8D8-479C-994E-1B67D53C5796}" destId="{D604112F-FB78-44E1-AF37-FD47C1C6F6AD}" srcOrd="9" destOrd="0" parTransId="{38E985E5-30FC-48CB-B0CE-D9A5D91EFE36}" sibTransId="{0F062295-73D7-4C1F-B340-48938F880B3E}"/>
    <dgm:cxn modelId="{40A060CF-A50C-4CE1-8BE7-0114B3E77E8D}" type="presOf" srcId="{6B6D028D-BD6F-4949-898B-EAAB23F01E0D}" destId="{C50A7241-5932-4B38-AC86-979112E9DF8C}" srcOrd="1" destOrd="0" presId="urn:microsoft.com/office/officeart/2005/8/layout/hierarchy3"/>
    <dgm:cxn modelId="{A5B662D0-573B-4071-B27D-622F4295DCFD}" type="presOf" srcId="{4A2F7613-8505-4B9B-8D44-A1D8926F7880}" destId="{682808C9-9363-4F5B-B7AF-E5F4C207536C}" srcOrd="0" destOrd="0" presId="urn:microsoft.com/office/officeart/2005/8/layout/hierarchy3"/>
    <dgm:cxn modelId="{A6884BD3-4D1A-4CE8-B0E8-6D27DA209672}" type="presOf" srcId="{278C6584-B29C-4E93-AC00-BC89D332608A}" destId="{44397053-40E8-4A21-8599-1C38A1699D1D}" srcOrd="0" destOrd="0" presId="urn:microsoft.com/office/officeart/2005/8/layout/hierarchy3"/>
    <dgm:cxn modelId="{D30628D6-E4C7-41A4-BD7B-849F85F9430A}" srcId="{0CD5AEC7-DE19-40ED-90C9-22C7ABA2FB45}" destId="{B1ECE3B7-2238-43F9-BDE1-F89C471FCA8E}" srcOrd="1" destOrd="0" parTransId="{EDB562C6-8701-40F9-83D8-1F1FFE139C8F}" sibTransId="{FE790531-DE90-4077-9AC8-4B968CE15ED7}"/>
    <dgm:cxn modelId="{F1E246D6-7734-41B3-A51C-0D807A4C09D8}" type="presOf" srcId="{9E98052F-9EE9-4133-A59E-8771D53935EE}" destId="{90E7FC45-7375-47A1-8C77-2308EC416F84}" srcOrd="0" destOrd="0" presId="urn:microsoft.com/office/officeart/2005/8/layout/hierarchy3"/>
    <dgm:cxn modelId="{B9D646DA-1F44-4C4E-8B8E-8D0D50E6D061}" srcId="{D604112F-FB78-44E1-AF37-FD47C1C6F6AD}" destId="{1DB694CA-24EF-4527-B18A-35E494CA8A6B}" srcOrd="2" destOrd="0" parTransId="{9E98052F-9EE9-4133-A59E-8771D53935EE}" sibTransId="{5D2DF4D6-D28D-4177-AF86-63DC6DA7DE91}"/>
    <dgm:cxn modelId="{860E96DA-6862-47CF-890B-49AE74E69357}" type="presOf" srcId="{D604112F-FB78-44E1-AF37-FD47C1C6F6AD}" destId="{3A067A5E-2D80-4D16-AEEE-BBF9F67C6082}" srcOrd="1" destOrd="0" presId="urn:microsoft.com/office/officeart/2005/8/layout/hierarchy3"/>
    <dgm:cxn modelId="{758DFCDA-206C-4401-A4B7-0E7114AEC833}" type="presOf" srcId="{DCD1CFFD-404C-46B0-9554-7047BF538163}" destId="{BFAC80C0-7025-461B-89C3-B5808630A3DD}" srcOrd="0" destOrd="0" presId="urn:microsoft.com/office/officeart/2005/8/layout/hierarchy3"/>
    <dgm:cxn modelId="{41572DDB-F4A0-43F6-9AA7-C490BE6EE03E}" type="presOf" srcId="{56042748-9062-4DBC-93E4-13B649E6D3AD}" destId="{AB008B45-004C-46E9-ADEF-ED4F93CCE22F}" srcOrd="0" destOrd="0" presId="urn:microsoft.com/office/officeart/2005/8/layout/hierarchy3"/>
    <dgm:cxn modelId="{7AFC02DD-EA6C-450D-88D8-B01E0BE3B6C9}" srcId="{4AE1F11A-61EA-42A3-859B-CEBC17351CEC}" destId="{FAAC98B0-BC36-48BA-9687-AE6368809A25}" srcOrd="3" destOrd="0" parTransId="{56CF6800-26EA-4086-B38F-E6B1BBBE4989}" sibTransId="{53D67806-70B2-4416-A494-824BDB8DD0BC}"/>
    <dgm:cxn modelId="{0A2703E5-DB7C-4FA3-B2E5-063963F85A3C}" type="presOf" srcId="{B1ECE3B7-2238-43F9-BDE1-F89C471FCA8E}" destId="{D34096A6-5B1E-4CB0-BBB3-2DC4413FA224}" srcOrd="0" destOrd="0" presId="urn:microsoft.com/office/officeart/2005/8/layout/hierarchy3"/>
    <dgm:cxn modelId="{834078E5-0AF3-42FF-99DD-39A299813BD4}" type="presOf" srcId="{28355B31-F150-4211-A8D8-8DB3CA37569F}" destId="{127E6036-9EED-4105-BA41-E75B6AF86A13}" srcOrd="0" destOrd="0" presId="urn:microsoft.com/office/officeart/2005/8/layout/hierarchy3"/>
    <dgm:cxn modelId="{45EBD8E6-7805-4D58-88FA-F9CAEA9B17F3}" type="presOf" srcId="{60FCF9D0-1D82-4A96-BB78-AB9E5322CFD2}" destId="{26FD1A48-BAA1-468D-B91B-FF6C7FB5878C}" srcOrd="0" destOrd="0" presId="urn:microsoft.com/office/officeart/2005/8/layout/hierarchy3"/>
    <dgm:cxn modelId="{92CBF6E6-A188-42F9-A035-0EC77962212F}" type="presOf" srcId="{56CF6800-26EA-4086-B38F-E6B1BBBE4989}" destId="{A4E62F94-C763-4974-992A-49A2046154CC}" srcOrd="0" destOrd="0" presId="urn:microsoft.com/office/officeart/2005/8/layout/hierarchy3"/>
    <dgm:cxn modelId="{33152CE8-3603-4BB8-8779-7827D89F80F9}" srcId="{A3A0DCB7-F8D8-479C-994E-1B67D53C5796}" destId="{4AE1F11A-61EA-42A3-859B-CEBC17351CEC}" srcOrd="7" destOrd="0" parTransId="{EC04F32E-5AA4-4F03-A603-F8B5BF235C81}" sibTransId="{3DC5ADEE-C45C-4AA9-8260-2E6EF85DF39B}"/>
    <dgm:cxn modelId="{3EDC53E8-F306-40F5-B1AB-0F2A44AF42B0}" type="presOf" srcId="{38C4623D-2989-4FE6-8A39-9A01D5129B01}" destId="{24A1A2BF-C665-4F4C-A5DD-AC3FCE7C2A42}" srcOrd="0" destOrd="0" presId="urn:microsoft.com/office/officeart/2005/8/layout/hierarchy3"/>
    <dgm:cxn modelId="{1BFD37E9-41C3-460C-A1CF-718F37FE7B04}" type="presOf" srcId="{92D852AA-0278-4CB5-91BD-BC23DDFEC564}" destId="{2106186C-3940-46B0-ACE0-0B57510BF007}" srcOrd="0" destOrd="0" presId="urn:microsoft.com/office/officeart/2005/8/layout/hierarchy3"/>
    <dgm:cxn modelId="{BCEA7FE9-E58C-4C6C-9340-458D751B1D4C}" type="presOf" srcId="{652A6907-D646-4DB7-9752-5D72EAFC6A5D}" destId="{C54ED150-B3B9-47A7-A9C6-54EA3183A6C3}" srcOrd="0" destOrd="0" presId="urn:microsoft.com/office/officeart/2005/8/layout/hierarchy3"/>
    <dgm:cxn modelId="{86C920ED-86A2-486E-9328-F27F430D4EB6}" type="presOf" srcId="{2F17D9EB-EE6A-4C94-BFC6-E343E61E9400}" destId="{53FE8B41-EA36-41E4-89CF-F5B2D3D01C50}" srcOrd="0" destOrd="0" presId="urn:microsoft.com/office/officeart/2005/8/layout/hierarchy3"/>
    <dgm:cxn modelId="{48B2F1F0-D6E7-40CD-8282-705048897A32}" type="presOf" srcId="{FAAC98B0-BC36-48BA-9687-AE6368809A25}" destId="{0E7F5FED-15E2-46EB-BD06-E09248266FF7}" srcOrd="0" destOrd="0" presId="urn:microsoft.com/office/officeart/2005/8/layout/hierarchy3"/>
    <dgm:cxn modelId="{ABE8F6F0-8E5F-4EC8-83EB-6B93161B1EE6}" srcId="{A3A0DCB7-F8D8-479C-994E-1B67D53C5796}" destId="{92CED3E0-1429-403D-8F46-ABBDA01C1BE2}" srcOrd="8" destOrd="0" parTransId="{E80D57ED-79BC-4EAD-A808-202B43617A58}" sibTransId="{A4E1C8B9-4D53-4FD9-AE4A-E17A13B443BE}"/>
    <dgm:cxn modelId="{2CF6B9F2-0FF8-4B9D-83D8-2498C58117C0}" type="presOf" srcId="{AB2C4A5A-2AE0-4073-9F25-F84126AC1805}" destId="{BF2F8E32-20DA-4E29-B83A-9E5DEE88E5A2}" srcOrd="0" destOrd="0" presId="urn:microsoft.com/office/officeart/2005/8/layout/hierarchy3"/>
    <dgm:cxn modelId="{9A5C6EF3-BE6C-4C66-B8C4-8427EB7D55F6}" srcId="{4AE1F11A-61EA-42A3-859B-CEBC17351CEC}" destId="{652A6907-D646-4DB7-9752-5D72EAFC6A5D}" srcOrd="2" destOrd="0" parTransId="{1DF32A9C-2D01-4684-A631-3ABB26047D99}" sibTransId="{4D65529B-25F9-4B3A-80A7-97936B02DA38}"/>
    <dgm:cxn modelId="{D057C2F5-0A3D-4094-8AD6-BFA275E7D9CB}" type="presOf" srcId="{F1D5E388-FE4C-434D-8A59-AC1CF602EA04}" destId="{EA9B1B17-5DF4-46BE-BAC9-FEFBC864E4DC}" srcOrd="0" destOrd="0" presId="urn:microsoft.com/office/officeart/2005/8/layout/hierarchy3"/>
    <dgm:cxn modelId="{C7F0C3F9-BC20-4F94-BC1B-3B5E5A7D659F}" type="presOf" srcId="{4AE1F11A-61EA-42A3-859B-CEBC17351CEC}" destId="{9D53A1C3-5002-472C-AA80-02897B4FFA32}" srcOrd="1" destOrd="0" presId="urn:microsoft.com/office/officeart/2005/8/layout/hierarchy3"/>
    <dgm:cxn modelId="{7CBF0FFB-C435-454B-AD7C-F23FDD292F29}" type="presOf" srcId="{78084CA0-B321-478A-9B62-DADD23F42894}" destId="{35BC0051-9EA2-4ECE-A3F2-9F7FA5B79E30}" srcOrd="0" destOrd="0" presId="urn:microsoft.com/office/officeart/2005/8/layout/hierarchy3"/>
    <dgm:cxn modelId="{BCEB42FD-43FE-4900-9987-8DE202280D39}" srcId="{F1D5E388-FE4C-434D-8A59-AC1CF602EA04}" destId="{B9E2A84E-460C-4C75-A655-CFE9595E762F}" srcOrd="3" destOrd="0" parTransId="{19959036-FD90-4D1B-8C31-0236376D1649}" sibTransId="{6A2B9B29-E9B6-4DF1-934D-17CC5781DABB}"/>
    <dgm:cxn modelId="{66214CFD-67A5-4C75-B000-1104FEB6548C}" type="presOf" srcId="{972F3379-E37B-498B-8F44-FAC1CF3B1733}" destId="{F8AE266E-566E-4037-84B6-90011D3E5D0C}" srcOrd="0" destOrd="0" presId="urn:microsoft.com/office/officeart/2005/8/layout/hierarchy3"/>
    <dgm:cxn modelId="{AEFBA2FE-BB10-47A0-8393-262867F10177}" type="presOf" srcId="{C3CF0125-30BB-444E-9B22-8E0BA86D108C}" destId="{33572C9C-E831-458E-AC48-2BAC0FE4BDA4}" srcOrd="0" destOrd="0" presId="urn:microsoft.com/office/officeart/2005/8/layout/hierarchy3"/>
    <dgm:cxn modelId="{7710BFFE-8534-486C-8109-B55DED01242A}" srcId="{46C5CF07-A725-4FEF-99A3-16AB3B53B791}" destId="{15E9275F-A0E6-4845-805A-C1A3BA55018C}" srcOrd="1" destOrd="0" parTransId="{8815B905-79E1-4D40-9B4E-386624A0ED2B}" sibTransId="{8C3C9B52-43DD-477C-9250-9DA4D1287BCC}"/>
    <dgm:cxn modelId="{3B8BEFFE-310A-49E5-AEDB-7302AA2C6302}" type="presOf" srcId="{D32FA386-1B6F-4D66-94C7-6C49BDD715EB}" destId="{6E56B598-7E64-420B-A5DD-991A77CDBC34}" srcOrd="0" destOrd="0" presId="urn:microsoft.com/office/officeart/2005/8/layout/hierarchy3"/>
    <dgm:cxn modelId="{0384B79F-9F1E-415A-AC47-9EDAD8C05DDB}" type="presParOf" srcId="{2DE8F7A3-A467-4A10-BEB7-B2B72D790EB2}" destId="{F03F415D-C034-4641-BB24-480E8D073A6D}" srcOrd="0" destOrd="0" presId="urn:microsoft.com/office/officeart/2005/8/layout/hierarchy3"/>
    <dgm:cxn modelId="{37A3E923-BB42-4063-811B-8ED807836041}" type="presParOf" srcId="{F03F415D-C034-4641-BB24-480E8D073A6D}" destId="{BC8E7273-D28B-41B8-9B21-6D922FA3C2C0}" srcOrd="0" destOrd="0" presId="urn:microsoft.com/office/officeart/2005/8/layout/hierarchy3"/>
    <dgm:cxn modelId="{E6D78C8D-0EAF-4ED9-8A4F-B3CAFF112048}" type="presParOf" srcId="{BC8E7273-D28B-41B8-9B21-6D922FA3C2C0}" destId="{EAEC082C-787E-42F5-8B34-1DE0AD4DF744}" srcOrd="0" destOrd="0" presId="urn:microsoft.com/office/officeart/2005/8/layout/hierarchy3"/>
    <dgm:cxn modelId="{62421E43-026E-4A6C-B5B2-B6E6E8846FA4}" type="presParOf" srcId="{BC8E7273-D28B-41B8-9B21-6D922FA3C2C0}" destId="{C2B50393-6F67-43BC-8D2E-F94CF7579DD6}" srcOrd="1" destOrd="0" presId="urn:microsoft.com/office/officeart/2005/8/layout/hierarchy3"/>
    <dgm:cxn modelId="{6A4EC063-39A8-4A00-9FDB-DEDDD086C088}" type="presParOf" srcId="{F03F415D-C034-4641-BB24-480E8D073A6D}" destId="{95E9B077-0CB7-444E-A123-9FC64DB5E1CD}" srcOrd="1" destOrd="0" presId="urn:microsoft.com/office/officeart/2005/8/layout/hierarchy3"/>
    <dgm:cxn modelId="{26D16AD0-0352-4701-B92B-AEB3DEB337B6}" type="presParOf" srcId="{95E9B077-0CB7-444E-A123-9FC64DB5E1CD}" destId="{65A1182D-BCFE-4D2A-A455-7A9E0DCA1CFD}" srcOrd="0" destOrd="0" presId="urn:microsoft.com/office/officeart/2005/8/layout/hierarchy3"/>
    <dgm:cxn modelId="{7CCDA4D6-888E-4B19-BFC3-5A77988B2AA3}" type="presParOf" srcId="{95E9B077-0CB7-444E-A123-9FC64DB5E1CD}" destId="{C6C38481-5E41-4EF6-B019-8611AB3CF366}" srcOrd="1" destOrd="0" presId="urn:microsoft.com/office/officeart/2005/8/layout/hierarchy3"/>
    <dgm:cxn modelId="{AF6BE608-6D05-41E9-9DCA-0EBBEDD423D0}" type="presParOf" srcId="{2DE8F7A3-A467-4A10-BEB7-B2B72D790EB2}" destId="{CC6B6FD5-7723-4B1D-9336-958151044A4D}" srcOrd="1" destOrd="0" presId="urn:microsoft.com/office/officeart/2005/8/layout/hierarchy3"/>
    <dgm:cxn modelId="{67C87A63-D74E-4A5D-A9D0-624D78580F94}" type="presParOf" srcId="{CC6B6FD5-7723-4B1D-9336-958151044A4D}" destId="{A93C98CF-6BF1-41A6-80F1-2D4C72719211}" srcOrd="0" destOrd="0" presId="urn:microsoft.com/office/officeart/2005/8/layout/hierarchy3"/>
    <dgm:cxn modelId="{AC891669-C080-4B29-A316-6CB540D3E69B}" type="presParOf" srcId="{A93C98CF-6BF1-41A6-80F1-2D4C72719211}" destId="{72BEA7DA-CB02-4DB6-A02C-9A399634247B}" srcOrd="0" destOrd="0" presId="urn:microsoft.com/office/officeart/2005/8/layout/hierarchy3"/>
    <dgm:cxn modelId="{8DEE679D-60A8-4ED9-8AEE-EF41738E8968}" type="presParOf" srcId="{A93C98CF-6BF1-41A6-80F1-2D4C72719211}" destId="{669EAB81-63A4-430A-88E7-1A3E38632020}" srcOrd="1" destOrd="0" presId="urn:microsoft.com/office/officeart/2005/8/layout/hierarchy3"/>
    <dgm:cxn modelId="{32AC342D-8644-4CDE-98D2-CCFBEB355D0F}" type="presParOf" srcId="{CC6B6FD5-7723-4B1D-9336-958151044A4D}" destId="{23344CB0-66CB-4E71-81B5-C1509FB00A38}" srcOrd="1" destOrd="0" presId="urn:microsoft.com/office/officeart/2005/8/layout/hierarchy3"/>
    <dgm:cxn modelId="{288EB8C2-565A-4A39-9FC9-E88711A35954}" type="presParOf" srcId="{23344CB0-66CB-4E71-81B5-C1509FB00A38}" destId="{EE16A0D1-2FE9-45F6-A89A-3D39DA0BE2A6}" srcOrd="0" destOrd="0" presId="urn:microsoft.com/office/officeart/2005/8/layout/hierarchy3"/>
    <dgm:cxn modelId="{10B7EA4E-508F-4D80-BE2F-17B3C1503865}" type="presParOf" srcId="{23344CB0-66CB-4E71-81B5-C1509FB00A38}" destId="{EA4DAA93-DEC0-40E9-9210-4EF84EDE045B}" srcOrd="1" destOrd="0" presId="urn:microsoft.com/office/officeart/2005/8/layout/hierarchy3"/>
    <dgm:cxn modelId="{AAB2905B-95C5-4789-A7DB-A03A46DD2668}" type="presParOf" srcId="{2DE8F7A3-A467-4A10-BEB7-B2B72D790EB2}" destId="{3CD38C1D-2C76-4986-93E8-E97A168B597E}" srcOrd="2" destOrd="0" presId="urn:microsoft.com/office/officeart/2005/8/layout/hierarchy3"/>
    <dgm:cxn modelId="{13A905EF-3895-4C31-A7BD-BC36E8786EA2}" type="presParOf" srcId="{3CD38C1D-2C76-4986-93E8-E97A168B597E}" destId="{B2E9B89D-F261-4706-9CA1-C4A9C3E0AE3C}" srcOrd="0" destOrd="0" presId="urn:microsoft.com/office/officeart/2005/8/layout/hierarchy3"/>
    <dgm:cxn modelId="{89EF7A40-8A2F-421D-B64F-F81F2C459914}" type="presParOf" srcId="{B2E9B89D-F261-4706-9CA1-C4A9C3E0AE3C}" destId="{DB506CA2-5CA7-4274-A23F-7FF3AA67B321}" srcOrd="0" destOrd="0" presId="urn:microsoft.com/office/officeart/2005/8/layout/hierarchy3"/>
    <dgm:cxn modelId="{BB3AA19E-E872-4ECA-8267-D9271E123C07}" type="presParOf" srcId="{B2E9B89D-F261-4706-9CA1-C4A9C3E0AE3C}" destId="{C50A7241-5932-4B38-AC86-979112E9DF8C}" srcOrd="1" destOrd="0" presId="urn:microsoft.com/office/officeart/2005/8/layout/hierarchy3"/>
    <dgm:cxn modelId="{213FAD35-F413-4E32-B561-9E485182A26F}" type="presParOf" srcId="{3CD38C1D-2C76-4986-93E8-E97A168B597E}" destId="{E544C77C-272A-4036-8D83-D48A0A242971}" srcOrd="1" destOrd="0" presId="urn:microsoft.com/office/officeart/2005/8/layout/hierarchy3"/>
    <dgm:cxn modelId="{5D207B6A-026B-46A7-8812-101BE195A59B}" type="presParOf" srcId="{E544C77C-272A-4036-8D83-D48A0A242971}" destId="{ED4191E6-7113-4412-989B-6E49A077C8DF}" srcOrd="0" destOrd="0" presId="urn:microsoft.com/office/officeart/2005/8/layout/hierarchy3"/>
    <dgm:cxn modelId="{BD1CC82B-C956-4AC1-811C-FE745EE66B4E}" type="presParOf" srcId="{E544C77C-272A-4036-8D83-D48A0A242971}" destId="{FA79515D-B966-4576-A087-0317D42893B1}" srcOrd="1" destOrd="0" presId="urn:microsoft.com/office/officeart/2005/8/layout/hierarchy3"/>
    <dgm:cxn modelId="{693D311A-B021-40F8-9592-530014F4E0B6}" type="presParOf" srcId="{E544C77C-272A-4036-8D83-D48A0A242971}" destId="{5B125BF5-8BFE-43BF-9684-E9254489CDFB}" srcOrd="2" destOrd="0" presId="urn:microsoft.com/office/officeart/2005/8/layout/hierarchy3"/>
    <dgm:cxn modelId="{9CF272E6-8EAF-4E9C-BED6-AB666D84566E}" type="presParOf" srcId="{E544C77C-272A-4036-8D83-D48A0A242971}" destId="{26FD1A48-BAA1-468D-B91B-FF6C7FB5878C}" srcOrd="3" destOrd="0" presId="urn:microsoft.com/office/officeart/2005/8/layout/hierarchy3"/>
    <dgm:cxn modelId="{6D7746B0-556D-4BE3-B2A7-96F027801FAC}" type="presParOf" srcId="{E544C77C-272A-4036-8D83-D48A0A242971}" destId="{13EDC750-EFF6-41A3-B5BC-2F7565ECC03F}" srcOrd="4" destOrd="0" presId="urn:microsoft.com/office/officeart/2005/8/layout/hierarchy3"/>
    <dgm:cxn modelId="{9E1B6CE3-4DC3-46E0-BF4B-7C4189F6D828}" type="presParOf" srcId="{E544C77C-272A-4036-8D83-D48A0A242971}" destId="{863749F2-CFD3-4E3B-8BD8-C8C19A511F8B}" srcOrd="5" destOrd="0" presId="urn:microsoft.com/office/officeart/2005/8/layout/hierarchy3"/>
    <dgm:cxn modelId="{FCEB31AC-3DBF-45AE-823F-5D8B988CCED1}" type="presParOf" srcId="{E544C77C-272A-4036-8D83-D48A0A242971}" destId="{BE52F78D-9891-4593-B39A-F731AA7E32E4}" srcOrd="6" destOrd="0" presId="urn:microsoft.com/office/officeart/2005/8/layout/hierarchy3"/>
    <dgm:cxn modelId="{0A8847CB-BCD3-422A-9553-B74F7B8FF2A5}" type="presParOf" srcId="{E544C77C-272A-4036-8D83-D48A0A242971}" destId="{5765CCE5-93AA-4077-875F-9AEDBFCC462F}" srcOrd="7" destOrd="0" presId="urn:microsoft.com/office/officeart/2005/8/layout/hierarchy3"/>
    <dgm:cxn modelId="{C0679E47-55FB-4895-9A1A-1DB8CC8F2E86}" type="presParOf" srcId="{2DE8F7A3-A467-4A10-BEB7-B2B72D790EB2}" destId="{F6E031D1-0C1C-403E-B7E1-CBD089263E9E}" srcOrd="3" destOrd="0" presId="urn:microsoft.com/office/officeart/2005/8/layout/hierarchy3"/>
    <dgm:cxn modelId="{F7007179-9CE3-4B7C-BB3B-831AB25F133D}" type="presParOf" srcId="{F6E031D1-0C1C-403E-B7E1-CBD089263E9E}" destId="{6227E2FC-B4B9-4926-892E-1CEEFD751DC5}" srcOrd="0" destOrd="0" presId="urn:microsoft.com/office/officeart/2005/8/layout/hierarchy3"/>
    <dgm:cxn modelId="{395B4879-297C-4483-83F0-7715E52C1096}" type="presParOf" srcId="{6227E2FC-B4B9-4926-892E-1CEEFD751DC5}" destId="{BDC2CD79-42B1-4E0C-8D93-E0EC2C225445}" srcOrd="0" destOrd="0" presId="urn:microsoft.com/office/officeart/2005/8/layout/hierarchy3"/>
    <dgm:cxn modelId="{3E09002B-9653-4778-B820-5803D0BEBE93}" type="presParOf" srcId="{6227E2FC-B4B9-4926-892E-1CEEFD751DC5}" destId="{BCEFEA1D-101F-4971-9205-6866E2322A3E}" srcOrd="1" destOrd="0" presId="urn:microsoft.com/office/officeart/2005/8/layout/hierarchy3"/>
    <dgm:cxn modelId="{CD52D7DD-58A1-4F56-926E-B7CB43F81EE1}" type="presParOf" srcId="{F6E031D1-0C1C-403E-B7E1-CBD089263E9E}" destId="{47D6B029-B585-40E2-9E45-415BCB3DEC86}" srcOrd="1" destOrd="0" presId="urn:microsoft.com/office/officeart/2005/8/layout/hierarchy3"/>
    <dgm:cxn modelId="{DEC749E1-0358-458C-8151-105B6BBCC937}" type="presParOf" srcId="{47D6B029-B585-40E2-9E45-415BCB3DEC86}" destId="{BF592FA5-1240-4486-8A23-7BFA8130211B}" srcOrd="0" destOrd="0" presId="urn:microsoft.com/office/officeart/2005/8/layout/hierarchy3"/>
    <dgm:cxn modelId="{3AC56B5A-0115-47CB-8F67-84403BE7A6D8}" type="presParOf" srcId="{47D6B029-B585-40E2-9E45-415BCB3DEC86}" destId="{AD155100-F56C-4317-9788-81F256E17B44}" srcOrd="1" destOrd="0" presId="urn:microsoft.com/office/officeart/2005/8/layout/hierarchy3"/>
    <dgm:cxn modelId="{362FA9B1-7947-4464-BDAC-CF26B73DC539}" type="presParOf" srcId="{47D6B029-B585-40E2-9E45-415BCB3DEC86}" destId="{52A7BFD7-1317-44EC-8F56-6E7DCB49A7B2}" srcOrd="2" destOrd="0" presId="urn:microsoft.com/office/officeart/2005/8/layout/hierarchy3"/>
    <dgm:cxn modelId="{84C58818-103B-4397-BC43-F74752CC2762}" type="presParOf" srcId="{47D6B029-B585-40E2-9E45-415BCB3DEC86}" destId="{4A87E2BC-F189-459C-9065-8C2A1CD3C53A}" srcOrd="3" destOrd="0" presId="urn:microsoft.com/office/officeart/2005/8/layout/hierarchy3"/>
    <dgm:cxn modelId="{19F47EEE-D6A5-416C-854F-2778889DB960}" type="presParOf" srcId="{47D6B029-B585-40E2-9E45-415BCB3DEC86}" destId="{35BC0051-9EA2-4ECE-A3F2-9F7FA5B79E30}" srcOrd="4" destOrd="0" presId="urn:microsoft.com/office/officeart/2005/8/layout/hierarchy3"/>
    <dgm:cxn modelId="{11C8FAD3-B64B-403E-A05E-DEDC0212AFE8}" type="presParOf" srcId="{47D6B029-B585-40E2-9E45-415BCB3DEC86}" destId="{2059FAD1-3FB0-42BA-9E8C-19D5363A4D8C}" srcOrd="5" destOrd="0" presId="urn:microsoft.com/office/officeart/2005/8/layout/hierarchy3"/>
    <dgm:cxn modelId="{050D893E-A100-4817-A0F4-02850B980D92}" type="presParOf" srcId="{47D6B029-B585-40E2-9E45-415BCB3DEC86}" destId="{BDB0C69A-13BA-40E8-865D-F6DBB5BF65EA}" srcOrd="6" destOrd="0" presId="urn:microsoft.com/office/officeart/2005/8/layout/hierarchy3"/>
    <dgm:cxn modelId="{96CE1B3F-A4C4-435A-99F0-AC34803007A5}" type="presParOf" srcId="{47D6B029-B585-40E2-9E45-415BCB3DEC86}" destId="{682808C9-9363-4F5B-B7AF-E5F4C207536C}" srcOrd="7" destOrd="0" presId="urn:microsoft.com/office/officeart/2005/8/layout/hierarchy3"/>
    <dgm:cxn modelId="{12477578-8D77-491D-A94D-2FA8189A1705}" type="presParOf" srcId="{47D6B029-B585-40E2-9E45-415BCB3DEC86}" destId="{BFAC80C0-7025-461B-89C3-B5808630A3DD}" srcOrd="8" destOrd="0" presId="urn:microsoft.com/office/officeart/2005/8/layout/hierarchy3"/>
    <dgm:cxn modelId="{2E227B34-EBDD-4ACA-A943-FD2204537BBB}" type="presParOf" srcId="{47D6B029-B585-40E2-9E45-415BCB3DEC86}" destId="{6E56B598-7E64-420B-A5DD-991A77CDBC34}" srcOrd="9" destOrd="0" presId="urn:microsoft.com/office/officeart/2005/8/layout/hierarchy3"/>
    <dgm:cxn modelId="{4660806A-FAFB-41BF-8809-5589008C388D}" type="presParOf" srcId="{2DE8F7A3-A467-4A10-BEB7-B2B72D790EB2}" destId="{69C344AD-26EC-4089-A062-0D764E8E7102}" srcOrd="4" destOrd="0" presId="urn:microsoft.com/office/officeart/2005/8/layout/hierarchy3"/>
    <dgm:cxn modelId="{0A4EBF76-75BF-41A7-B76E-E7F82218646D}" type="presParOf" srcId="{69C344AD-26EC-4089-A062-0D764E8E7102}" destId="{A219D9C6-04E2-411F-A14A-7A1301CF1CA7}" srcOrd="0" destOrd="0" presId="urn:microsoft.com/office/officeart/2005/8/layout/hierarchy3"/>
    <dgm:cxn modelId="{5424ADC5-E4F9-4B02-A8F1-BCE12B54A586}" type="presParOf" srcId="{A219D9C6-04E2-411F-A14A-7A1301CF1CA7}" destId="{EA9B1B17-5DF4-46BE-BAC9-FEFBC864E4DC}" srcOrd="0" destOrd="0" presId="urn:microsoft.com/office/officeart/2005/8/layout/hierarchy3"/>
    <dgm:cxn modelId="{6F7650B1-0127-4C95-8218-50E0512E3639}" type="presParOf" srcId="{A219D9C6-04E2-411F-A14A-7A1301CF1CA7}" destId="{2520AE09-C48E-48CE-BA37-DFBF0054BC61}" srcOrd="1" destOrd="0" presId="urn:microsoft.com/office/officeart/2005/8/layout/hierarchy3"/>
    <dgm:cxn modelId="{4DA5F305-7F5C-410A-9CEB-E5B50E17B38B}" type="presParOf" srcId="{69C344AD-26EC-4089-A062-0D764E8E7102}" destId="{0F04C363-B6EF-454F-8DC4-9AE963056315}" srcOrd="1" destOrd="0" presId="urn:microsoft.com/office/officeart/2005/8/layout/hierarchy3"/>
    <dgm:cxn modelId="{18A3FACC-17C1-4B21-BB63-BE9F5C9A8CDD}" type="presParOf" srcId="{0F04C363-B6EF-454F-8DC4-9AE963056315}" destId="{AB008B45-004C-46E9-ADEF-ED4F93CCE22F}" srcOrd="0" destOrd="0" presId="urn:microsoft.com/office/officeart/2005/8/layout/hierarchy3"/>
    <dgm:cxn modelId="{6E2F142E-2C7B-4D4F-91CC-5FA506235473}" type="presParOf" srcId="{0F04C363-B6EF-454F-8DC4-9AE963056315}" destId="{BF2F8E32-20DA-4E29-B83A-9E5DEE88E5A2}" srcOrd="1" destOrd="0" presId="urn:microsoft.com/office/officeart/2005/8/layout/hierarchy3"/>
    <dgm:cxn modelId="{8AB70016-0D56-4A8A-9646-76FF51CBC8A1}" type="presParOf" srcId="{0F04C363-B6EF-454F-8DC4-9AE963056315}" destId="{588803E8-E0BA-44F4-AB9F-9E9D1DFB1AD2}" srcOrd="2" destOrd="0" presId="urn:microsoft.com/office/officeart/2005/8/layout/hierarchy3"/>
    <dgm:cxn modelId="{0BDC81DA-DD28-464E-A273-D60DC96C9CA6}" type="presParOf" srcId="{0F04C363-B6EF-454F-8DC4-9AE963056315}" destId="{CBB05E6D-37D4-4A32-9ECE-968F96A6C2AA}" srcOrd="3" destOrd="0" presId="urn:microsoft.com/office/officeart/2005/8/layout/hierarchy3"/>
    <dgm:cxn modelId="{76F0C07B-37AD-41D3-9EDC-FD9D02DEF8E5}" type="presParOf" srcId="{0F04C363-B6EF-454F-8DC4-9AE963056315}" destId="{FC58940A-5B4E-49A6-8A23-A2A5221765FF}" srcOrd="4" destOrd="0" presId="urn:microsoft.com/office/officeart/2005/8/layout/hierarchy3"/>
    <dgm:cxn modelId="{F0D0053C-8A09-4090-9EE2-880E75F3CFCC}" type="presParOf" srcId="{0F04C363-B6EF-454F-8DC4-9AE963056315}" destId="{545F1C73-56EB-4DF2-80BE-A39BBA4142F1}" srcOrd="5" destOrd="0" presId="urn:microsoft.com/office/officeart/2005/8/layout/hierarchy3"/>
    <dgm:cxn modelId="{91CB956C-D3E9-4D52-B235-6BB67974F74F}" type="presParOf" srcId="{0F04C363-B6EF-454F-8DC4-9AE963056315}" destId="{9C364EDD-2E42-4FDB-A74B-F13D7EEFEFAC}" srcOrd="6" destOrd="0" presId="urn:microsoft.com/office/officeart/2005/8/layout/hierarchy3"/>
    <dgm:cxn modelId="{F25B02CE-3D41-4E09-AD65-9D3210448169}" type="presParOf" srcId="{0F04C363-B6EF-454F-8DC4-9AE963056315}" destId="{235D54C8-D9E2-4A56-A759-2FD2B0DAFD27}" srcOrd="7" destOrd="0" presId="urn:microsoft.com/office/officeart/2005/8/layout/hierarchy3"/>
    <dgm:cxn modelId="{F5E31F73-89E7-40F1-812B-9E0E8BB82C51}" type="presParOf" srcId="{0F04C363-B6EF-454F-8DC4-9AE963056315}" destId="{0A49AE2F-4992-4A48-8F5D-A095BF5DC56C}" srcOrd="8" destOrd="0" presId="urn:microsoft.com/office/officeart/2005/8/layout/hierarchy3"/>
    <dgm:cxn modelId="{EB7F06A1-64C6-4A1A-B0AA-37D24D3DB537}" type="presParOf" srcId="{0F04C363-B6EF-454F-8DC4-9AE963056315}" destId="{76E873CE-FDBC-451B-9851-3B8ED55BF462}" srcOrd="9" destOrd="0" presId="urn:microsoft.com/office/officeart/2005/8/layout/hierarchy3"/>
    <dgm:cxn modelId="{30DC251A-FCBE-4BDD-8479-977353A71247}" type="presParOf" srcId="{2DE8F7A3-A467-4A10-BEB7-B2B72D790EB2}" destId="{8EA3B47D-07E7-4A38-BCA8-AA35E754B5E7}" srcOrd="5" destOrd="0" presId="urn:microsoft.com/office/officeart/2005/8/layout/hierarchy3"/>
    <dgm:cxn modelId="{26A49B85-D4BA-4AE9-A7BA-B4C7D0BA644E}" type="presParOf" srcId="{8EA3B47D-07E7-4A38-BCA8-AA35E754B5E7}" destId="{D08DC677-A813-496E-AAFD-1C709D9FCD1B}" srcOrd="0" destOrd="0" presId="urn:microsoft.com/office/officeart/2005/8/layout/hierarchy3"/>
    <dgm:cxn modelId="{A00DBBBD-FB6F-400A-B6B9-87905EC57095}" type="presParOf" srcId="{D08DC677-A813-496E-AAFD-1C709D9FCD1B}" destId="{52BA5082-D078-4944-A660-614C8AF118CE}" srcOrd="0" destOrd="0" presId="urn:microsoft.com/office/officeart/2005/8/layout/hierarchy3"/>
    <dgm:cxn modelId="{2CC21458-9F99-49CE-90D2-A2C2BF2228D6}" type="presParOf" srcId="{D08DC677-A813-496E-AAFD-1C709D9FCD1B}" destId="{EC28B4BC-6685-4003-933D-5E25576D89C7}" srcOrd="1" destOrd="0" presId="urn:microsoft.com/office/officeart/2005/8/layout/hierarchy3"/>
    <dgm:cxn modelId="{BDB8FFC2-95E1-43B0-83D1-AD1A3A7C4ADC}" type="presParOf" srcId="{8EA3B47D-07E7-4A38-BCA8-AA35E754B5E7}" destId="{D07074F3-E3DF-42EC-B003-14671AE60C37}" srcOrd="1" destOrd="0" presId="urn:microsoft.com/office/officeart/2005/8/layout/hierarchy3"/>
    <dgm:cxn modelId="{E1D21441-3B7D-4F37-BDB2-D83394D06F60}" type="presParOf" srcId="{D07074F3-E3DF-42EC-B003-14671AE60C37}" destId="{53FE8B41-EA36-41E4-89CF-F5B2D3D01C50}" srcOrd="0" destOrd="0" presId="urn:microsoft.com/office/officeart/2005/8/layout/hierarchy3"/>
    <dgm:cxn modelId="{641A1157-EF9C-4455-BC81-A04E3856420D}" type="presParOf" srcId="{D07074F3-E3DF-42EC-B003-14671AE60C37}" destId="{24A1A2BF-C665-4F4C-A5DD-AC3FCE7C2A42}" srcOrd="1" destOrd="0" presId="urn:microsoft.com/office/officeart/2005/8/layout/hierarchy3"/>
    <dgm:cxn modelId="{21896EF8-80AB-4EFF-9272-6F821FE28821}" type="presParOf" srcId="{D07074F3-E3DF-42EC-B003-14671AE60C37}" destId="{EFBCEBF2-86C0-496C-BE77-4B1C90814138}" srcOrd="2" destOrd="0" presId="urn:microsoft.com/office/officeart/2005/8/layout/hierarchy3"/>
    <dgm:cxn modelId="{AACCEBEE-AD0B-415C-A682-22F5F50D7694}" type="presParOf" srcId="{D07074F3-E3DF-42EC-B003-14671AE60C37}" destId="{06318A00-D56A-41E8-984B-7BA63A8C7B30}" srcOrd="3" destOrd="0" presId="urn:microsoft.com/office/officeart/2005/8/layout/hierarchy3"/>
    <dgm:cxn modelId="{2FC0FE94-5D96-4E0C-BD4C-3A0006E90887}" type="presParOf" srcId="{2DE8F7A3-A467-4A10-BEB7-B2B72D790EB2}" destId="{38AAB640-5AF3-4648-A4B5-F901E2161D5F}" srcOrd="6" destOrd="0" presId="urn:microsoft.com/office/officeart/2005/8/layout/hierarchy3"/>
    <dgm:cxn modelId="{3EB3A9FD-4474-4F48-BB1B-E87750952102}" type="presParOf" srcId="{38AAB640-5AF3-4648-A4B5-F901E2161D5F}" destId="{77468ED1-9872-4EF1-BC6D-54EC872EEC64}" srcOrd="0" destOrd="0" presId="urn:microsoft.com/office/officeart/2005/8/layout/hierarchy3"/>
    <dgm:cxn modelId="{88EBF2A4-6E77-4526-A457-C1D75ADD338C}" type="presParOf" srcId="{77468ED1-9872-4EF1-BC6D-54EC872EEC64}" destId="{045E551F-05CE-4E80-B178-9DD6FD8BEBCA}" srcOrd="0" destOrd="0" presId="urn:microsoft.com/office/officeart/2005/8/layout/hierarchy3"/>
    <dgm:cxn modelId="{7286FCF0-47C3-48FC-B554-A20F27C047B5}" type="presParOf" srcId="{77468ED1-9872-4EF1-BC6D-54EC872EEC64}" destId="{E50489BC-F36B-414F-BAF7-C1E8C52BE26C}" srcOrd="1" destOrd="0" presId="urn:microsoft.com/office/officeart/2005/8/layout/hierarchy3"/>
    <dgm:cxn modelId="{B10C11D1-2F0A-4D83-9DC0-6C7E05A84C8C}" type="presParOf" srcId="{38AAB640-5AF3-4648-A4B5-F901E2161D5F}" destId="{ACA7E067-323A-4935-9AB8-B5B4ABB9475A}" srcOrd="1" destOrd="0" presId="urn:microsoft.com/office/officeart/2005/8/layout/hierarchy3"/>
    <dgm:cxn modelId="{71B28092-BA95-4BA7-A495-EFEFD50E0B09}" type="presParOf" srcId="{ACA7E067-323A-4935-9AB8-B5B4ABB9475A}" destId="{8D443397-55C2-4C3D-AA3A-68016C94AEB1}" srcOrd="0" destOrd="0" presId="urn:microsoft.com/office/officeart/2005/8/layout/hierarchy3"/>
    <dgm:cxn modelId="{4AF98110-9FD7-4DE6-B07A-EDBBBB176E14}" type="presParOf" srcId="{ACA7E067-323A-4935-9AB8-B5B4ABB9475A}" destId="{0CEFC56F-FA49-4AD9-9FE4-9F4E2991CB56}" srcOrd="1" destOrd="0" presId="urn:microsoft.com/office/officeart/2005/8/layout/hierarchy3"/>
    <dgm:cxn modelId="{CCDEA61C-51D3-4C5B-83AC-2409D3BD6C40}" type="presParOf" srcId="{ACA7E067-323A-4935-9AB8-B5B4ABB9475A}" destId="{9AD5FCB9-3902-464F-A76D-6E1CC28FF7A9}" srcOrd="2" destOrd="0" presId="urn:microsoft.com/office/officeart/2005/8/layout/hierarchy3"/>
    <dgm:cxn modelId="{F3748A8B-80E8-43D4-A98E-F77B4349D0EA}" type="presParOf" srcId="{ACA7E067-323A-4935-9AB8-B5B4ABB9475A}" destId="{D34096A6-5B1E-4CB0-BBB3-2DC4413FA224}" srcOrd="3" destOrd="0" presId="urn:microsoft.com/office/officeart/2005/8/layout/hierarchy3"/>
    <dgm:cxn modelId="{49254C18-2699-4982-8234-7681AF33C232}" type="presParOf" srcId="{ACA7E067-323A-4935-9AB8-B5B4ABB9475A}" destId="{508D2D8D-3732-448C-940F-5B4885A25ED8}" srcOrd="4" destOrd="0" presId="urn:microsoft.com/office/officeart/2005/8/layout/hierarchy3"/>
    <dgm:cxn modelId="{2C9E67D8-E0DD-430B-B371-E50291C39126}" type="presParOf" srcId="{ACA7E067-323A-4935-9AB8-B5B4ABB9475A}" destId="{F8AE266E-566E-4037-84B6-90011D3E5D0C}" srcOrd="5" destOrd="0" presId="urn:microsoft.com/office/officeart/2005/8/layout/hierarchy3"/>
    <dgm:cxn modelId="{7FE477ED-96FB-4A53-A4FF-806A6F3DD8A5}" type="presParOf" srcId="{ACA7E067-323A-4935-9AB8-B5B4ABB9475A}" destId="{8C9565BF-3CBD-4481-9591-421553B26AA7}" srcOrd="6" destOrd="0" presId="urn:microsoft.com/office/officeart/2005/8/layout/hierarchy3"/>
    <dgm:cxn modelId="{4A731986-0F7D-4EDA-BA28-0B7619F0F467}" type="presParOf" srcId="{ACA7E067-323A-4935-9AB8-B5B4ABB9475A}" destId="{0FCCA3CC-A2DB-4642-A8A6-669FDD0C5999}" srcOrd="7" destOrd="0" presId="urn:microsoft.com/office/officeart/2005/8/layout/hierarchy3"/>
    <dgm:cxn modelId="{E7B90043-2D36-49AE-9EE4-D391FCCD44C3}" type="presParOf" srcId="{2DE8F7A3-A467-4A10-BEB7-B2B72D790EB2}" destId="{E9526262-7C73-45AD-973B-A1AA0C483359}" srcOrd="7" destOrd="0" presId="urn:microsoft.com/office/officeart/2005/8/layout/hierarchy3"/>
    <dgm:cxn modelId="{4456298A-FFF6-46B8-B01F-10577F23C78D}" type="presParOf" srcId="{E9526262-7C73-45AD-973B-A1AA0C483359}" destId="{B59E1E01-7E01-4B44-BB32-C2DD6CE50DD6}" srcOrd="0" destOrd="0" presId="urn:microsoft.com/office/officeart/2005/8/layout/hierarchy3"/>
    <dgm:cxn modelId="{CBA99368-0BEA-436C-9CD8-C24E2E1B06F7}" type="presParOf" srcId="{B59E1E01-7E01-4B44-BB32-C2DD6CE50DD6}" destId="{6AFB0633-E8A6-46E4-9B87-3FCD0B8BBB11}" srcOrd="0" destOrd="0" presId="urn:microsoft.com/office/officeart/2005/8/layout/hierarchy3"/>
    <dgm:cxn modelId="{23008A61-D7B2-4E64-ABC7-742D62C689D0}" type="presParOf" srcId="{B59E1E01-7E01-4B44-BB32-C2DD6CE50DD6}" destId="{9D53A1C3-5002-472C-AA80-02897B4FFA32}" srcOrd="1" destOrd="0" presId="urn:microsoft.com/office/officeart/2005/8/layout/hierarchy3"/>
    <dgm:cxn modelId="{9C92D4BA-0C6E-4FD6-9752-7BE6AF074290}" type="presParOf" srcId="{E9526262-7C73-45AD-973B-A1AA0C483359}" destId="{55443544-C5D0-493D-92DD-40055A0DBBD6}" srcOrd="1" destOrd="0" presId="urn:microsoft.com/office/officeart/2005/8/layout/hierarchy3"/>
    <dgm:cxn modelId="{F40DF54B-1C27-42D1-BC49-2FC0D2D79D70}" type="presParOf" srcId="{55443544-C5D0-493D-92DD-40055A0DBBD6}" destId="{6D29BE31-08E1-4157-9004-E26DC1F6B4F9}" srcOrd="0" destOrd="0" presId="urn:microsoft.com/office/officeart/2005/8/layout/hierarchy3"/>
    <dgm:cxn modelId="{8DF89C95-3328-4386-99CB-78098B0BE106}" type="presParOf" srcId="{55443544-C5D0-493D-92DD-40055A0DBBD6}" destId="{3870C3FD-38D3-4DEE-AEB1-5ADFAC8283FA}" srcOrd="1" destOrd="0" presId="urn:microsoft.com/office/officeart/2005/8/layout/hierarchy3"/>
    <dgm:cxn modelId="{E2106BD5-C392-443E-AA2F-CE278267FE98}" type="presParOf" srcId="{55443544-C5D0-493D-92DD-40055A0DBBD6}" destId="{2106186C-3940-46B0-ACE0-0B57510BF007}" srcOrd="2" destOrd="0" presId="urn:microsoft.com/office/officeart/2005/8/layout/hierarchy3"/>
    <dgm:cxn modelId="{344CFF08-1052-47CA-9DAC-3E94A8AB1F08}" type="presParOf" srcId="{55443544-C5D0-493D-92DD-40055A0DBBD6}" destId="{5017741A-55E6-44EC-AE34-9F488051061E}" srcOrd="3" destOrd="0" presId="urn:microsoft.com/office/officeart/2005/8/layout/hierarchy3"/>
    <dgm:cxn modelId="{2AE99D55-40CD-4D46-8F3F-9EA3141D4004}" type="presParOf" srcId="{55443544-C5D0-493D-92DD-40055A0DBBD6}" destId="{48700311-1581-41BB-86C6-2F39A5725103}" srcOrd="4" destOrd="0" presId="urn:microsoft.com/office/officeart/2005/8/layout/hierarchy3"/>
    <dgm:cxn modelId="{5A62FB3E-01CD-4A71-A27C-D11B1BFF2181}" type="presParOf" srcId="{55443544-C5D0-493D-92DD-40055A0DBBD6}" destId="{C54ED150-B3B9-47A7-A9C6-54EA3183A6C3}" srcOrd="5" destOrd="0" presId="urn:microsoft.com/office/officeart/2005/8/layout/hierarchy3"/>
    <dgm:cxn modelId="{1B6F5B25-D8A7-4852-BC62-1DDF36B5DA6F}" type="presParOf" srcId="{55443544-C5D0-493D-92DD-40055A0DBBD6}" destId="{A4E62F94-C763-4974-992A-49A2046154CC}" srcOrd="6" destOrd="0" presId="urn:microsoft.com/office/officeart/2005/8/layout/hierarchy3"/>
    <dgm:cxn modelId="{509DF3FA-5972-4274-8D9A-476D5B3685B5}" type="presParOf" srcId="{55443544-C5D0-493D-92DD-40055A0DBBD6}" destId="{0E7F5FED-15E2-46EB-BD06-E09248266FF7}" srcOrd="7" destOrd="0" presId="urn:microsoft.com/office/officeart/2005/8/layout/hierarchy3"/>
    <dgm:cxn modelId="{A40AF994-621B-4D6D-A736-B9C943ACF113}" type="presParOf" srcId="{55443544-C5D0-493D-92DD-40055A0DBBD6}" destId="{D5EBD39B-E2F2-40F0-A96E-57304243B418}" srcOrd="8" destOrd="0" presId="urn:microsoft.com/office/officeart/2005/8/layout/hierarchy3"/>
    <dgm:cxn modelId="{F486583C-A755-48A0-9B8D-2C3919DE6825}" type="presParOf" srcId="{55443544-C5D0-493D-92DD-40055A0DBBD6}" destId="{E5E2CBF8-EE99-4FEB-8473-F7F11C56AECA}" srcOrd="9" destOrd="0" presId="urn:microsoft.com/office/officeart/2005/8/layout/hierarchy3"/>
    <dgm:cxn modelId="{6BF6CEE6-4448-466A-B166-82A5BD4DDD3F}" type="presParOf" srcId="{55443544-C5D0-493D-92DD-40055A0DBBD6}" destId="{F899DD14-F881-496A-9036-490ADD875E8C}" srcOrd="10" destOrd="0" presId="urn:microsoft.com/office/officeart/2005/8/layout/hierarchy3"/>
    <dgm:cxn modelId="{B17EC9B0-8309-439C-A4CA-DFF3121B5B51}" type="presParOf" srcId="{55443544-C5D0-493D-92DD-40055A0DBBD6}" destId="{5D016FA6-B611-4AF0-90F3-7DC38E24C460}" srcOrd="11" destOrd="0" presId="urn:microsoft.com/office/officeart/2005/8/layout/hierarchy3"/>
    <dgm:cxn modelId="{5AAF6975-B0BC-48F3-B2CC-566B251FF5B3}" type="presParOf" srcId="{2DE8F7A3-A467-4A10-BEB7-B2B72D790EB2}" destId="{1AF142F8-059F-4339-8653-265E4ADC5B84}" srcOrd="8" destOrd="0" presId="urn:microsoft.com/office/officeart/2005/8/layout/hierarchy3"/>
    <dgm:cxn modelId="{B5D25F4E-277A-4852-A1F7-D3047269B583}" type="presParOf" srcId="{1AF142F8-059F-4339-8653-265E4ADC5B84}" destId="{68B8EDBF-BDBD-4B8C-86E4-7583E5FF0889}" srcOrd="0" destOrd="0" presId="urn:microsoft.com/office/officeart/2005/8/layout/hierarchy3"/>
    <dgm:cxn modelId="{92F38C1D-63AC-4C0D-933A-3D325659C4FC}" type="presParOf" srcId="{68B8EDBF-BDBD-4B8C-86E4-7583E5FF0889}" destId="{8F01C6CB-71EC-4B3C-AFE1-57A7FEAE9C24}" srcOrd="0" destOrd="0" presId="urn:microsoft.com/office/officeart/2005/8/layout/hierarchy3"/>
    <dgm:cxn modelId="{43D66CB8-1D8E-4CC3-B9D1-B179187E2F5A}" type="presParOf" srcId="{68B8EDBF-BDBD-4B8C-86E4-7583E5FF0889}" destId="{037EF5E9-EE1C-4C00-AC99-A59D2D3B0BB4}" srcOrd="1" destOrd="0" presId="urn:microsoft.com/office/officeart/2005/8/layout/hierarchy3"/>
    <dgm:cxn modelId="{99E7F35D-A637-45DC-A632-BCB43768A23D}" type="presParOf" srcId="{1AF142F8-059F-4339-8653-265E4ADC5B84}" destId="{E2D78DF9-A532-4DA3-8206-6D7EAB9BD351}" srcOrd="1" destOrd="0" presId="urn:microsoft.com/office/officeart/2005/8/layout/hierarchy3"/>
    <dgm:cxn modelId="{64AD19AA-D3CD-4A39-8DC2-456E612EADFB}" type="presParOf" srcId="{E2D78DF9-A532-4DA3-8206-6D7EAB9BD351}" destId="{307550D0-E664-4380-A5F0-5139A5120239}" srcOrd="0" destOrd="0" presId="urn:microsoft.com/office/officeart/2005/8/layout/hierarchy3"/>
    <dgm:cxn modelId="{C6B02CE8-5DE9-41B2-AAB6-0A8EF63CD25D}" type="presParOf" srcId="{E2D78DF9-A532-4DA3-8206-6D7EAB9BD351}" destId="{44397053-40E8-4A21-8599-1C38A1699D1D}" srcOrd="1" destOrd="0" presId="urn:microsoft.com/office/officeart/2005/8/layout/hierarchy3"/>
    <dgm:cxn modelId="{7F16F2A9-3942-4B68-80D8-DF71492811B4}" type="presParOf" srcId="{E2D78DF9-A532-4DA3-8206-6D7EAB9BD351}" destId="{12BEC8BF-DC5F-44BD-AA18-A04C49F89C19}" srcOrd="2" destOrd="0" presId="urn:microsoft.com/office/officeart/2005/8/layout/hierarchy3"/>
    <dgm:cxn modelId="{64BA13EA-9501-450D-AE53-7446EDE08825}" type="presParOf" srcId="{E2D78DF9-A532-4DA3-8206-6D7EAB9BD351}" destId="{127E6036-9EED-4105-BA41-E75B6AF86A13}" srcOrd="3" destOrd="0" presId="urn:microsoft.com/office/officeart/2005/8/layout/hierarchy3"/>
    <dgm:cxn modelId="{FF234A74-145A-4ED8-9E06-3E1921A01A6E}" type="presParOf" srcId="{E2D78DF9-A532-4DA3-8206-6D7EAB9BD351}" destId="{4641931C-EFCE-4FFD-9150-2487FD8A4B54}" srcOrd="4" destOrd="0" presId="urn:microsoft.com/office/officeart/2005/8/layout/hierarchy3"/>
    <dgm:cxn modelId="{040E6897-5D76-4DB7-8A76-CEC40CBE37C6}" type="presParOf" srcId="{E2D78DF9-A532-4DA3-8206-6D7EAB9BD351}" destId="{64A4CE26-09ED-48D9-A689-DAB3C774EC18}" srcOrd="5" destOrd="0" presId="urn:microsoft.com/office/officeart/2005/8/layout/hierarchy3"/>
    <dgm:cxn modelId="{33FE319A-E732-4D06-B788-B6AFE5BFC233}" type="presParOf" srcId="{2DE8F7A3-A467-4A10-BEB7-B2B72D790EB2}" destId="{C182663C-59DE-487B-9F9A-C6ECA07E4614}" srcOrd="9" destOrd="0" presId="urn:microsoft.com/office/officeart/2005/8/layout/hierarchy3"/>
    <dgm:cxn modelId="{D9E4D010-F174-49E0-AB1D-B2F0E910CF48}" type="presParOf" srcId="{C182663C-59DE-487B-9F9A-C6ECA07E4614}" destId="{0AB82CA5-ED1D-482D-858B-EA4B4B879224}" srcOrd="0" destOrd="0" presId="urn:microsoft.com/office/officeart/2005/8/layout/hierarchy3"/>
    <dgm:cxn modelId="{38F17B72-DEF8-4F5C-BF12-E4701D887E90}" type="presParOf" srcId="{0AB82CA5-ED1D-482D-858B-EA4B4B879224}" destId="{AFB7301C-E175-449F-BFD8-23962A0AC12F}" srcOrd="0" destOrd="0" presId="urn:microsoft.com/office/officeart/2005/8/layout/hierarchy3"/>
    <dgm:cxn modelId="{BBD3F0B1-796A-4426-A29C-C6AD1F042DC1}" type="presParOf" srcId="{0AB82CA5-ED1D-482D-858B-EA4B4B879224}" destId="{3A067A5E-2D80-4D16-AEEE-BBF9F67C6082}" srcOrd="1" destOrd="0" presId="urn:microsoft.com/office/officeart/2005/8/layout/hierarchy3"/>
    <dgm:cxn modelId="{901F45A0-BD70-4854-A3BB-959929BD94E4}" type="presParOf" srcId="{C182663C-59DE-487B-9F9A-C6ECA07E4614}" destId="{15EF771E-7112-4AC5-9454-D1022395FB26}" srcOrd="1" destOrd="0" presId="urn:microsoft.com/office/officeart/2005/8/layout/hierarchy3"/>
    <dgm:cxn modelId="{6C634BB7-9B51-4C28-BA55-834A9B79CDF4}" type="presParOf" srcId="{15EF771E-7112-4AC5-9454-D1022395FB26}" destId="{BF4FD549-C0BE-48FB-A55D-268696EC8BBB}" srcOrd="0" destOrd="0" presId="urn:microsoft.com/office/officeart/2005/8/layout/hierarchy3"/>
    <dgm:cxn modelId="{C61A03C1-54E2-42A4-B7FE-B8F9DFFD7865}" type="presParOf" srcId="{15EF771E-7112-4AC5-9454-D1022395FB26}" destId="{40FC0ECB-5E94-456C-A7AB-842B173C53F6}" srcOrd="1" destOrd="0" presId="urn:microsoft.com/office/officeart/2005/8/layout/hierarchy3"/>
    <dgm:cxn modelId="{445E58E3-97B2-4D04-A8C9-CF683889ECE7}" type="presParOf" srcId="{15EF771E-7112-4AC5-9454-D1022395FB26}" destId="{33572C9C-E831-458E-AC48-2BAC0FE4BDA4}" srcOrd="2" destOrd="0" presId="urn:microsoft.com/office/officeart/2005/8/layout/hierarchy3"/>
    <dgm:cxn modelId="{29A367E1-D698-41DF-A9C1-ACD4CE2149CA}" type="presParOf" srcId="{15EF771E-7112-4AC5-9454-D1022395FB26}" destId="{3BB327A8-9318-428E-93EF-3989510CC652}" srcOrd="3" destOrd="0" presId="urn:microsoft.com/office/officeart/2005/8/layout/hierarchy3"/>
    <dgm:cxn modelId="{54FFC314-1534-457C-9AC2-759F425B3E12}" type="presParOf" srcId="{15EF771E-7112-4AC5-9454-D1022395FB26}" destId="{90E7FC45-7375-47A1-8C77-2308EC416F84}" srcOrd="4" destOrd="0" presId="urn:microsoft.com/office/officeart/2005/8/layout/hierarchy3"/>
    <dgm:cxn modelId="{B69E8C62-C22C-4BCB-9045-AB5357968A34}" type="presParOf" srcId="{15EF771E-7112-4AC5-9454-D1022395FB26}" destId="{DE89A519-48D1-49A3-8BD6-202FE07E1D8B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94318-F9E4-481A-AEB2-4F13A148391E}">
      <dsp:nvSpPr>
        <dsp:cNvPr id="0" name=""/>
        <dsp:cNvSpPr/>
      </dsp:nvSpPr>
      <dsp:spPr>
        <a:xfrm>
          <a:off x="1643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1. Lean (Toyota Production System)</a:t>
          </a:r>
          <a:endParaRPr lang="en-IN" sz="1000" kern="1200"/>
        </a:p>
      </dsp:txBody>
      <dsp:txXfrm>
        <a:off x="1643" y="703984"/>
        <a:ext cx="1338083" cy="503363"/>
      </dsp:txXfrm>
    </dsp:sp>
    <dsp:sp modelId="{8CBE9EAC-42ED-4151-B1E5-18DE409F10E5}">
      <dsp:nvSpPr>
        <dsp:cNvPr id="0" name=""/>
        <dsp:cNvSpPr/>
      </dsp:nvSpPr>
      <dsp:spPr>
        <a:xfrm>
          <a:off x="1643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Eliminating waste (Muda) across processes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Plants, supply chain, GBS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Application Examples: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Reduce changeover time on lines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Reduce inventory in warehouses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Improve order fulfilment processes</a:t>
          </a:r>
          <a:endParaRPr lang="en-IN" sz="1000" kern="1200" dirty="0"/>
        </a:p>
      </dsp:txBody>
      <dsp:txXfrm>
        <a:off x="1643" y="1207348"/>
        <a:ext cx="1338083" cy="2640346"/>
      </dsp:txXfrm>
    </dsp:sp>
    <dsp:sp modelId="{F327BFE2-EE24-4752-B9AC-42033765FA9F}">
      <dsp:nvSpPr>
        <dsp:cNvPr id="0" name=""/>
        <dsp:cNvSpPr/>
      </dsp:nvSpPr>
      <dsp:spPr>
        <a:xfrm>
          <a:off x="1527058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2. Six Sigma (DMAIC)</a:t>
          </a:r>
          <a:endParaRPr lang="en-IN" sz="1000" kern="1200"/>
        </a:p>
      </dsp:txBody>
      <dsp:txXfrm>
        <a:off x="1527058" y="703984"/>
        <a:ext cx="1338083" cy="503363"/>
      </dsp:txXfrm>
    </dsp:sp>
    <dsp:sp modelId="{978E44CE-8297-4C22-900E-BB6D0E3F013D}">
      <dsp:nvSpPr>
        <dsp:cNvPr id="0" name=""/>
        <dsp:cNvSpPr/>
      </dsp:nvSpPr>
      <dsp:spPr>
        <a:xfrm>
          <a:off x="1527058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Data‑driven problem solving to reduce defects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Manufacturing, quality, planning, service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Application Examples: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Reduce customer complaints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Improve yield in production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Reduce forecast error</a:t>
          </a:r>
          <a:endParaRPr lang="en-IN" sz="1000" kern="1200"/>
        </a:p>
      </dsp:txBody>
      <dsp:txXfrm>
        <a:off x="1527058" y="1207348"/>
        <a:ext cx="1338083" cy="2640346"/>
      </dsp:txXfrm>
    </dsp:sp>
    <dsp:sp modelId="{1044D768-BB4B-4D40-89B2-D9ADAE1F1B36}">
      <dsp:nvSpPr>
        <dsp:cNvPr id="0" name=""/>
        <dsp:cNvSpPr/>
      </dsp:nvSpPr>
      <dsp:spPr>
        <a:xfrm>
          <a:off x="3052474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3. Total Productive Maintenance (TPM)</a:t>
          </a:r>
          <a:endParaRPr lang="en-IN" sz="1000" kern="1200"/>
        </a:p>
      </dsp:txBody>
      <dsp:txXfrm>
        <a:off x="3052474" y="703984"/>
        <a:ext cx="1338083" cy="503363"/>
      </dsp:txXfrm>
    </dsp:sp>
    <dsp:sp modelId="{BF84D289-42EC-483E-A52B-D21F8835D713}">
      <dsp:nvSpPr>
        <dsp:cNvPr id="0" name=""/>
        <dsp:cNvSpPr/>
      </dsp:nvSpPr>
      <dsp:spPr>
        <a:xfrm>
          <a:off x="3052474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World‑class manufacturing practices for equipment reliability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Factories, utilities, maintenance systems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Application Examples: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Increase OEE (Overall Equipment Effectiveness)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Reduce breakdowns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Improve line speed &amp; uptime</a:t>
          </a:r>
          <a:endParaRPr lang="en-IN" sz="1000" kern="1200"/>
        </a:p>
      </dsp:txBody>
      <dsp:txXfrm>
        <a:off x="3052474" y="1207348"/>
        <a:ext cx="1338083" cy="2640346"/>
      </dsp:txXfrm>
    </dsp:sp>
    <dsp:sp modelId="{BA2551B7-15AD-4BAB-8593-CB1DF16FCA4E}">
      <dsp:nvSpPr>
        <dsp:cNvPr id="0" name=""/>
        <dsp:cNvSpPr/>
      </dsp:nvSpPr>
      <dsp:spPr>
        <a:xfrm>
          <a:off x="4577890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4. Integrated Business Planning (IBP)</a:t>
          </a:r>
          <a:endParaRPr lang="en-IN" sz="1000" kern="1200"/>
        </a:p>
      </dsp:txBody>
      <dsp:txXfrm>
        <a:off x="4577890" y="703984"/>
        <a:ext cx="1338083" cy="503363"/>
      </dsp:txXfrm>
    </dsp:sp>
    <dsp:sp modelId="{6058D280-3C81-4CCD-AE51-0E104AE21961}">
      <dsp:nvSpPr>
        <dsp:cNvPr id="0" name=""/>
        <dsp:cNvSpPr/>
      </dsp:nvSpPr>
      <dsp:spPr>
        <a:xfrm>
          <a:off x="4577890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End‑to‑end integration of demand, supply, and financial plans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S&amp;OP, finance, supply chain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Application Examples: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Align sales forecast with production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Improve customer service levels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Balance inventory &amp; cost</a:t>
          </a:r>
          <a:endParaRPr lang="en-IN" sz="1000" kern="1200"/>
        </a:p>
      </dsp:txBody>
      <dsp:txXfrm>
        <a:off x="4577890" y="1207348"/>
        <a:ext cx="1338083" cy="2640346"/>
      </dsp:txXfrm>
    </dsp:sp>
    <dsp:sp modelId="{7A5CB013-CA32-4A9E-BFAF-FEADBDDBFD5A}">
      <dsp:nvSpPr>
        <dsp:cNvPr id="0" name=""/>
        <dsp:cNvSpPr/>
      </dsp:nvSpPr>
      <dsp:spPr>
        <a:xfrm>
          <a:off x="6103305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5. Business Process Management (BPM + Digital Workflows)</a:t>
          </a:r>
          <a:endParaRPr lang="en-IN" sz="1000" kern="1200" dirty="0"/>
        </a:p>
      </dsp:txBody>
      <dsp:txXfrm>
        <a:off x="6103305" y="703984"/>
        <a:ext cx="1338083" cy="503363"/>
      </dsp:txXfrm>
    </dsp:sp>
    <dsp:sp modelId="{556A560D-2330-47B6-8E0E-D00DA7D49978}">
      <dsp:nvSpPr>
        <dsp:cNvPr id="0" name=""/>
        <dsp:cNvSpPr/>
      </dsp:nvSpPr>
      <dsp:spPr>
        <a:xfrm>
          <a:off x="6103305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Standardisation and automation of enterprise &amp; GBS processes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P2P, O2C, R2R, HCM, GBS operations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Application Examples: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Standardise Procure‑to‑Pay (P2P)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Automate Order‑to‑Cash (O2C)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Digital workflows for escalations &amp; approvals</a:t>
          </a:r>
          <a:endParaRPr lang="en-IN" sz="1000" kern="1200"/>
        </a:p>
      </dsp:txBody>
      <dsp:txXfrm>
        <a:off x="6103305" y="1207348"/>
        <a:ext cx="1338083" cy="2640346"/>
      </dsp:txXfrm>
    </dsp:sp>
    <dsp:sp modelId="{FC4C5E71-B64B-4785-8A9D-B03B6BAE507A}">
      <dsp:nvSpPr>
        <dsp:cNvPr id="0" name=""/>
        <dsp:cNvSpPr/>
      </dsp:nvSpPr>
      <dsp:spPr>
        <a:xfrm>
          <a:off x="7628721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6. Hoshin Kanri (Strategy Deployment)</a:t>
          </a:r>
          <a:endParaRPr lang="en-IN" sz="1000" kern="1200"/>
        </a:p>
      </dsp:txBody>
      <dsp:txXfrm>
        <a:off x="7628721" y="703984"/>
        <a:ext cx="1338083" cy="503363"/>
      </dsp:txXfrm>
    </dsp:sp>
    <dsp:sp modelId="{CE0CD7EE-1734-4FDB-934C-81CFB27FA528}">
      <dsp:nvSpPr>
        <dsp:cNvPr id="0" name=""/>
        <dsp:cNvSpPr/>
      </dsp:nvSpPr>
      <dsp:spPr>
        <a:xfrm>
          <a:off x="7628721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Top‑down and bottom‑up alignment of goals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Corporate strategy, OpEx, leadership planning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Application Examples: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Annual strategic goals for cost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Annual goals for quality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Annual goals for service</a:t>
          </a:r>
          <a:endParaRPr lang="en-IN" sz="1000" kern="1200"/>
        </a:p>
      </dsp:txBody>
      <dsp:txXfrm>
        <a:off x="7628721" y="1207348"/>
        <a:ext cx="1338083" cy="2640346"/>
      </dsp:txXfrm>
    </dsp:sp>
    <dsp:sp modelId="{F14A6268-E1B1-4834-9982-1C37BC4F8930}">
      <dsp:nvSpPr>
        <dsp:cNvPr id="0" name=""/>
        <dsp:cNvSpPr/>
      </dsp:nvSpPr>
      <dsp:spPr>
        <a:xfrm>
          <a:off x="9154137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7. Agile + DevOps</a:t>
          </a:r>
          <a:endParaRPr lang="en-IN" sz="1000" kern="1200"/>
        </a:p>
      </dsp:txBody>
      <dsp:txXfrm>
        <a:off x="9154137" y="703984"/>
        <a:ext cx="1338083" cy="503363"/>
      </dsp:txXfrm>
    </dsp:sp>
    <dsp:sp modelId="{13642C5B-608C-43C1-A3AD-229DE2F94D70}">
      <dsp:nvSpPr>
        <dsp:cNvPr id="0" name=""/>
        <dsp:cNvSpPr/>
      </dsp:nvSpPr>
      <dsp:spPr>
        <a:xfrm>
          <a:off x="9154137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Rapid, iterative delivery with automated deployment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Digital factories, analytics teams, GBS automation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Use Cases: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Data product development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Automation platforms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Digital tool rollouts</a:t>
          </a:r>
          <a:endParaRPr lang="en-IN" sz="1000" kern="1200"/>
        </a:p>
      </dsp:txBody>
      <dsp:txXfrm>
        <a:off x="9154137" y="1207348"/>
        <a:ext cx="1338083" cy="2640346"/>
      </dsp:txXfrm>
    </dsp:sp>
    <dsp:sp modelId="{FEE9DFEF-5071-4C37-9EE6-D757B1A3172D}">
      <dsp:nvSpPr>
        <dsp:cNvPr id="0" name=""/>
        <dsp:cNvSpPr/>
      </dsp:nvSpPr>
      <dsp:spPr>
        <a:xfrm>
          <a:off x="10679552" y="703984"/>
          <a:ext cx="1338083" cy="503363"/>
        </a:xfrm>
        <a:prstGeom prst="flowChart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8. ISO Standards (9001, 45001, 14001)</a:t>
          </a:r>
          <a:endParaRPr lang="en-IN" sz="1000" kern="1200"/>
        </a:p>
      </dsp:txBody>
      <dsp:txXfrm>
        <a:off x="10679552" y="703984"/>
        <a:ext cx="1338083" cy="503363"/>
      </dsp:txXfrm>
    </dsp:sp>
    <dsp:sp modelId="{58A1719A-048E-4079-84BC-9E226C30FA7B}">
      <dsp:nvSpPr>
        <dsp:cNvPr id="0" name=""/>
        <dsp:cNvSpPr/>
      </dsp:nvSpPr>
      <dsp:spPr>
        <a:xfrm>
          <a:off x="10679552" y="1207348"/>
          <a:ext cx="1338083" cy="2640346"/>
        </a:xfrm>
        <a:prstGeom prst="flowChartProcess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Focus: Compliance, safety, quality, environment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Applied in: All CPG sites globally</a:t>
          </a:r>
          <a:endParaRPr lang="en-IN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1000" b="1" kern="1200"/>
            <a:t>CPG Relevance: 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Quality management (ISO 9001)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Occupational safety (ISO 45001)</a:t>
          </a:r>
          <a:endParaRPr lang="en-IN" sz="1000" kern="1200"/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b="1" kern="1200"/>
            <a:t>Environmental standards (ISO 14001)</a:t>
          </a:r>
          <a:endParaRPr lang="en-IN" sz="1000" kern="1200"/>
        </a:p>
      </dsp:txBody>
      <dsp:txXfrm>
        <a:off x="10679552" y="1207348"/>
        <a:ext cx="1338083" cy="26403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00ACE-174C-43D0-9CCA-A98B1B40626C}">
      <dsp:nvSpPr>
        <dsp:cNvPr id="0" name=""/>
        <dsp:cNvSpPr/>
      </dsp:nvSpPr>
      <dsp:spPr>
        <a:xfrm>
          <a:off x="1443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1. Consumer &amp; Market Insights</a:t>
          </a:r>
        </a:p>
      </dsp:txBody>
      <dsp:txXfrm>
        <a:off x="19196" y="831777"/>
        <a:ext cx="1176737" cy="570615"/>
      </dsp:txXfrm>
    </dsp:sp>
    <dsp:sp modelId="{92F0083E-B124-471F-A021-3B7EC1020CF0}">
      <dsp:nvSpPr>
        <dsp:cNvPr id="0" name=""/>
        <dsp:cNvSpPr/>
      </dsp:nvSpPr>
      <dsp:spPr>
        <a:xfrm>
          <a:off x="122667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1776ED-D746-48CA-B22F-E6BFA4522E8F}">
      <dsp:nvSpPr>
        <dsp:cNvPr id="0" name=""/>
        <dsp:cNvSpPr/>
      </dsp:nvSpPr>
      <dsp:spPr>
        <a:xfrm>
          <a:off x="243891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Who buys? Why? Where?</a:t>
          </a:r>
        </a:p>
      </dsp:txBody>
      <dsp:txXfrm>
        <a:off x="261644" y="1589429"/>
        <a:ext cx="934288" cy="570615"/>
      </dsp:txXfrm>
    </dsp:sp>
    <dsp:sp modelId="{8CA1F4AD-6E62-4EAA-B998-F75F695282B5}">
      <dsp:nvSpPr>
        <dsp:cNvPr id="0" name=""/>
        <dsp:cNvSpPr/>
      </dsp:nvSpPr>
      <dsp:spPr>
        <a:xfrm>
          <a:off x="122667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E8180-4292-41AE-A87A-E9CD0CC6157A}">
      <dsp:nvSpPr>
        <dsp:cNvPr id="0" name=""/>
        <dsp:cNvSpPr/>
      </dsp:nvSpPr>
      <dsp:spPr>
        <a:xfrm>
          <a:off x="243891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Used for innovation pipeline.</a:t>
          </a:r>
        </a:p>
      </dsp:txBody>
      <dsp:txXfrm>
        <a:off x="261644" y="2347081"/>
        <a:ext cx="934288" cy="570615"/>
      </dsp:txXfrm>
    </dsp:sp>
    <dsp:sp modelId="{4C3E42F2-7BF4-44B4-AD94-F749FF3B1220}">
      <dsp:nvSpPr>
        <dsp:cNvPr id="0" name=""/>
        <dsp:cNvSpPr/>
      </dsp:nvSpPr>
      <dsp:spPr>
        <a:xfrm>
          <a:off x="1516747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2. R&amp;D / Innovation</a:t>
          </a:r>
        </a:p>
      </dsp:txBody>
      <dsp:txXfrm>
        <a:off x="1534500" y="831777"/>
        <a:ext cx="1176737" cy="570615"/>
      </dsp:txXfrm>
    </dsp:sp>
    <dsp:sp modelId="{15BB5BEF-A989-482E-8871-39E455CEF761}">
      <dsp:nvSpPr>
        <dsp:cNvPr id="0" name=""/>
        <dsp:cNvSpPr/>
      </dsp:nvSpPr>
      <dsp:spPr>
        <a:xfrm>
          <a:off x="1637971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DE570E-D3EE-4305-9801-E13B79600357}">
      <dsp:nvSpPr>
        <dsp:cNvPr id="0" name=""/>
        <dsp:cNvSpPr/>
      </dsp:nvSpPr>
      <dsp:spPr>
        <a:xfrm>
          <a:off x="1759195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Formulations</a:t>
          </a:r>
        </a:p>
      </dsp:txBody>
      <dsp:txXfrm>
        <a:off x="1776948" y="1589429"/>
        <a:ext cx="934288" cy="570615"/>
      </dsp:txXfrm>
    </dsp:sp>
    <dsp:sp modelId="{B4F5D955-867B-4A11-9B4F-ED9D6EBA6240}">
      <dsp:nvSpPr>
        <dsp:cNvPr id="0" name=""/>
        <dsp:cNvSpPr/>
      </dsp:nvSpPr>
      <dsp:spPr>
        <a:xfrm>
          <a:off x="1637971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C230A-D04D-467F-9278-CA74DE5346F9}">
      <dsp:nvSpPr>
        <dsp:cNvPr id="0" name=""/>
        <dsp:cNvSpPr/>
      </dsp:nvSpPr>
      <dsp:spPr>
        <a:xfrm>
          <a:off x="1759195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Packaging</a:t>
          </a:r>
        </a:p>
      </dsp:txBody>
      <dsp:txXfrm>
        <a:off x="1776948" y="2347081"/>
        <a:ext cx="934288" cy="570615"/>
      </dsp:txXfrm>
    </dsp:sp>
    <dsp:sp modelId="{691429CC-A317-4AA0-B4B9-D791EA11B85E}">
      <dsp:nvSpPr>
        <dsp:cNvPr id="0" name=""/>
        <dsp:cNvSpPr/>
      </dsp:nvSpPr>
      <dsp:spPr>
        <a:xfrm>
          <a:off x="1637971" y="1420146"/>
          <a:ext cx="121224" cy="196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895"/>
              </a:lnTo>
              <a:lnTo>
                <a:pt x="121224" y="19698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F7F491-7332-4B17-BF29-2BD6498960E7}">
      <dsp:nvSpPr>
        <dsp:cNvPr id="0" name=""/>
        <dsp:cNvSpPr/>
      </dsp:nvSpPr>
      <dsp:spPr>
        <a:xfrm>
          <a:off x="1759195" y="3086980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Trials</a:t>
          </a:r>
        </a:p>
      </dsp:txBody>
      <dsp:txXfrm>
        <a:off x="1776948" y="3104733"/>
        <a:ext cx="934288" cy="570615"/>
      </dsp:txXfrm>
    </dsp:sp>
    <dsp:sp modelId="{21202121-53F7-4FA0-8DB9-AB9FE116CDD6}">
      <dsp:nvSpPr>
        <dsp:cNvPr id="0" name=""/>
        <dsp:cNvSpPr/>
      </dsp:nvSpPr>
      <dsp:spPr>
        <a:xfrm>
          <a:off x="3032051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3. Procurement/Sourcing</a:t>
          </a:r>
        </a:p>
      </dsp:txBody>
      <dsp:txXfrm>
        <a:off x="3049804" y="831777"/>
        <a:ext cx="1176737" cy="570615"/>
      </dsp:txXfrm>
    </dsp:sp>
    <dsp:sp modelId="{9D31B1B4-9D5E-44BF-AC4C-B1B78656265D}">
      <dsp:nvSpPr>
        <dsp:cNvPr id="0" name=""/>
        <dsp:cNvSpPr/>
      </dsp:nvSpPr>
      <dsp:spPr>
        <a:xfrm>
          <a:off x="3153275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83C7E2-91B5-4821-8C89-DD16A58E74AA}">
      <dsp:nvSpPr>
        <dsp:cNvPr id="0" name=""/>
        <dsp:cNvSpPr/>
      </dsp:nvSpPr>
      <dsp:spPr>
        <a:xfrm>
          <a:off x="3274499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Ingredients &amp; materials</a:t>
          </a:r>
        </a:p>
      </dsp:txBody>
      <dsp:txXfrm>
        <a:off x="3292252" y="1589429"/>
        <a:ext cx="934288" cy="570615"/>
      </dsp:txXfrm>
    </dsp:sp>
    <dsp:sp modelId="{E8A497B1-BD7B-4960-9302-C55CC5EDAF2C}">
      <dsp:nvSpPr>
        <dsp:cNvPr id="0" name=""/>
        <dsp:cNvSpPr/>
      </dsp:nvSpPr>
      <dsp:spPr>
        <a:xfrm>
          <a:off x="3153275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755C95-97D3-41C1-B4F5-3AEA286D6E25}">
      <dsp:nvSpPr>
        <dsp:cNvPr id="0" name=""/>
        <dsp:cNvSpPr/>
      </dsp:nvSpPr>
      <dsp:spPr>
        <a:xfrm>
          <a:off x="3274499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Supplier quality</a:t>
          </a:r>
        </a:p>
      </dsp:txBody>
      <dsp:txXfrm>
        <a:off x="3292252" y="2347081"/>
        <a:ext cx="934288" cy="570615"/>
      </dsp:txXfrm>
    </dsp:sp>
    <dsp:sp modelId="{5E607BAC-2A1B-4C54-9885-77ABF3081526}">
      <dsp:nvSpPr>
        <dsp:cNvPr id="0" name=""/>
        <dsp:cNvSpPr/>
      </dsp:nvSpPr>
      <dsp:spPr>
        <a:xfrm>
          <a:off x="3153275" y="1420146"/>
          <a:ext cx="121224" cy="196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895"/>
              </a:lnTo>
              <a:lnTo>
                <a:pt x="121224" y="19698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A2803-1170-45E5-8F4E-FF9D9BCD7E41}">
      <dsp:nvSpPr>
        <dsp:cNvPr id="0" name=""/>
        <dsp:cNvSpPr/>
      </dsp:nvSpPr>
      <dsp:spPr>
        <a:xfrm>
          <a:off x="3274499" y="3086980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Contract manufacturing</a:t>
          </a:r>
        </a:p>
      </dsp:txBody>
      <dsp:txXfrm>
        <a:off x="3292252" y="3104733"/>
        <a:ext cx="934288" cy="570615"/>
      </dsp:txXfrm>
    </dsp:sp>
    <dsp:sp modelId="{1331B4D6-BD79-4444-92AD-76D2B928CA11}">
      <dsp:nvSpPr>
        <dsp:cNvPr id="0" name=""/>
        <dsp:cNvSpPr/>
      </dsp:nvSpPr>
      <dsp:spPr>
        <a:xfrm>
          <a:off x="4547355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4. Manufacturing</a:t>
          </a:r>
        </a:p>
      </dsp:txBody>
      <dsp:txXfrm>
        <a:off x="4565108" y="831777"/>
        <a:ext cx="1176737" cy="570615"/>
      </dsp:txXfrm>
    </dsp:sp>
    <dsp:sp modelId="{0256BD26-2F11-4E1E-BFBE-832894781144}">
      <dsp:nvSpPr>
        <dsp:cNvPr id="0" name=""/>
        <dsp:cNvSpPr/>
      </dsp:nvSpPr>
      <dsp:spPr>
        <a:xfrm>
          <a:off x="4668579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8985C4-2EA6-4E7A-9661-F17AF67C0079}">
      <dsp:nvSpPr>
        <dsp:cNvPr id="0" name=""/>
        <dsp:cNvSpPr/>
      </dsp:nvSpPr>
      <dsp:spPr>
        <a:xfrm>
          <a:off x="4789803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Lines, plants, TPM, safety, quality</a:t>
          </a:r>
        </a:p>
      </dsp:txBody>
      <dsp:txXfrm>
        <a:off x="4807556" y="1589429"/>
        <a:ext cx="934288" cy="570615"/>
      </dsp:txXfrm>
    </dsp:sp>
    <dsp:sp modelId="{EABEB714-6238-4882-960C-A626445A69EF}">
      <dsp:nvSpPr>
        <dsp:cNvPr id="0" name=""/>
        <dsp:cNvSpPr/>
      </dsp:nvSpPr>
      <dsp:spPr>
        <a:xfrm>
          <a:off x="4668579" y="1420146"/>
          <a:ext cx="121224" cy="1414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4133"/>
              </a:lnTo>
              <a:lnTo>
                <a:pt x="121224" y="141413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0BF77-37B7-49DF-A91C-3C7A74AE7FEA}">
      <dsp:nvSpPr>
        <dsp:cNvPr id="0" name=""/>
        <dsp:cNvSpPr/>
      </dsp:nvSpPr>
      <dsp:spPr>
        <a:xfrm>
          <a:off x="4789803" y="2329328"/>
          <a:ext cx="969794" cy="10099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OEE, conversion cost, throughput</a:t>
          </a:r>
        </a:p>
      </dsp:txBody>
      <dsp:txXfrm>
        <a:off x="4818207" y="2357732"/>
        <a:ext cx="912986" cy="953093"/>
      </dsp:txXfrm>
    </dsp:sp>
    <dsp:sp modelId="{7F01AC1B-7A33-4CAB-AAA7-E9E3673E61A6}">
      <dsp:nvSpPr>
        <dsp:cNvPr id="0" name=""/>
        <dsp:cNvSpPr/>
      </dsp:nvSpPr>
      <dsp:spPr>
        <a:xfrm>
          <a:off x="6062659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5. Supply Chain Planning</a:t>
          </a:r>
        </a:p>
      </dsp:txBody>
      <dsp:txXfrm>
        <a:off x="6080412" y="831777"/>
        <a:ext cx="1176737" cy="570615"/>
      </dsp:txXfrm>
    </dsp:sp>
    <dsp:sp modelId="{834FA520-A610-4312-A031-5ACB8FB87D42}">
      <dsp:nvSpPr>
        <dsp:cNvPr id="0" name=""/>
        <dsp:cNvSpPr/>
      </dsp:nvSpPr>
      <dsp:spPr>
        <a:xfrm>
          <a:off x="6183883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C0151-B6F0-4CD3-A32F-F4D136F244DA}">
      <dsp:nvSpPr>
        <dsp:cNvPr id="0" name=""/>
        <dsp:cNvSpPr/>
      </dsp:nvSpPr>
      <dsp:spPr>
        <a:xfrm>
          <a:off x="6305108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Demand planning</a:t>
          </a:r>
        </a:p>
      </dsp:txBody>
      <dsp:txXfrm>
        <a:off x="6322861" y="1589429"/>
        <a:ext cx="934288" cy="570615"/>
      </dsp:txXfrm>
    </dsp:sp>
    <dsp:sp modelId="{0E14B2B5-B819-4FC4-875B-58EB10B63311}">
      <dsp:nvSpPr>
        <dsp:cNvPr id="0" name=""/>
        <dsp:cNvSpPr/>
      </dsp:nvSpPr>
      <dsp:spPr>
        <a:xfrm>
          <a:off x="6183883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F2177-4055-48EE-A1A1-FCB629AB9DCB}">
      <dsp:nvSpPr>
        <dsp:cNvPr id="0" name=""/>
        <dsp:cNvSpPr/>
      </dsp:nvSpPr>
      <dsp:spPr>
        <a:xfrm>
          <a:off x="6305108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Supply planning</a:t>
          </a:r>
        </a:p>
      </dsp:txBody>
      <dsp:txXfrm>
        <a:off x="6322861" y="2347081"/>
        <a:ext cx="934288" cy="570615"/>
      </dsp:txXfrm>
    </dsp:sp>
    <dsp:sp modelId="{A5137213-8D94-4845-AD10-FA8106A3ECAB}">
      <dsp:nvSpPr>
        <dsp:cNvPr id="0" name=""/>
        <dsp:cNvSpPr/>
      </dsp:nvSpPr>
      <dsp:spPr>
        <a:xfrm>
          <a:off x="6183883" y="1420146"/>
          <a:ext cx="121224" cy="196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895"/>
              </a:lnTo>
              <a:lnTo>
                <a:pt x="121224" y="19698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4480DD-E234-4A37-915D-7A6F77D90CF2}">
      <dsp:nvSpPr>
        <dsp:cNvPr id="0" name=""/>
        <dsp:cNvSpPr/>
      </dsp:nvSpPr>
      <dsp:spPr>
        <a:xfrm>
          <a:off x="6305108" y="3086980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Capacity planning</a:t>
          </a:r>
        </a:p>
      </dsp:txBody>
      <dsp:txXfrm>
        <a:off x="6322861" y="3104733"/>
        <a:ext cx="934288" cy="570615"/>
      </dsp:txXfrm>
    </dsp:sp>
    <dsp:sp modelId="{79132EA0-657F-4DBD-8630-E9BCD638D52C}">
      <dsp:nvSpPr>
        <dsp:cNvPr id="0" name=""/>
        <dsp:cNvSpPr/>
      </dsp:nvSpPr>
      <dsp:spPr>
        <a:xfrm>
          <a:off x="7577963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6. Logistics</a:t>
          </a:r>
        </a:p>
      </dsp:txBody>
      <dsp:txXfrm>
        <a:off x="7595716" y="831777"/>
        <a:ext cx="1176737" cy="570615"/>
      </dsp:txXfrm>
    </dsp:sp>
    <dsp:sp modelId="{07355719-90B9-4CA9-B50D-E6418ABB43D1}">
      <dsp:nvSpPr>
        <dsp:cNvPr id="0" name=""/>
        <dsp:cNvSpPr/>
      </dsp:nvSpPr>
      <dsp:spPr>
        <a:xfrm>
          <a:off x="7699187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A0327F-5FFF-44BE-BB98-DA5A0AB6600F}">
      <dsp:nvSpPr>
        <dsp:cNvPr id="0" name=""/>
        <dsp:cNvSpPr/>
      </dsp:nvSpPr>
      <dsp:spPr>
        <a:xfrm>
          <a:off x="7820412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Warehousing</a:t>
          </a:r>
        </a:p>
      </dsp:txBody>
      <dsp:txXfrm>
        <a:off x="7838165" y="1589429"/>
        <a:ext cx="934288" cy="570615"/>
      </dsp:txXfrm>
    </dsp:sp>
    <dsp:sp modelId="{D20EC70F-03FA-4066-B13A-1C2BD0730E90}">
      <dsp:nvSpPr>
        <dsp:cNvPr id="0" name=""/>
        <dsp:cNvSpPr/>
      </dsp:nvSpPr>
      <dsp:spPr>
        <a:xfrm>
          <a:off x="7699187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D57DD5-0945-4817-A132-F8B208B30087}">
      <dsp:nvSpPr>
        <dsp:cNvPr id="0" name=""/>
        <dsp:cNvSpPr/>
      </dsp:nvSpPr>
      <dsp:spPr>
        <a:xfrm>
          <a:off x="7820412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Transportation</a:t>
          </a:r>
        </a:p>
      </dsp:txBody>
      <dsp:txXfrm>
        <a:off x="7838165" y="2347081"/>
        <a:ext cx="934288" cy="570615"/>
      </dsp:txXfrm>
    </dsp:sp>
    <dsp:sp modelId="{9F98F5A3-510E-4DE0-AE4D-D93BB803A86C}">
      <dsp:nvSpPr>
        <dsp:cNvPr id="0" name=""/>
        <dsp:cNvSpPr/>
      </dsp:nvSpPr>
      <dsp:spPr>
        <a:xfrm>
          <a:off x="7699187" y="1420146"/>
          <a:ext cx="121224" cy="196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895"/>
              </a:lnTo>
              <a:lnTo>
                <a:pt x="121224" y="19698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3BCD6-CC99-4B9F-8CF9-8EEA97CD46D9}">
      <dsp:nvSpPr>
        <dsp:cNvPr id="0" name=""/>
        <dsp:cNvSpPr/>
      </dsp:nvSpPr>
      <dsp:spPr>
        <a:xfrm>
          <a:off x="7820412" y="3086980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Route-to-market</a:t>
          </a:r>
        </a:p>
      </dsp:txBody>
      <dsp:txXfrm>
        <a:off x="7838165" y="3104733"/>
        <a:ext cx="934288" cy="570615"/>
      </dsp:txXfrm>
    </dsp:sp>
    <dsp:sp modelId="{AF49E18B-ECBE-4E7E-89C9-B27BE54E7505}">
      <dsp:nvSpPr>
        <dsp:cNvPr id="0" name=""/>
        <dsp:cNvSpPr/>
      </dsp:nvSpPr>
      <dsp:spPr>
        <a:xfrm>
          <a:off x="9093267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7. Sales &amp; Customer Operations</a:t>
          </a:r>
        </a:p>
      </dsp:txBody>
      <dsp:txXfrm>
        <a:off x="9111020" y="831777"/>
        <a:ext cx="1176737" cy="570615"/>
      </dsp:txXfrm>
    </dsp:sp>
    <dsp:sp modelId="{B2377462-8B0E-497C-957B-F55DA9A52A60}">
      <dsp:nvSpPr>
        <dsp:cNvPr id="0" name=""/>
        <dsp:cNvSpPr/>
      </dsp:nvSpPr>
      <dsp:spPr>
        <a:xfrm>
          <a:off x="9214491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D6CB70-BC04-4D45-BA80-259263C63675}">
      <dsp:nvSpPr>
        <dsp:cNvPr id="0" name=""/>
        <dsp:cNvSpPr/>
      </dsp:nvSpPr>
      <dsp:spPr>
        <a:xfrm>
          <a:off x="9335716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Order management</a:t>
          </a:r>
        </a:p>
      </dsp:txBody>
      <dsp:txXfrm>
        <a:off x="9353469" y="1589429"/>
        <a:ext cx="934288" cy="570615"/>
      </dsp:txXfrm>
    </dsp:sp>
    <dsp:sp modelId="{A09FC447-4711-4EC2-846B-7EDC5615F96E}">
      <dsp:nvSpPr>
        <dsp:cNvPr id="0" name=""/>
        <dsp:cNvSpPr/>
      </dsp:nvSpPr>
      <dsp:spPr>
        <a:xfrm>
          <a:off x="9214491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29E89-CA27-4ED2-8BD9-0C8E5950FF11}">
      <dsp:nvSpPr>
        <dsp:cNvPr id="0" name=""/>
        <dsp:cNvSpPr/>
      </dsp:nvSpPr>
      <dsp:spPr>
        <a:xfrm>
          <a:off x="9335716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>
              <a:effectLst/>
              <a:latin typeface="+mj-lt"/>
            </a:rPr>
            <a:t>Promotions</a:t>
          </a:r>
          <a:endParaRPr lang="en-US" sz="1200" b="0" i="0" kern="1200" dirty="0">
            <a:effectLst/>
            <a:latin typeface="+mj-lt"/>
          </a:endParaRPr>
        </a:p>
      </dsp:txBody>
      <dsp:txXfrm>
        <a:off x="9353469" y="2347081"/>
        <a:ext cx="934288" cy="570615"/>
      </dsp:txXfrm>
    </dsp:sp>
    <dsp:sp modelId="{F9302E4A-F9F6-4AD4-A269-5D17DF951915}">
      <dsp:nvSpPr>
        <dsp:cNvPr id="0" name=""/>
        <dsp:cNvSpPr/>
      </dsp:nvSpPr>
      <dsp:spPr>
        <a:xfrm>
          <a:off x="9214491" y="1420146"/>
          <a:ext cx="121224" cy="196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895"/>
              </a:lnTo>
              <a:lnTo>
                <a:pt x="121224" y="19698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764825-F3BE-4251-A3AE-9295FE6322B8}">
      <dsp:nvSpPr>
        <dsp:cNvPr id="0" name=""/>
        <dsp:cNvSpPr/>
      </dsp:nvSpPr>
      <dsp:spPr>
        <a:xfrm>
          <a:off x="9335716" y="3086980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Customer service</a:t>
          </a:r>
        </a:p>
      </dsp:txBody>
      <dsp:txXfrm>
        <a:off x="9353469" y="3104733"/>
        <a:ext cx="934288" cy="570615"/>
      </dsp:txXfrm>
    </dsp:sp>
    <dsp:sp modelId="{C276D345-BCCD-4BC7-AE70-A86E55E10507}">
      <dsp:nvSpPr>
        <dsp:cNvPr id="0" name=""/>
        <dsp:cNvSpPr/>
      </dsp:nvSpPr>
      <dsp:spPr>
        <a:xfrm>
          <a:off x="10608571" y="814024"/>
          <a:ext cx="1212243" cy="606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effectLst/>
              <a:latin typeface="+mj-lt"/>
            </a:rPr>
            <a:t>8. Finance / Reporting / GBS Services</a:t>
          </a:r>
        </a:p>
      </dsp:txBody>
      <dsp:txXfrm>
        <a:off x="10626324" y="831777"/>
        <a:ext cx="1176737" cy="570615"/>
      </dsp:txXfrm>
    </dsp:sp>
    <dsp:sp modelId="{90A961E1-2901-434F-B8E2-C1F9E4861DF7}">
      <dsp:nvSpPr>
        <dsp:cNvPr id="0" name=""/>
        <dsp:cNvSpPr/>
      </dsp:nvSpPr>
      <dsp:spPr>
        <a:xfrm>
          <a:off x="10729795" y="1420146"/>
          <a:ext cx="121224" cy="454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591"/>
              </a:lnTo>
              <a:lnTo>
                <a:pt x="121224" y="4545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1E8A25-4152-4CAE-8B50-DD2F876D64EC}">
      <dsp:nvSpPr>
        <dsp:cNvPr id="0" name=""/>
        <dsp:cNvSpPr/>
      </dsp:nvSpPr>
      <dsp:spPr>
        <a:xfrm>
          <a:off x="10851020" y="1571676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P2P</a:t>
          </a:r>
        </a:p>
      </dsp:txBody>
      <dsp:txXfrm>
        <a:off x="10868773" y="1589429"/>
        <a:ext cx="934288" cy="570615"/>
      </dsp:txXfrm>
    </dsp:sp>
    <dsp:sp modelId="{8AD071C4-1C2D-454D-BE13-9A32C1EACCB4}">
      <dsp:nvSpPr>
        <dsp:cNvPr id="0" name=""/>
        <dsp:cNvSpPr/>
      </dsp:nvSpPr>
      <dsp:spPr>
        <a:xfrm>
          <a:off x="10729795" y="1420146"/>
          <a:ext cx="121224" cy="1212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2243"/>
              </a:lnTo>
              <a:lnTo>
                <a:pt x="121224" y="12122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F5CDE2-0A30-4EFA-B609-23D4F91CB76B}">
      <dsp:nvSpPr>
        <dsp:cNvPr id="0" name=""/>
        <dsp:cNvSpPr/>
      </dsp:nvSpPr>
      <dsp:spPr>
        <a:xfrm>
          <a:off x="10851020" y="2329328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>
              <a:effectLst/>
              <a:latin typeface="+mj-lt"/>
            </a:rPr>
            <a:t>O2C</a:t>
          </a:r>
          <a:endParaRPr lang="en-US" sz="1200" b="0" i="0" kern="1200" dirty="0">
            <a:effectLst/>
            <a:latin typeface="+mj-lt"/>
          </a:endParaRPr>
        </a:p>
      </dsp:txBody>
      <dsp:txXfrm>
        <a:off x="10868773" y="2347081"/>
        <a:ext cx="934288" cy="570615"/>
      </dsp:txXfrm>
    </dsp:sp>
    <dsp:sp modelId="{93B7F047-0ADA-4F17-BF64-D3F73FCA1B28}">
      <dsp:nvSpPr>
        <dsp:cNvPr id="0" name=""/>
        <dsp:cNvSpPr/>
      </dsp:nvSpPr>
      <dsp:spPr>
        <a:xfrm>
          <a:off x="10729795" y="1420146"/>
          <a:ext cx="121224" cy="196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9895"/>
              </a:lnTo>
              <a:lnTo>
                <a:pt x="121224" y="19698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5F06EE-AE77-42C2-A39E-3D71BB70D89D}">
      <dsp:nvSpPr>
        <dsp:cNvPr id="0" name=""/>
        <dsp:cNvSpPr/>
      </dsp:nvSpPr>
      <dsp:spPr>
        <a:xfrm>
          <a:off x="10851020" y="3086980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R2R</a:t>
          </a:r>
        </a:p>
      </dsp:txBody>
      <dsp:txXfrm>
        <a:off x="10868773" y="3104733"/>
        <a:ext cx="934288" cy="570615"/>
      </dsp:txXfrm>
    </dsp:sp>
    <dsp:sp modelId="{B310442D-91FB-469B-B3EC-94AD0DC3DCB0}">
      <dsp:nvSpPr>
        <dsp:cNvPr id="0" name=""/>
        <dsp:cNvSpPr/>
      </dsp:nvSpPr>
      <dsp:spPr>
        <a:xfrm>
          <a:off x="10729795" y="1420146"/>
          <a:ext cx="121224" cy="27275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7547"/>
              </a:lnTo>
              <a:lnTo>
                <a:pt x="121224" y="272754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F50FC5-9B5A-46D2-804E-A1CCF4499E51}">
      <dsp:nvSpPr>
        <dsp:cNvPr id="0" name=""/>
        <dsp:cNvSpPr/>
      </dsp:nvSpPr>
      <dsp:spPr>
        <a:xfrm>
          <a:off x="10851020" y="3844632"/>
          <a:ext cx="969794" cy="6061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effectLst/>
              <a:latin typeface="+mj-lt"/>
            </a:rPr>
            <a:t>Master data</a:t>
          </a:r>
        </a:p>
      </dsp:txBody>
      <dsp:txXfrm>
        <a:off x="10868773" y="3862385"/>
        <a:ext cx="934288" cy="5706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3F7C0-1FFC-4FC2-ACCF-CCA17DCE8DAE}">
      <dsp:nvSpPr>
        <dsp:cNvPr id="0" name=""/>
        <dsp:cNvSpPr/>
      </dsp:nvSpPr>
      <dsp:spPr>
        <a:xfrm>
          <a:off x="891280" y="0"/>
          <a:ext cx="10101175" cy="534862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55825-8AED-4448-950E-17D628FBCFB6}">
      <dsp:nvSpPr>
        <dsp:cNvPr id="0" name=""/>
        <dsp:cNvSpPr/>
      </dsp:nvSpPr>
      <dsp:spPr>
        <a:xfrm>
          <a:off x="3263" y="1604587"/>
          <a:ext cx="1900353" cy="21394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u="none" kern="1200"/>
            <a:t>Foundation Layer: Governance &amp; Culture</a:t>
          </a:r>
          <a:endParaRPr lang="en-IN" sz="1500" b="0" i="0" u="none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Leadership routines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Daily performance management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Problem-solving culture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Standard operating procedures</a:t>
          </a:r>
        </a:p>
      </dsp:txBody>
      <dsp:txXfrm>
        <a:off x="96031" y="1697355"/>
        <a:ext cx="1714817" cy="1953913"/>
      </dsp:txXfrm>
    </dsp:sp>
    <dsp:sp modelId="{A06F8BD3-425A-4796-B4A5-0300457B033A}">
      <dsp:nvSpPr>
        <dsp:cNvPr id="0" name=""/>
        <dsp:cNvSpPr/>
      </dsp:nvSpPr>
      <dsp:spPr>
        <a:xfrm>
          <a:off x="1998634" y="1604587"/>
          <a:ext cx="1900353" cy="21394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u="none" kern="1200"/>
            <a:t>Layer 1: Stabilisation</a:t>
          </a:r>
          <a:endParaRPr lang="en-IN" sz="1500" b="0" i="0" u="none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Safety standards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Quality systems (CAPA, deviations, HACCP)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Visual management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/>
            <a:t>Standard work</a:t>
          </a:r>
          <a:endParaRPr lang="en-IN" sz="1200" b="0" i="0" u="none" kern="1200" dirty="0"/>
        </a:p>
      </dsp:txBody>
      <dsp:txXfrm>
        <a:off x="2091402" y="1697355"/>
        <a:ext cx="1714817" cy="1953913"/>
      </dsp:txXfrm>
    </dsp:sp>
    <dsp:sp modelId="{1332D203-F900-4375-B43E-01BDFD5DDD9F}">
      <dsp:nvSpPr>
        <dsp:cNvPr id="0" name=""/>
        <dsp:cNvSpPr/>
      </dsp:nvSpPr>
      <dsp:spPr>
        <a:xfrm>
          <a:off x="3994005" y="1604587"/>
          <a:ext cx="1900353" cy="21394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u="none" kern="1200" dirty="0"/>
            <a:t>Layer 2: Loss Elimination</a:t>
          </a:r>
          <a:endParaRPr lang="en-IN" sz="1500" b="0" i="0" u="none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Lean (waste elimination)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/>
            <a:t>Kaizen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Six Sigma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/>
            <a:t>Cost deployment</a:t>
          </a:r>
          <a:endParaRPr lang="en-IN" sz="1200" b="0" i="0" u="none" kern="1200" dirty="0"/>
        </a:p>
      </dsp:txBody>
      <dsp:txXfrm>
        <a:off x="4086773" y="1697355"/>
        <a:ext cx="1714817" cy="1953913"/>
      </dsp:txXfrm>
    </dsp:sp>
    <dsp:sp modelId="{B4A89886-6880-4AD0-A16B-5B05016C8731}">
      <dsp:nvSpPr>
        <dsp:cNvPr id="0" name=""/>
        <dsp:cNvSpPr/>
      </dsp:nvSpPr>
      <dsp:spPr>
        <a:xfrm>
          <a:off x="5989376" y="1604587"/>
          <a:ext cx="1900353" cy="21394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u="none" kern="1200"/>
            <a:t>Layer 3: Flow &amp; Reliability</a:t>
          </a:r>
          <a:endParaRPr lang="en-IN" sz="1500" b="0" i="0" u="none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Using TPM + Lean: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Autonomous maintenance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Changeover reduction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/>
            <a:t>SMED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Production planning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OEE improvement</a:t>
          </a:r>
        </a:p>
      </dsp:txBody>
      <dsp:txXfrm>
        <a:off x="6082144" y="1697355"/>
        <a:ext cx="1714817" cy="1953913"/>
      </dsp:txXfrm>
    </dsp:sp>
    <dsp:sp modelId="{50BE8386-20F7-42D1-84B7-8A3E18BA4F07}">
      <dsp:nvSpPr>
        <dsp:cNvPr id="0" name=""/>
        <dsp:cNvSpPr/>
      </dsp:nvSpPr>
      <dsp:spPr>
        <a:xfrm>
          <a:off x="7984747" y="1604587"/>
          <a:ext cx="1900353" cy="21394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u="none" kern="1200"/>
            <a:t>Layer 4: End-to-End Integration</a:t>
          </a:r>
          <a:endParaRPr lang="en-IN" sz="1500" b="0" i="0" u="none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Using IBP + BPM: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Demand–Supply alignment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/>
            <a:t>Digital workflows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Analytics &amp; dashboards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Service </a:t>
          </a:r>
          <a:r>
            <a:rPr lang="en-IN" sz="1200" b="0" i="0" u="none" kern="1200"/>
            <a:t>level improvement</a:t>
          </a:r>
          <a:endParaRPr lang="en-IN" sz="1200" b="0" i="0" u="none" kern="1200" dirty="0"/>
        </a:p>
      </dsp:txBody>
      <dsp:txXfrm>
        <a:off x="8077515" y="1697355"/>
        <a:ext cx="1714817" cy="1953913"/>
      </dsp:txXfrm>
    </dsp:sp>
    <dsp:sp modelId="{35502A30-B49D-4B11-B371-BFECBA61CA88}">
      <dsp:nvSpPr>
        <dsp:cNvPr id="0" name=""/>
        <dsp:cNvSpPr/>
      </dsp:nvSpPr>
      <dsp:spPr>
        <a:xfrm>
          <a:off x="9980118" y="1604587"/>
          <a:ext cx="1900353" cy="21394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u="none" kern="1200"/>
            <a:t>Layer 5: Continuous Improvement &amp; Innovation</a:t>
          </a:r>
          <a:endParaRPr lang="en-IN" sz="1500" b="0" i="0" u="none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Idea systems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Digital tools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/>
            <a:t>Automation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b="0" i="0" u="none" kern="1200" dirty="0"/>
            <a:t>AI-based predictive systems</a:t>
          </a:r>
        </a:p>
      </dsp:txBody>
      <dsp:txXfrm>
        <a:off x="10072886" y="1697355"/>
        <a:ext cx="1714817" cy="19539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5413B-D342-4F61-A13D-9E6EFE2EF81B}">
      <dsp:nvSpPr>
        <dsp:cNvPr id="0" name=""/>
        <dsp:cNvSpPr/>
      </dsp:nvSpPr>
      <dsp:spPr>
        <a:xfrm>
          <a:off x="639869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lang="en-IN" sz="1300" kern="1200">
              <a:solidFill>
                <a:schemeClr val="tx1"/>
              </a:solidFill>
            </a:rPr>
            <a:t>Scope</a:t>
          </a:r>
          <a:endParaRPr lang="en-IN" sz="1300" kern="1200"/>
        </a:p>
      </dsp:txBody>
      <dsp:txXfrm>
        <a:off x="657328" y="18630"/>
        <a:ext cx="1157266" cy="561174"/>
      </dsp:txXfrm>
    </dsp:sp>
    <dsp:sp modelId="{5710ECB0-767F-4E9E-B6B8-A7A4E012942F}">
      <dsp:nvSpPr>
        <dsp:cNvPr id="0" name=""/>
        <dsp:cNvSpPr/>
      </dsp:nvSpPr>
      <dsp:spPr>
        <a:xfrm>
          <a:off x="759088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26427-EE05-4A55-A9B6-C302EFA38486}">
      <dsp:nvSpPr>
        <dsp:cNvPr id="0" name=""/>
        <dsp:cNvSpPr/>
      </dsp:nvSpPr>
      <dsp:spPr>
        <a:xfrm>
          <a:off x="878306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Start: Customer PO received</a:t>
          </a:r>
          <a:endParaRPr lang="en-IN" sz="1000" kern="1200" dirty="0"/>
        </a:p>
      </dsp:txBody>
      <dsp:txXfrm>
        <a:off x="895765" y="716507"/>
        <a:ext cx="918829" cy="561174"/>
      </dsp:txXfrm>
    </dsp:sp>
    <dsp:sp modelId="{C5E589EC-93FD-4B4B-A76F-EAC0922CC604}">
      <dsp:nvSpPr>
        <dsp:cNvPr id="0" name=""/>
        <dsp:cNvSpPr/>
      </dsp:nvSpPr>
      <dsp:spPr>
        <a:xfrm>
          <a:off x="759088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A67DE-1A85-436B-A5E5-998B47F3C1C0}">
      <dsp:nvSpPr>
        <dsp:cNvPr id="0" name=""/>
        <dsp:cNvSpPr/>
      </dsp:nvSpPr>
      <dsp:spPr>
        <a:xfrm>
          <a:off x="878306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End: Cash applied &amp; dispute closed</a:t>
          </a:r>
        </a:p>
      </dsp:txBody>
      <dsp:txXfrm>
        <a:off x="895765" y="1414384"/>
        <a:ext cx="918829" cy="561174"/>
      </dsp:txXfrm>
    </dsp:sp>
    <dsp:sp modelId="{E18C91BC-7409-4422-8D75-196FF421CA58}">
      <dsp:nvSpPr>
        <dsp:cNvPr id="0" name=""/>
        <dsp:cNvSpPr/>
      </dsp:nvSpPr>
      <dsp:spPr>
        <a:xfrm>
          <a:off x="2035623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Suppliers</a:t>
          </a:r>
        </a:p>
      </dsp:txBody>
      <dsp:txXfrm>
        <a:off x="2053082" y="18630"/>
        <a:ext cx="1157266" cy="561174"/>
      </dsp:txXfrm>
    </dsp:sp>
    <dsp:sp modelId="{F8D0914F-B4C2-4257-B891-32888CEB2B07}">
      <dsp:nvSpPr>
        <dsp:cNvPr id="0" name=""/>
        <dsp:cNvSpPr/>
      </dsp:nvSpPr>
      <dsp:spPr>
        <a:xfrm>
          <a:off x="2154841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C8175-1B64-4433-B890-D9305C78DA6C}">
      <dsp:nvSpPr>
        <dsp:cNvPr id="0" name=""/>
        <dsp:cNvSpPr/>
      </dsp:nvSpPr>
      <dsp:spPr>
        <a:xfrm>
          <a:off x="2274060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</a:t>
          </a:r>
        </a:p>
      </dsp:txBody>
      <dsp:txXfrm>
        <a:off x="2291519" y="716507"/>
        <a:ext cx="918829" cy="561174"/>
      </dsp:txXfrm>
    </dsp:sp>
    <dsp:sp modelId="{35A38084-2460-402A-B523-42E412045C6D}">
      <dsp:nvSpPr>
        <dsp:cNvPr id="0" name=""/>
        <dsp:cNvSpPr/>
      </dsp:nvSpPr>
      <dsp:spPr>
        <a:xfrm>
          <a:off x="2154841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E62C1-8121-4C0C-B02D-E7C55AAC54A4}">
      <dsp:nvSpPr>
        <dsp:cNvPr id="0" name=""/>
        <dsp:cNvSpPr/>
      </dsp:nvSpPr>
      <dsp:spPr>
        <a:xfrm>
          <a:off x="2274060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Sales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2291519" y="1414384"/>
        <a:ext cx="918829" cy="561174"/>
      </dsp:txXfrm>
    </dsp:sp>
    <dsp:sp modelId="{07F9CCD0-88FD-4570-803D-9969F293DB7F}">
      <dsp:nvSpPr>
        <dsp:cNvPr id="0" name=""/>
        <dsp:cNvSpPr/>
      </dsp:nvSpPr>
      <dsp:spPr>
        <a:xfrm>
          <a:off x="2154841" y="597263"/>
          <a:ext cx="119218" cy="1795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584"/>
              </a:lnTo>
              <a:lnTo>
                <a:pt x="119218" y="17955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47CD71-A7C6-44D9-B532-71990495BB21}">
      <dsp:nvSpPr>
        <dsp:cNvPr id="0" name=""/>
        <dsp:cNvSpPr/>
      </dsp:nvSpPr>
      <dsp:spPr>
        <a:xfrm>
          <a:off x="2274060" y="209480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Master Data</a:t>
          </a:r>
        </a:p>
      </dsp:txBody>
      <dsp:txXfrm>
        <a:off x="2291519" y="2112261"/>
        <a:ext cx="918829" cy="561174"/>
      </dsp:txXfrm>
    </dsp:sp>
    <dsp:sp modelId="{35E46531-C936-48AD-A315-2DA8D01EF8D6}">
      <dsp:nvSpPr>
        <dsp:cNvPr id="0" name=""/>
        <dsp:cNvSpPr/>
      </dsp:nvSpPr>
      <dsp:spPr>
        <a:xfrm>
          <a:off x="2154841" y="597263"/>
          <a:ext cx="119218" cy="249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461"/>
              </a:lnTo>
              <a:lnTo>
                <a:pt x="119218" y="249346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F41B15-C192-41D9-A639-BB31B50DA16D}">
      <dsp:nvSpPr>
        <dsp:cNvPr id="0" name=""/>
        <dsp:cNvSpPr/>
      </dsp:nvSpPr>
      <dsp:spPr>
        <a:xfrm>
          <a:off x="2274060" y="279267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3PL/Warehouse</a:t>
          </a:r>
        </a:p>
      </dsp:txBody>
      <dsp:txXfrm>
        <a:off x="2291519" y="2810137"/>
        <a:ext cx="918829" cy="561174"/>
      </dsp:txXfrm>
    </dsp:sp>
    <dsp:sp modelId="{40EE5347-B0C6-4866-AB19-7C2763A122C9}">
      <dsp:nvSpPr>
        <dsp:cNvPr id="0" name=""/>
        <dsp:cNvSpPr/>
      </dsp:nvSpPr>
      <dsp:spPr>
        <a:xfrm>
          <a:off x="2154841" y="597263"/>
          <a:ext cx="119218" cy="319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338"/>
              </a:lnTo>
              <a:lnTo>
                <a:pt x="119218" y="3191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223DC-9130-48B8-AD3F-6749608D4AB2}">
      <dsp:nvSpPr>
        <dsp:cNvPr id="0" name=""/>
        <dsp:cNvSpPr/>
      </dsp:nvSpPr>
      <dsp:spPr>
        <a:xfrm>
          <a:off x="2274060" y="349055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IT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2291519" y="3508014"/>
        <a:ext cx="918829" cy="561174"/>
      </dsp:txXfrm>
    </dsp:sp>
    <dsp:sp modelId="{AD4CF5DC-277C-40B7-B0D5-42FA6015733C}">
      <dsp:nvSpPr>
        <dsp:cNvPr id="0" name=""/>
        <dsp:cNvSpPr/>
      </dsp:nvSpPr>
      <dsp:spPr>
        <a:xfrm>
          <a:off x="3431377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Inputs</a:t>
          </a:r>
        </a:p>
      </dsp:txBody>
      <dsp:txXfrm>
        <a:off x="3448836" y="18630"/>
        <a:ext cx="1157266" cy="561174"/>
      </dsp:txXfrm>
    </dsp:sp>
    <dsp:sp modelId="{36EE7A3B-6DA8-4D31-9C72-11EF25C3011A}">
      <dsp:nvSpPr>
        <dsp:cNvPr id="0" name=""/>
        <dsp:cNvSpPr/>
      </dsp:nvSpPr>
      <dsp:spPr>
        <a:xfrm>
          <a:off x="3550595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F22560-EA8D-4D42-9686-2F99769ACD99}">
      <dsp:nvSpPr>
        <dsp:cNvPr id="0" name=""/>
        <dsp:cNvSpPr/>
      </dsp:nvSpPr>
      <dsp:spPr>
        <a:xfrm>
          <a:off x="3669814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 PO</a:t>
          </a:r>
        </a:p>
      </dsp:txBody>
      <dsp:txXfrm>
        <a:off x="3687273" y="716507"/>
        <a:ext cx="918829" cy="561174"/>
      </dsp:txXfrm>
    </dsp:sp>
    <dsp:sp modelId="{5590837E-E134-4C7F-92C6-62632AF0E6D3}">
      <dsp:nvSpPr>
        <dsp:cNvPr id="0" name=""/>
        <dsp:cNvSpPr/>
      </dsp:nvSpPr>
      <dsp:spPr>
        <a:xfrm>
          <a:off x="3550595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1A3D9-6D12-4B68-B52D-A1B44FA1365C}">
      <dsp:nvSpPr>
        <dsp:cNvPr id="0" name=""/>
        <dsp:cNvSpPr/>
      </dsp:nvSpPr>
      <dsp:spPr>
        <a:xfrm>
          <a:off x="3669814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Pricing/Master Data</a:t>
          </a:r>
        </a:p>
      </dsp:txBody>
      <dsp:txXfrm>
        <a:off x="3687273" y="1414384"/>
        <a:ext cx="918829" cy="561174"/>
      </dsp:txXfrm>
    </dsp:sp>
    <dsp:sp modelId="{D31A5A93-29A5-477C-9A52-17D4E366995A}">
      <dsp:nvSpPr>
        <dsp:cNvPr id="0" name=""/>
        <dsp:cNvSpPr/>
      </dsp:nvSpPr>
      <dsp:spPr>
        <a:xfrm>
          <a:off x="3550595" y="597263"/>
          <a:ext cx="119218" cy="1795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584"/>
              </a:lnTo>
              <a:lnTo>
                <a:pt x="119218" y="17955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B3DE4E-C7BD-4316-8C15-0A5A03310E98}">
      <dsp:nvSpPr>
        <dsp:cNvPr id="0" name=""/>
        <dsp:cNvSpPr/>
      </dsp:nvSpPr>
      <dsp:spPr>
        <a:xfrm>
          <a:off x="3669814" y="209480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Inventory availability</a:t>
          </a:r>
        </a:p>
      </dsp:txBody>
      <dsp:txXfrm>
        <a:off x="3687273" y="2112261"/>
        <a:ext cx="918829" cy="561174"/>
      </dsp:txXfrm>
    </dsp:sp>
    <dsp:sp modelId="{516E10CB-78A4-4D21-A423-4088F577E52A}">
      <dsp:nvSpPr>
        <dsp:cNvPr id="0" name=""/>
        <dsp:cNvSpPr/>
      </dsp:nvSpPr>
      <dsp:spPr>
        <a:xfrm>
          <a:off x="3550595" y="597263"/>
          <a:ext cx="119218" cy="249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461"/>
              </a:lnTo>
              <a:lnTo>
                <a:pt x="119218" y="249346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85218-D485-4D44-BD83-ABA65F9ADC18}">
      <dsp:nvSpPr>
        <dsp:cNvPr id="0" name=""/>
        <dsp:cNvSpPr/>
      </dsp:nvSpPr>
      <dsp:spPr>
        <a:xfrm>
          <a:off x="3669814" y="279267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Credit limit status</a:t>
          </a:r>
        </a:p>
      </dsp:txBody>
      <dsp:txXfrm>
        <a:off x="3687273" y="2810137"/>
        <a:ext cx="918829" cy="561174"/>
      </dsp:txXfrm>
    </dsp:sp>
    <dsp:sp modelId="{1EFF6166-D117-4CC1-8E71-6294D58D1E61}">
      <dsp:nvSpPr>
        <dsp:cNvPr id="0" name=""/>
        <dsp:cNvSpPr/>
      </dsp:nvSpPr>
      <dsp:spPr>
        <a:xfrm>
          <a:off x="3550595" y="597263"/>
          <a:ext cx="119218" cy="319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338"/>
              </a:lnTo>
              <a:lnTo>
                <a:pt x="119218" y="3191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D885B1-2020-4993-8879-9A813C38F8C7}">
      <dsp:nvSpPr>
        <dsp:cNvPr id="0" name=""/>
        <dsp:cNvSpPr/>
      </dsp:nvSpPr>
      <dsp:spPr>
        <a:xfrm>
          <a:off x="3669814" y="349055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Delivery slots</a:t>
          </a:r>
        </a:p>
      </dsp:txBody>
      <dsp:txXfrm>
        <a:off x="3687273" y="3508014"/>
        <a:ext cx="918829" cy="561174"/>
      </dsp:txXfrm>
    </dsp:sp>
    <dsp:sp modelId="{9C942B2F-6F3D-40A3-8DF8-A29E1528DB48}">
      <dsp:nvSpPr>
        <dsp:cNvPr id="0" name=""/>
        <dsp:cNvSpPr/>
      </dsp:nvSpPr>
      <dsp:spPr>
        <a:xfrm>
          <a:off x="4827130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Process (5–7 Steps)</a:t>
          </a:r>
        </a:p>
      </dsp:txBody>
      <dsp:txXfrm>
        <a:off x="4844589" y="18630"/>
        <a:ext cx="1157266" cy="561174"/>
      </dsp:txXfrm>
    </dsp:sp>
    <dsp:sp modelId="{2FE7F052-AD9E-4EFF-8901-ECBC3F13C586}">
      <dsp:nvSpPr>
        <dsp:cNvPr id="0" name=""/>
        <dsp:cNvSpPr/>
      </dsp:nvSpPr>
      <dsp:spPr>
        <a:xfrm>
          <a:off x="4946349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4756EF-AF95-4F9A-B6EC-2C815C7FC428}">
      <dsp:nvSpPr>
        <dsp:cNvPr id="0" name=""/>
        <dsp:cNvSpPr/>
      </dsp:nvSpPr>
      <dsp:spPr>
        <a:xfrm>
          <a:off x="5065567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Capture PO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5083026" y="716507"/>
        <a:ext cx="918829" cy="561174"/>
      </dsp:txXfrm>
    </dsp:sp>
    <dsp:sp modelId="{3BE7935F-766F-43C1-918D-A2C0E2E379E4}">
      <dsp:nvSpPr>
        <dsp:cNvPr id="0" name=""/>
        <dsp:cNvSpPr/>
      </dsp:nvSpPr>
      <dsp:spPr>
        <a:xfrm>
          <a:off x="4946349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FDB07-242C-4A51-AE15-44537BC7C909}">
      <dsp:nvSpPr>
        <dsp:cNvPr id="0" name=""/>
        <dsp:cNvSpPr/>
      </dsp:nvSpPr>
      <dsp:spPr>
        <a:xfrm>
          <a:off x="5065567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Validate pricing/master data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5083026" y="1414384"/>
        <a:ext cx="918829" cy="561174"/>
      </dsp:txXfrm>
    </dsp:sp>
    <dsp:sp modelId="{FF8338F3-457B-4B1F-9011-E4503F623BD7}">
      <dsp:nvSpPr>
        <dsp:cNvPr id="0" name=""/>
        <dsp:cNvSpPr/>
      </dsp:nvSpPr>
      <dsp:spPr>
        <a:xfrm>
          <a:off x="4946349" y="597263"/>
          <a:ext cx="119218" cy="1795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584"/>
              </a:lnTo>
              <a:lnTo>
                <a:pt x="119218" y="17955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1E0D3A-EEEC-4DA4-B707-0E30F84D35F2}">
      <dsp:nvSpPr>
        <dsp:cNvPr id="0" name=""/>
        <dsp:cNvSpPr/>
      </dsp:nvSpPr>
      <dsp:spPr>
        <a:xfrm>
          <a:off x="5065567" y="209480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Confirm inventory &amp; allocate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5083026" y="2112261"/>
        <a:ext cx="918829" cy="561174"/>
      </dsp:txXfrm>
    </dsp:sp>
    <dsp:sp modelId="{24B65B4B-1FB0-48E2-9733-0D88BB23CBBA}">
      <dsp:nvSpPr>
        <dsp:cNvPr id="0" name=""/>
        <dsp:cNvSpPr/>
      </dsp:nvSpPr>
      <dsp:spPr>
        <a:xfrm>
          <a:off x="4946349" y="597263"/>
          <a:ext cx="119218" cy="249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461"/>
              </a:lnTo>
              <a:lnTo>
                <a:pt x="119218" y="249346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D1D38-969C-48AA-A57C-E580760D6E1C}">
      <dsp:nvSpPr>
        <dsp:cNvPr id="0" name=""/>
        <dsp:cNvSpPr/>
      </dsp:nvSpPr>
      <dsp:spPr>
        <a:xfrm>
          <a:off x="5065567" y="279267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Pick–Pack–Ship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5083026" y="2810137"/>
        <a:ext cx="918829" cy="561174"/>
      </dsp:txXfrm>
    </dsp:sp>
    <dsp:sp modelId="{8D041C6C-79D1-4733-818F-D4203B43CDE1}">
      <dsp:nvSpPr>
        <dsp:cNvPr id="0" name=""/>
        <dsp:cNvSpPr/>
      </dsp:nvSpPr>
      <dsp:spPr>
        <a:xfrm>
          <a:off x="4946349" y="597263"/>
          <a:ext cx="119218" cy="319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338"/>
              </a:lnTo>
              <a:lnTo>
                <a:pt x="119218" y="3191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435722-9916-4E29-9BC5-56B5515B6CDD}">
      <dsp:nvSpPr>
        <dsp:cNvPr id="0" name=""/>
        <dsp:cNvSpPr/>
      </dsp:nvSpPr>
      <dsp:spPr>
        <a:xfrm>
          <a:off x="5065567" y="349055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Invoice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5083026" y="3508014"/>
        <a:ext cx="918829" cy="561174"/>
      </dsp:txXfrm>
    </dsp:sp>
    <dsp:sp modelId="{876A79C5-036C-4F39-BDDC-DFD38032B46F}">
      <dsp:nvSpPr>
        <dsp:cNvPr id="0" name=""/>
        <dsp:cNvSpPr/>
      </dsp:nvSpPr>
      <dsp:spPr>
        <a:xfrm>
          <a:off x="4946349" y="597263"/>
          <a:ext cx="119218" cy="3889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9215"/>
              </a:lnTo>
              <a:lnTo>
                <a:pt x="119218" y="388921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E7A23B-5DDE-453C-A565-47659F4A7CD5}">
      <dsp:nvSpPr>
        <dsp:cNvPr id="0" name=""/>
        <dsp:cNvSpPr/>
      </dsp:nvSpPr>
      <dsp:spPr>
        <a:xfrm>
          <a:off x="5065567" y="418843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Cash application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5083026" y="4205891"/>
        <a:ext cx="918829" cy="561174"/>
      </dsp:txXfrm>
    </dsp:sp>
    <dsp:sp modelId="{E7DB3147-6A3A-46FB-B707-4881D07D06CB}">
      <dsp:nvSpPr>
        <dsp:cNvPr id="0" name=""/>
        <dsp:cNvSpPr/>
      </dsp:nvSpPr>
      <dsp:spPr>
        <a:xfrm>
          <a:off x="4946349" y="597263"/>
          <a:ext cx="119218" cy="4587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87091"/>
              </a:lnTo>
              <a:lnTo>
                <a:pt x="119218" y="458709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43038-18D4-42A2-AF09-34C741D05AD1}">
      <dsp:nvSpPr>
        <dsp:cNvPr id="0" name=""/>
        <dsp:cNvSpPr/>
      </dsp:nvSpPr>
      <dsp:spPr>
        <a:xfrm>
          <a:off x="5065567" y="4886309"/>
          <a:ext cx="1977125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Dispute management (if any)</a:t>
          </a:r>
        </a:p>
      </dsp:txBody>
      <dsp:txXfrm>
        <a:off x="5083026" y="4903768"/>
        <a:ext cx="1942207" cy="561174"/>
      </dsp:txXfrm>
    </dsp:sp>
    <dsp:sp modelId="{EB7E91B2-5F19-4523-8D5A-9C765DFC902E}">
      <dsp:nvSpPr>
        <dsp:cNvPr id="0" name=""/>
        <dsp:cNvSpPr/>
      </dsp:nvSpPr>
      <dsp:spPr>
        <a:xfrm>
          <a:off x="6222884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Outputs</a:t>
          </a:r>
          <a:endParaRPr kumimoji="0" lang="en-US" sz="1300" b="1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6240343" y="18630"/>
        <a:ext cx="1157266" cy="561174"/>
      </dsp:txXfrm>
    </dsp:sp>
    <dsp:sp modelId="{41AF1A97-2682-410A-8763-BE8E2D401DEB}">
      <dsp:nvSpPr>
        <dsp:cNvPr id="0" name=""/>
        <dsp:cNvSpPr/>
      </dsp:nvSpPr>
      <dsp:spPr>
        <a:xfrm>
          <a:off x="6342103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2B5F04-39E1-43AB-BD99-409F6D1D03B4}">
      <dsp:nvSpPr>
        <dsp:cNvPr id="0" name=""/>
        <dsp:cNvSpPr/>
      </dsp:nvSpPr>
      <dsp:spPr>
        <a:xfrm>
          <a:off x="6461321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Confirmed order</a:t>
          </a:r>
        </a:p>
      </dsp:txBody>
      <dsp:txXfrm>
        <a:off x="6478780" y="716507"/>
        <a:ext cx="918829" cy="561174"/>
      </dsp:txXfrm>
    </dsp:sp>
    <dsp:sp modelId="{B42F1E00-2361-48D1-9D3B-DF30D2E15728}">
      <dsp:nvSpPr>
        <dsp:cNvPr id="0" name=""/>
        <dsp:cNvSpPr/>
      </dsp:nvSpPr>
      <dsp:spPr>
        <a:xfrm>
          <a:off x="6342103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26CF53-C111-4952-8017-230317E029C5}">
      <dsp:nvSpPr>
        <dsp:cNvPr id="0" name=""/>
        <dsp:cNvSpPr/>
      </dsp:nvSpPr>
      <dsp:spPr>
        <a:xfrm>
          <a:off x="6461321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ASN / Delivery note</a:t>
          </a:r>
        </a:p>
      </dsp:txBody>
      <dsp:txXfrm>
        <a:off x="6478780" y="1414384"/>
        <a:ext cx="918829" cy="561174"/>
      </dsp:txXfrm>
    </dsp:sp>
    <dsp:sp modelId="{CE6E0FA4-D50A-4D42-AF09-6A911DEF8C2C}">
      <dsp:nvSpPr>
        <dsp:cNvPr id="0" name=""/>
        <dsp:cNvSpPr/>
      </dsp:nvSpPr>
      <dsp:spPr>
        <a:xfrm>
          <a:off x="6342103" y="597263"/>
          <a:ext cx="119218" cy="1795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584"/>
              </a:lnTo>
              <a:lnTo>
                <a:pt x="119218" y="17955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FE935-74F7-4BB3-99C8-FF1F2E218B79}">
      <dsp:nvSpPr>
        <dsp:cNvPr id="0" name=""/>
        <dsp:cNvSpPr/>
      </dsp:nvSpPr>
      <dsp:spPr>
        <a:xfrm>
          <a:off x="6461321" y="209480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Invoice</a:t>
          </a:r>
          <a:endParaRPr kumimoji="0" lang="en-US" sz="13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Segoe UI" panose="020B0502040204020203" pitchFamily="34" charset="0"/>
            <a:ea typeface="+mn-ea"/>
            <a:cs typeface="+mn-cs"/>
          </a:endParaRPr>
        </a:p>
      </dsp:txBody>
      <dsp:txXfrm>
        <a:off x="6478780" y="2112261"/>
        <a:ext cx="918829" cy="561174"/>
      </dsp:txXfrm>
    </dsp:sp>
    <dsp:sp modelId="{6471BFB7-9314-40B2-918F-B2469D0640D4}">
      <dsp:nvSpPr>
        <dsp:cNvPr id="0" name=""/>
        <dsp:cNvSpPr/>
      </dsp:nvSpPr>
      <dsp:spPr>
        <a:xfrm>
          <a:off x="6342103" y="597263"/>
          <a:ext cx="119218" cy="249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461"/>
              </a:lnTo>
              <a:lnTo>
                <a:pt x="119218" y="249346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AC4F25-68AD-4D1C-A472-7AB44F6220AB}">
      <dsp:nvSpPr>
        <dsp:cNvPr id="0" name=""/>
        <dsp:cNvSpPr/>
      </dsp:nvSpPr>
      <dsp:spPr>
        <a:xfrm>
          <a:off x="6461321" y="279267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POD</a:t>
          </a:r>
        </a:p>
      </dsp:txBody>
      <dsp:txXfrm>
        <a:off x="6478780" y="2810137"/>
        <a:ext cx="918829" cy="561174"/>
      </dsp:txXfrm>
    </dsp:sp>
    <dsp:sp modelId="{2B1B7412-1FEA-442F-B22A-E34699AF8CDD}">
      <dsp:nvSpPr>
        <dsp:cNvPr id="0" name=""/>
        <dsp:cNvSpPr/>
      </dsp:nvSpPr>
      <dsp:spPr>
        <a:xfrm>
          <a:off x="6342103" y="597263"/>
          <a:ext cx="119218" cy="319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338"/>
              </a:lnTo>
              <a:lnTo>
                <a:pt x="119218" y="3191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56B295-9625-4E79-8A8E-D3E4786E024E}">
      <dsp:nvSpPr>
        <dsp:cNvPr id="0" name=""/>
        <dsp:cNvSpPr/>
      </dsp:nvSpPr>
      <dsp:spPr>
        <a:xfrm>
          <a:off x="6461321" y="349055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Applied cash</a:t>
          </a:r>
        </a:p>
      </dsp:txBody>
      <dsp:txXfrm>
        <a:off x="6478780" y="3508014"/>
        <a:ext cx="918829" cy="561174"/>
      </dsp:txXfrm>
    </dsp:sp>
    <dsp:sp modelId="{CC4A45D9-26DC-4AC6-8B3B-21E74D624E2E}">
      <dsp:nvSpPr>
        <dsp:cNvPr id="0" name=""/>
        <dsp:cNvSpPr/>
      </dsp:nvSpPr>
      <dsp:spPr>
        <a:xfrm>
          <a:off x="7618638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Customers</a:t>
          </a:r>
        </a:p>
      </dsp:txBody>
      <dsp:txXfrm>
        <a:off x="7636097" y="18630"/>
        <a:ext cx="1157266" cy="561174"/>
      </dsp:txXfrm>
    </dsp:sp>
    <dsp:sp modelId="{14E0F0BD-BE7F-4636-BC61-3EF7218954D9}">
      <dsp:nvSpPr>
        <dsp:cNvPr id="0" name=""/>
        <dsp:cNvSpPr/>
      </dsp:nvSpPr>
      <dsp:spPr>
        <a:xfrm>
          <a:off x="7737856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57DB0-E06C-4B0D-8046-10E5280D4035}">
      <dsp:nvSpPr>
        <dsp:cNvPr id="0" name=""/>
        <dsp:cNvSpPr/>
      </dsp:nvSpPr>
      <dsp:spPr>
        <a:xfrm>
          <a:off x="7857075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Customer (Retailer/Distributor)</a:t>
          </a:r>
        </a:p>
      </dsp:txBody>
      <dsp:txXfrm>
        <a:off x="7874534" y="716507"/>
        <a:ext cx="918829" cy="561174"/>
      </dsp:txXfrm>
    </dsp:sp>
    <dsp:sp modelId="{B24EA2E1-B0B4-4E09-8167-8176BC4D5798}">
      <dsp:nvSpPr>
        <dsp:cNvPr id="0" name=""/>
        <dsp:cNvSpPr/>
      </dsp:nvSpPr>
      <dsp:spPr>
        <a:xfrm>
          <a:off x="7737856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3FC2E-25B6-43C6-931F-140DB778A104}">
      <dsp:nvSpPr>
        <dsp:cNvPr id="0" name=""/>
        <dsp:cNvSpPr/>
      </dsp:nvSpPr>
      <dsp:spPr>
        <a:xfrm>
          <a:off x="7857075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Sales</a:t>
          </a:r>
        </a:p>
      </dsp:txBody>
      <dsp:txXfrm>
        <a:off x="7874534" y="1414384"/>
        <a:ext cx="918829" cy="561174"/>
      </dsp:txXfrm>
    </dsp:sp>
    <dsp:sp modelId="{20784971-134B-48D6-8E57-0E17EBD6B444}">
      <dsp:nvSpPr>
        <dsp:cNvPr id="0" name=""/>
        <dsp:cNvSpPr/>
      </dsp:nvSpPr>
      <dsp:spPr>
        <a:xfrm>
          <a:off x="7737856" y="597263"/>
          <a:ext cx="119218" cy="1795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584"/>
              </a:lnTo>
              <a:lnTo>
                <a:pt x="119218" y="17955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7C8C5-AD22-4959-B1E0-BE6059225150}">
      <dsp:nvSpPr>
        <dsp:cNvPr id="0" name=""/>
        <dsp:cNvSpPr/>
      </dsp:nvSpPr>
      <dsp:spPr>
        <a:xfrm>
          <a:off x="7857075" y="209480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Finance (AR)</a:t>
          </a:r>
        </a:p>
      </dsp:txBody>
      <dsp:txXfrm>
        <a:off x="7874534" y="2112261"/>
        <a:ext cx="918829" cy="561174"/>
      </dsp:txXfrm>
    </dsp:sp>
    <dsp:sp modelId="{4CE9F7F3-1E40-44AC-A5EF-B556E9D2B621}">
      <dsp:nvSpPr>
        <dsp:cNvPr id="0" name=""/>
        <dsp:cNvSpPr/>
      </dsp:nvSpPr>
      <dsp:spPr>
        <a:xfrm>
          <a:off x="7737856" y="597263"/>
          <a:ext cx="119218" cy="249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461"/>
              </a:lnTo>
              <a:lnTo>
                <a:pt x="119218" y="249346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2410C4-0F60-43CB-BEBF-778DCD198ABF}">
      <dsp:nvSpPr>
        <dsp:cNvPr id="0" name=""/>
        <dsp:cNvSpPr/>
      </dsp:nvSpPr>
      <dsp:spPr>
        <a:xfrm>
          <a:off x="7857075" y="279267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Supply Chain</a:t>
          </a:r>
        </a:p>
      </dsp:txBody>
      <dsp:txXfrm>
        <a:off x="7874534" y="2810137"/>
        <a:ext cx="918829" cy="561174"/>
      </dsp:txXfrm>
    </dsp:sp>
    <dsp:sp modelId="{28BE8193-A066-4BDD-9AEF-4E8DA1FB3802}">
      <dsp:nvSpPr>
        <dsp:cNvPr id="0" name=""/>
        <dsp:cNvSpPr/>
      </dsp:nvSpPr>
      <dsp:spPr>
        <a:xfrm>
          <a:off x="9014391" y="1171"/>
          <a:ext cx="1192184" cy="596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High‑Level KPIs</a:t>
          </a:r>
        </a:p>
      </dsp:txBody>
      <dsp:txXfrm>
        <a:off x="9031850" y="18630"/>
        <a:ext cx="1157266" cy="561174"/>
      </dsp:txXfrm>
    </dsp:sp>
    <dsp:sp modelId="{4CBBD256-BC5A-455D-B25F-092ADECF24DD}">
      <dsp:nvSpPr>
        <dsp:cNvPr id="0" name=""/>
        <dsp:cNvSpPr/>
      </dsp:nvSpPr>
      <dsp:spPr>
        <a:xfrm>
          <a:off x="9133610" y="597263"/>
          <a:ext cx="119218" cy="399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9830"/>
              </a:lnTo>
              <a:lnTo>
                <a:pt x="119218" y="3998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8D3F97-C485-4C62-9B49-04373419DCA0}">
      <dsp:nvSpPr>
        <dsp:cNvPr id="0" name=""/>
        <dsp:cNvSpPr/>
      </dsp:nvSpPr>
      <dsp:spPr>
        <a:xfrm>
          <a:off x="9252828" y="69904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OTIF %</a:t>
          </a:r>
        </a:p>
      </dsp:txBody>
      <dsp:txXfrm>
        <a:off x="9270287" y="716507"/>
        <a:ext cx="918829" cy="561174"/>
      </dsp:txXfrm>
    </dsp:sp>
    <dsp:sp modelId="{753C2893-A0B4-4531-9972-025FC662A6E8}">
      <dsp:nvSpPr>
        <dsp:cNvPr id="0" name=""/>
        <dsp:cNvSpPr/>
      </dsp:nvSpPr>
      <dsp:spPr>
        <a:xfrm>
          <a:off x="9133610" y="597263"/>
          <a:ext cx="119218" cy="109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7707"/>
              </a:lnTo>
              <a:lnTo>
                <a:pt x="119218" y="10977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951FF-0BA3-4CBA-8E5A-7B65F9F40FD5}">
      <dsp:nvSpPr>
        <dsp:cNvPr id="0" name=""/>
        <dsp:cNvSpPr/>
      </dsp:nvSpPr>
      <dsp:spPr>
        <a:xfrm>
          <a:off x="9252828" y="139692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Perfect Order %</a:t>
          </a:r>
        </a:p>
      </dsp:txBody>
      <dsp:txXfrm>
        <a:off x="9270287" y="1414384"/>
        <a:ext cx="918829" cy="561174"/>
      </dsp:txXfrm>
    </dsp:sp>
    <dsp:sp modelId="{E845EF09-7A69-4A20-9C8B-6CFD96E13F5B}">
      <dsp:nvSpPr>
        <dsp:cNvPr id="0" name=""/>
        <dsp:cNvSpPr/>
      </dsp:nvSpPr>
      <dsp:spPr>
        <a:xfrm>
          <a:off x="9133610" y="597263"/>
          <a:ext cx="119218" cy="1795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584"/>
              </a:lnTo>
              <a:lnTo>
                <a:pt x="119218" y="179558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43CD33-3301-4577-94B8-CD033A7B2AE1}">
      <dsp:nvSpPr>
        <dsp:cNvPr id="0" name=""/>
        <dsp:cNvSpPr/>
      </dsp:nvSpPr>
      <dsp:spPr>
        <a:xfrm>
          <a:off x="9252828" y="2094802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DSO</a:t>
          </a:r>
        </a:p>
      </dsp:txBody>
      <dsp:txXfrm>
        <a:off x="9270287" y="2112261"/>
        <a:ext cx="918829" cy="561174"/>
      </dsp:txXfrm>
    </dsp:sp>
    <dsp:sp modelId="{9A66AFDC-D16E-4639-B14F-27F8EF4CC4A1}">
      <dsp:nvSpPr>
        <dsp:cNvPr id="0" name=""/>
        <dsp:cNvSpPr/>
      </dsp:nvSpPr>
      <dsp:spPr>
        <a:xfrm>
          <a:off x="9133610" y="597263"/>
          <a:ext cx="119218" cy="2493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3461"/>
              </a:lnTo>
              <a:lnTo>
                <a:pt x="119218" y="249346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43F9B-51EE-4E88-AEA4-F8D9E1A985FA}">
      <dsp:nvSpPr>
        <dsp:cNvPr id="0" name=""/>
        <dsp:cNvSpPr/>
      </dsp:nvSpPr>
      <dsp:spPr>
        <a:xfrm>
          <a:off x="9252828" y="2792678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Claim / Return rate %</a:t>
          </a:r>
        </a:p>
      </dsp:txBody>
      <dsp:txXfrm>
        <a:off x="9270287" y="2810137"/>
        <a:ext cx="918829" cy="561174"/>
      </dsp:txXfrm>
    </dsp:sp>
    <dsp:sp modelId="{2D5EB056-97AD-4730-90DA-FE0DDA7725B9}">
      <dsp:nvSpPr>
        <dsp:cNvPr id="0" name=""/>
        <dsp:cNvSpPr/>
      </dsp:nvSpPr>
      <dsp:spPr>
        <a:xfrm>
          <a:off x="9133610" y="597263"/>
          <a:ext cx="119218" cy="3191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338"/>
              </a:lnTo>
              <a:lnTo>
                <a:pt x="119218" y="3191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7D622B-B197-49C8-993F-F3E040BC9BE1}">
      <dsp:nvSpPr>
        <dsp:cNvPr id="0" name=""/>
        <dsp:cNvSpPr/>
      </dsp:nvSpPr>
      <dsp:spPr>
        <a:xfrm>
          <a:off x="9252828" y="3490555"/>
          <a:ext cx="953747" cy="5960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rPr>
            <a:t>Invoice accuracy %</a:t>
          </a:r>
        </a:p>
      </dsp:txBody>
      <dsp:txXfrm>
        <a:off x="9270287" y="3508014"/>
        <a:ext cx="918829" cy="5611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FD25F-206B-4655-9F4F-CC1DEF091467}">
      <dsp:nvSpPr>
        <dsp:cNvPr id="0" name=""/>
        <dsp:cNvSpPr/>
      </dsp:nvSpPr>
      <dsp:spPr>
        <a:xfrm>
          <a:off x="1287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Customer Requirement</a:t>
          </a:r>
          <a:endParaRPr lang="en-IN" sz="1000" kern="1200" dirty="0"/>
        </a:p>
      </dsp:txBody>
      <dsp:txXfrm>
        <a:off x="22083" y="45583"/>
        <a:ext cx="1378448" cy="668428"/>
      </dsp:txXfrm>
    </dsp:sp>
    <dsp:sp modelId="{C6F7C72E-A4F7-408B-88ED-C5F12C7FA9E7}">
      <dsp:nvSpPr>
        <dsp:cNvPr id="0" name=""/>
        <dsp:cNvSpPr/>
      </dsp:nvSpPr>
      <dsp:spPr>
        <a:xfrm>
          <a:off x="143291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D329C4-D7A2-42BB-BA4A-58ABCBE07939}">
      <dsp:nvSpPr>
        <dsp:cNvPr id="0" name=""/>
        <dsp:cNvSpPr/>
      </dsp:nvSpPr>
      <dsp:spPr>
        <a:xfrm>
          <a:off x="285295" y="86816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Daily demand: [units/day]</a:t>
          </a:r>
        </a:p>
      </dsp:txBody>
      <dsp:txXfrm>
        <a:off x="306091" y="888965"/>
        <a:ext cx="1094440" cy="668428"/>
      </dsp:txXfrm>
    </dsp:sp>
    <dsp:sp modelId="{4B2ABA61-FCB9-492D-A544-29EA0A74A13D}">
      <dsp:nvSpPr>
        <dsp:cNvPr id="0" name=""/>
        <dsp:cNvSpPr/>
      </dsp:nvSpPr>
      <dsp:spPr>
        <a:xfrm>
          <a:off x="143291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29DA40-B3B9-4E92-9661-09343E279CE3}">
      <dsp:nvSpPr>
        <dsp:cNvPr id="0" name=""/>
        <dsp:cNvSpPr/>
      </dsp:nvSpPr>
      <dsp:spPr>
        <a:xfrm>
          <a:off x="285295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Takt Time: [sec/unit]</a:t>
          </a:r>
        </a:p>
      </dsp:txBody>
      <dsp:txXfrm>
        <a:off x="306091" y="1732348"/>
        <a:ext cx="1094440" cy="668428"/>
      </dsp:txXfrm>
    </dsp:sp>
    <dsp:sp modelId="{7323EDC2-AB24-4334-986A-2C37DC3798E8}">
      <dsp:nvSpPr>
        <dsp:cNvPr id="0" name=""/>
        <dsp:cNvSpPr/>
      </dsp:nvSpPr>
      <dsp:spPr>
        <a:xfrm>
          <a:off x="143291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588F8-FA20-4682-A96D-5CA174C80B6C}">
      <dsp:nvSpPr>
        <dsp:cNvPr id="0" name=""/>
        <dsp:cNvSpPr/>
      </dsp:nvSpPr>
      <dsp:spPr>
        <a:xfrm>
          <a:off x="285295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Service Level Target: [e.g., 98%]</a:t>
          </a:r>
        </a:p>
      </dsp:txBody>
      <dsp:txXfrm>
        <a:off x="306091" y="2575730"/>
        <a:ext cx="1094440" cy="668428"/>
      </dsp:txXfrm>
    </dsp:sp>
    <dsp:sp modelId="{98ED43C1-A1ED-4EA5-970B-AB61DE6A30F4}">
      <dsp:nvSpPr>
        <dsp:cNvPr id="0" name=""/>
        <dsp:cNvSpPr/>
      </dsp:nvSpPr>
      <dsp:spPr>
        <a:xfrm>
          <a:off x="1688051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Current State – Process Blocks</a:t>
          </a:r>
          <a:endParaRPr lang="en-IN" sz="1000" kern="1200"/>
        </a:p>
      </dsp:txBody>
      <dsp:txXfrm>
        <a:off x="1708847" y="45583"/>
        <a:ext cx="1378448" cy="668428"/>
      </dsp:txXfrm>
    </dsp:sp>
    <dsp:sp modelId="{7FC099F8-E692-4DFC-B09F-C6DB57F8D1EF}">
      <dsp:nvSpPr>
        <dsp:cNvPr id="0" name=""/>
        <dsp:cNvSpPr/>
      </dsp:nvSpPr>
      <dsp:spPr>
        <a:xfrm>
          <a:off x="1830055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23D908-BBA0-4584-B5B5-DFAC1201FA3C}">
      <dsp:nvSpPr>
        <dsp:cNvPr id="0" name=""/>
        <dsp:cNvSpPr/>
      </dsp:nvSpPr>
      <dsp:spPr>
        <a:xfrm>
          <a:off x="1972059" y="868169"/>
          <a:ext cx="157700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Raw Material Receiving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 dirty="0"/>
            <a:t>CT: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 dirty="0"/>
            <a:t>C/O: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VA%: [ ]</a:t>
          </a:r>
        </a:p>
      </dsp:txBody>
      <dsp:txXfrm>
        <a:off x="1992855" y="888965"/>
        <a:ext cx="1535410" cy="668428"/>
      </dsp:txXfrm>
    </dsp:sp>
    <dsp:sp modelId="{A5631CF2-FD14-4AF7-A0B4-73C37028446A}">
      <dsp:nvSpPr>
        <dsp:cNvPr id="0" name=""/>
        <dsp:cNvSpPr/>
      </dsp:nvSpPr>
      <dsp:spPr>
        <a:xfrm>
          <a:off x="1830055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9B3835-C929-4339-8385-0DFE0FDD2D0B}">
      <dsp:nvSpPr>
        <dsp:cNvPr id="0" name=""/>
        <dsp:cNvSpPr/>
      </dsp:nvSpPr>
      <dsp:spPr>
        <a:xfrm>
          <a:off x="1972059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 dirty="0"/>
            <a:t>Mixing / Processing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CT: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C/O: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 dirty="0"/>
            <a:t>OEE: [ ]</a:t>
          </a:r>
        </a:p>
      </dsp:txBody>
      <dsp:txXfrm>
        <a:off x="1992855" y="1732348"/>
        <a:ext cx="1094440" cy="668428"/>
      </dsp:txXfrm>
    </dsp:sp>
    <dsp:sp modelId="{B0CAF44A-3E92-4F79-8AA2-FB4363448B15}">
      <dsp:nvSpPr>
        <dsp:cNvPr id="0" name=""/>
        <dsp:cNvSpPr/>
      </dsp:nvSpPr>
      <dsp:spPr>
        <a:xfrm>
          <a:off x="1830055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6C8178-C612-46DE-90AF-EE4EC3A4ED42}">
      <dsp:nvSpPr>
        <dsp:cNvPr id="0" name=""/>
        <dsp:cNvSpPr/>
      </dsp:nvSpPr>
      <dsp:spPr>
        <a:xfrm>
          <a:off x="1972059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Filling / Packaging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CT: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C/O: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OEE: [ ]</a:t>
          </a:r>
        </a:p>
      </dsp:txBody>
      <dsp:txXfrm>
        <a:off x="1992855" y="2575730"/>
        <a:ext cx="1094440" cy="668428"/>
      </dsp:txXfrm>
    </dsp:sp>
    <dsp:sp modelId="{D244769C-A843-4B4F-BBBB-C396D459789C}">
      <dsp:nvSpPr>
        <dsp:cNvPr id="0" name=""/>
        <dsp:cNvSpPr/>
      </dsp:nvSpPr>
      <dsp:spPr>
        <a:xfrm>
          <a:off x="1830055" y="734807"/>
          <a:ext cx="142004" cy="3018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519"/>
              </a:lnTo>
              <a:lnTo>
                <a:pt x="142004" y="30185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C769E4-C661-4BB5-B23E-DBEAE101EFC9}">
      <dsp:nvSpPr>
        <dsp:cNvPr id="0" name=""/>
        <dsp:cNvSpPr/>
      </dsp:nvSpPr>
      <dsp:spPr>
        <a:xfrm>
          <a:off x="1972059" y="3398316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Palletization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CT: [ ]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[ ]</a:t>
          </a:r>
        </a:p>
      </dsp:txBody>
      <dsp:txXfrm>
        <a:off x="1992855" y="3419112"/>
        <a:ext cx="1094440" cy="668428"/>
      </dsp:txXfrm>
    </dsp:sp>
    <dsp:sp modelId="{6BFE189E-4407-439C-8F4D-B0A1AA1E6CFE}">
      <dsp:nvSpPr>
        <dsp:cNvPr id="0" name=""/>
        <dsp:cNvSpPr/>
      </dsp:nvSpPr>
      <dsp:spPr>
        <a:xfrm>
          <a:off x="1830055" y="734807"/>
          <a:ext cx="142004" cy="38619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61901"/>
              </a:lnTo>
              <a:lnTo>
                <a:pt x="142004" y="38619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8CC25C-520F-4F40-B6B2-22DD52919AC4}">
      <dsp:nvSpPr>
        <dsp:cNvPr id="0" name=""/>
        <dsp:cNvSpPr/>
      </dsp:nvSpPr>
      <dsp:spPr>
        <a:xfrm>
          <a:off x="1972059" y="424169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Finished Goods Warehouse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Inventory: [days]</a:t>
          </a:r>
        </a:p>
      </dsp:txBody>
      <dsp:txXfrm>
        <a:off x="1992855" y="4262495"/>
        <a:ext cx="1094440" cy="668428"/>
      </dsp:txXfrm>
    </dsp:sp>
    <dsp:sp modelId="{9E906DD0-EE3B-41B8-A48E-2695276BE432}">
      <dsp:nvSpPr>
        <dsp:cNvPr id="0" name=""/>
        <dsp:cNvSpPr/>
      </dsp:nvSpPr>
      <dsp:spPr>
        <a:xfrm>
          <a:off x="1830055" y="734807"/>
          <a:ext cx="142004" cy="47052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5283"/>
              </a:lnTo>
              <a:lnTo>
                <a:pt x="142004" y="470528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B4B7F0-D14D-4422-BA2D-9465E059A4DE}">
      <dsp:nvSpPr>
        <dsp:cNvPr id="0" name=""/>
        <dsp:cNvSpPr/>
      </dsp:nvSpPr>
      <dsp:spPr>
        <a:xfrm>
          <a:off x="1972059" y="5085081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Dispatch to DC / Customer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IN" sz="1000" kern="1200"/>
            <a:t>Transit: [hrs]</a:t>
          </a:r>
        </a:p>
      </dsp:txBody>
      <dsp:txXfrm>
        <a:off x="1992855" y="5105877"/>
        <a:ext cx="1094440" cy="668428"/>
      </dsp:txXfrm>
    </dsp:sp>
    <dsp:sp modelId="{EAFF69BB-6AB2-49FC-9DAF-84777A506B28}">
      <dsp:nvSpPr>
        <dsp:cNvPr id="0" name=""/>
        <dsp:cNvSpPr/>
      </dsp:nvSpPr>
      <dsp:spPr>
        <a:xfrm>
          <a:off x="3531778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Information Flow</a:t>
          </a:r>
          <a:endParaRPr lang="en-IN" sz="1000" kern="1200"/>
        </a:p>
      </dsp:txBody>
      <dsp:txXfrm>
        <a:off x="3552574" y="45583"/>
        <a:ext cx="1378448" cy="668428"/>
      </dsp:txXfrm>
    </dsp:sp>
    <dsp:sp modelId="{6F63E65B-4220-45F7-B306-5871D72EBE07}">
      <dsp:nvSpPr>
        <dsp:cNvPr id="0" name=""/>
        <dsp:cNvSpPr/>
      </dsp:nvSpPr>
      <dsp:spPr>
        <a:xfrm>
          <a:off x="3673782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1FAEFF-EC53-42DD-8EB9-48C1723A822B}">
      <dsp:nvSpPr>
        <dsp:cNvPr id="0" name=""/>
        <dsp:cNvSpPr/>
      </dsp:nvSpPr>
      <dsp:spPr>
        <a:xfrm>
          <a:off x="3815786" y="86816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Forecast → Supply Plan (IBP)</a:t>
          </a:r>
        </a:p>
      </dsp:txBody>
      <dsp:txXfrm>
        <a:off x="3836582" y="888965"/>
        <a:ext cx="1094440" cy="668428"/>
      </dsp:txXfrm>
    </dsp:sp>
    <dsp:sp modelId="{8D281033-49F5-481A-9642-48EBC7C5A559}">
      <dsp:nvSpPr>
        <dsp:cNvPr id="0" name=""/>
        <dsp:cNvSpPr/>
      </dsp:nvSpPr>
      <dsp:spPr>
        <a:xfrm>
          <a:off x="3673782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5F9856-E171-46FC-A2BF-ED25CF3F52AE}">
      <dsp:nvSpPr>
        <dsp:cNvPr id="0" name=""/>
        <dsp:cNvSpPr/>
      </dsp:nvSpPr>
      <dsp:spPr>
        <a:xfrm>
          <a:off x="3815786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Production Schedule → Lines</a:t>
          </a:r>
        </a:p>
      </dsp:txBody>
      <dsp:txXfrm>
        <a:off x="3836582" y="1732348"/>
        <a:ext cx="1094440" cy="668428"/>
      </dsp:txXfrm>
    </dsp:sp>
    <dsp:sp modelId="{D29D5C10-D374-40F0-A0BA-62006B2FB7AD}">
      <dsp:nvSpPr>
        <dsp:cNvPr id="0" name=""/>
        <dsp:cNvSpPr/>
      </dsp:nvSpPr>
      <dsp:spPr>
        <a:xfrm>
          <a:off x="3673782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58DB63-415F-42E2-85AA-6A0DF83D6B12}">
      <dsp:nvSpPr>
        <dsp:cNvPr id="0" name=""/>
        <dsp:cNvSpPr/>
      </dsp:nvSpPr>
      <dsp:spPr>
        <a:xfrm>
          <a:off x="3815786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WMS / TMS bookings</a:t>
          </a:r>
        </a:p>
      </dsp:txBody>
      <dsp:txXfrm>
        <a:off x="3836582" y="2575730"/>
        <a:ext cx="1094440" cy="668428"/>
      </dsp:txXfrm>
    </dsp:sp>
    <dsp:sp modelId="{7AB76228-8DA3-40C2-8928-286A074823E4}">
      <dsp:nvSpPr>
        <dsp:cNvPr id="0" name=""/>
        <dsp:cNvSpPr/>
      </dsp:nvSpPr>
      <dsp:spPr>
        <a:xfrm>
          <a:off x="3673782" y="734807"/>
          <a:ext cx="142004" cy="3018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519"/>
              </a:lnTo>
              <a:lnTo>
                <a:pt x="142004" y="30185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731D9-E5C2-4182-952C-F9E55AFBE865}">
      <dsp:nvSpPr>
        <dsp:cNvPr id="0" name=""/>
        <dsp:cNvSpPr/>
      </dsp:nvSpPr>
      <dsp:spPr>
        <a:xfrm>
          <a:off x="3815786" y="3398316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Customer Orders → ATP check</a:t>
          </a:r>
        </a:p>
      </dsp:txBody>
      <dsp:txXfrm>
        <a:off x="3836582" y="3419112"/>
        <a:ext cx="1094440" cy="668428"/>
      </dsp:txXfrm>
    </dsp:sp>
    <dsp:sp modelId="{A7BC9ACE-55DF-41BB-82CE-2A73B750FB7C}">
      <dsp:nvSpPr>
        <dsp:cNvPr id="0" name=""/>
        <dsp:cNvSpPr/>
      </dsp:nvSpPr>
      <dsp:spPr>
        <a:xfrm>
          <a:off x="5218542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Inventory</a:t>
          </a:r>
          <a:endParaRPr lang="en-IN" sz="1000" kern="1200"/>
        </a:p>
      </dsp:txBody>
      <dsp:txXfrm>
        <a:off x="5239338" y="45583"/>
        <a:ext cx="1378448" cy="668428"/>
      </dsp:txXfrm>
    </dsp:sp>
    <dsp:sp modelId="{9B4D9F7B-52C0-4C30-845F-FF55190A2E68}">
      <dsp:nvSpPr>
        <dsp:cNvPr id="0" name=""/>
        <dsp:cNvSpPr/>
      </dsp:nvSpPr>
      <dsp:spPr>
        <a:xfrm>
          <a:off x="5360546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D10B72-D582-4B62-84C6-56C797E8A496}">
      <dsp:nvSpPr>
        <dsp:cNvPr id="0" name=""/>
        <dsp:cNvSpPr/>
      </dsp:nvSpPr>
      <dsp:spPr>
        <a:xfrm>
          <a:off x="5502550" y="86816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RM: [days]</a:t>
          </a:r>
        </a:p>
      </dsp:txBody>
      <dsp:txXfrm>
        <a:off x="5523346" y="888965"/>
        <a:ext cx="1094440" cy="668428"/>
      </dsp:txXfrm>
    </dsp:sp>
    <dsp:sp modelId="{FC043FA3-9A57-4E0B-AD8C-82091CE66E0C}">
      <dsp:nvSpPr>
        <dsp:cNvPr id="0" name=""/>
        <dsp:cNvSpPr/>
      </dsp:nvSpPr>
      <dsp:spPr>
        <a:xfrm>
          <a:off x="5360546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1646D6-85BF-43C9-A662-D85C9AEE50E4}">
      <dsp:nvSpPr>
        <dsp:cNvPr id="0" name=""/>
        <dsp:cNvSpPr/>
      </dsp:nvSpPr>
      <dsp:spPr>
        <a:xfrm>
          <a:off x="5502550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WIP: [hours]</a:t>
          </a:r>
        </a:p>
      </dsp:txBody>
      <dsp:txXfrm>
        <a:off x="5523346" y="1732348"/>
        <a:ext cx="1094440" cy="668428"/>
      </dsp:txXfrm>
    </dsp:sp>
    <dsp:sp modelId="{DEFA3177-E998-4823-B353-731818190D2E}">
      <dsp:nvSpPr>
        <dsp:cNvPr id="0" name=""/>
        <dsp:cNvSpPr/>
      </dsp:nvSpPr>
      <dsp:spPr>
        <a:xfrm>
          <a:off x="5360546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61E2C-91C0-44DE-B5DC-945EC1511A24}">
      <dsp:nvSpPr>
        <dsp:cNvPr id="0" name=""/>
        <dsp:cNvSpPr/>
      </dsp:nvSpPr>
      <dsp:spPr>
        <a:xfrm>
          <a:off x="5502550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FG: [days]</a:t>
          </a:r>
        </a:p>
      </dsp:txBody>
      <dsp:txXfrm>
        <a:off x="5523346" y="2575730"/>
        <a:ext cx="1094440" cy="668428"/>
      </dsp:txXfrm>
    </dsp:sp>
    <dsp:sp modelId="{8165AA18-2B45-4208-9A35-48E5987A803C}">
      <dsp:nvSpPr>
        <dsp:cNvPr id="0" name=""/>
        <dsp:cNvSpPr/>
      </dsp:nvSpPr>
      <dsp:spPr>
        <a:xfrm>
          <a:off x="6905307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Lead Time Summary</a:t>
          </a:r>
          <a:endParaRPr lang="en-IN" sz="1000" kern="1200"/>
        </a:p>
      </dsp:txBody>
      <dsp:txXfrm>
        <a:off x="6926103" y="45583"/>
        <a:ext cx="1378448" cy="668428"/>
      </dsp:txXfrm>
    </dsp:sp>
    <dsp:sp modelId="{EE19EB5B-351A-4D22-A133-C0AA8133544E}">
      <dsp:nvSpPr>
        <dsp:cNvPr id="0" name=""/>
        <dsp:cNvSpPr/>
      </dsp:nvSpPr>
      <dsp:spPr>
        <a:xfrm>
          <a:off x="7047311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9AD0D5-9E56-47FA-80A5-C3D4A0E15E38}">
      <dsp:nvSpPr>
        <dsp:cNvPr id="0" name=""/>
        <dsp:cNvSpPr/>
      </dsp:nvSpPr>
      <dsp:spPr>
        <a:xfrm>
          <a:off x="7189315" y="86816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VA Time: [sum of CT]</a:t>
          </a:r>
        </a:p>
      </dsp:txBody>
      <dsp:txXfrm>
        <a:off x="7210111" y="888965"/>
        <a:ext cx="1094440" cy="668428"/>
      </dsp:txXfrm>
    </dsp:sp>
    <dsp:sp modelId="{3F36C40B-1E51-4A55-B0EF-13C3F479E09C}">
      <dsp:nvSpPr>
        <dsp:cNvPr id="0" name=""/>
        <dsp:cNvSpPr/>
      </dsp:nvSpPr>
      <dsp:spPr>
        <a:xfrm>
          <a:off x="7047311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79AD03-C0D2-4C3C-853D-ACD472B753C7}">
      <dsp:nvSpPr>
        <dsp:cNvPr id="0" name=""/>
        <dsp:cNvSpPr/>
      </dsp:nvSpPr>
      <dsp:spPr>
        <a:xfrm>
          <a:off x="7189315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NVA Time: [queues, waits, approvals]</a:t>
          </a:r>
        </a:p>
      </dsp:txBody>
      <dsp:txXfrm>
        <a:off x="7210111" y="1732348"/>
        <a:ext cx="1094440" cy="668428"/>
      </dsp:txXfrm>
    </dsp:sp>
    <dsp:sp modelId="{E73A072F-499F-48E9-A6BB-3F491DBB8C5E}">
      <dsp:nvSpPr>
        <dsp:cNvPr id="0" name=""/>
        <dsp:cNvSpPr/>
      </dsp:nvSpPr>
      <dsp:spPr>
        <a:xfrm>
          <a:off x="7047311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B5F8E-82D2-4E03-B194-A3463C969F4D}">
      <dsp:nvSpPr>
        <dsp:cNvPr id="0" name=""/>
        <dsp:cNvSpPr/>
      </dsp:nvSpPr>
      <dsp:spPr>
        <a:xfrm>
          <a:off x="7189315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Total E2E Lead Time: [ ]</a:t>
          </a:r>
        </a:p>
      </dsp:txBody>
      <dsp:txXfrm>
        <a:off x="7210111" y="2575730"/>
        <a:ext cx="1094440" cy="668428"/>
      </dsp:txXfrm>
    </dsp:sp>
    <dsp:sp modelId="{1D1E1C6C-B2D7-4AD2-BBFA-FEA251570352}">
      <dsp:nvSpPr>
        <dsp:cNvPr id="0" name=""/>
        <dsp:cNvSpPr/>
      </dsp:nvSpPr>
      <dsp:spPr>
        <a:xfrm>
          <a:off x="8592072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Constraints / Bottlenecks</a:t>
          </a:r>
          <a:endParaRPr lang="en-IN" sz="1000" kern="1200"/>
        </a:p>
      </dsp:txBody>
      <dsp:txXfrm>
        <a:off x="8612868" y="45583"/>
        <a:ext cx="1378448" cy="668428"/>
      </dsp:txXfrm>
    </dsp:sp>
    <dsp:sp modelId="{E0B42694-8167-4D3C-9605-0EE079F4769B}">
      <dsp:nvSpPr>
        <dsp:cNvPr id="0" name=""/>
        <dsp:cNvSpPr/>
      </dsp:nvSpPr>
      <dsp:spPr>
        <a:xfrm>
          <a:off x="8734076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4B4F81-4EB8-49BC-848E-A78A4447F1E3}">
      <dsp:nvSpPr>
        <dsp:cNvPr id="0" name=""/>
        <dsp:cNvSpPr/>
      </dsp:nvSpPr>
      <dsp:spPr>
        <a:xfrm>
          <a:off x="8876080" y="86816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[Machine/line]</a:t>
          </a:r>
        </a:p>
      </dsp:txBody>
      <dsp:txXfrm>
        <a:off x="8896876" y="888965"/>
        <a:ext cx="1094440" cy="668428"/>
      </dsp:txXfrm>
    </dsp:sp>
    <dsp:sp modelId="{ACC2BBF3-7866-455B-9B22-5156B38554B8}">
      <dsp:nvSpPr>
        <dsp:cNvPr id="0" name=""/>
        <dsp:cNvSpPr/>
      </dsp:nvSpPr>
      <dsp:spPr>
        <a:xfrm>
          <a:off x="8734076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C63CF-EC3F-4635-B831-58F4B2DED5BD}">
      <dsp:nvSpPr>
        <dsp:cNvPr id="0" name=""/>
        <dsp:cNvSpPr/>
      </dsp:nvSpPr>
      <dsp:spPr>
        <a:xfrm>
          <a:off x="8876080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[Format changeover]</a:t>
          </a:r>
        </a:p>
      </dsp:txBody>
      <dsp:txXfrm>
        <a:off x="8896876" y="1732348"/>
        <a:ext cx="1094440" cy="668428"/>
      </dsp:txXfrm>
    </dsp:sp>
    <dsp:sp modelId="{FF6BF48B-8E53-40F5-A13F-3EC3534E8FD2}">
      <dsp:nvSpPr>
        <dsp:cNvPr id="0" name=""/>
        <dsp:cNvSpPr/>
      </dsp:nvSpPr>
      <dsp:spPr>
        <a:xfrm>
          <a:off x="8734076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C40465-2AA1-48A9-B0F8-07B03E27AFE4}">
      <dsp:nvSpPr>
        <dsp:cNvPr id="0" name=""/>
        <dsp:cNvSpPr/>
      </dsp:nvSpPr>
      <dsp:spPr>
        <a:xfrm>
          <a:off x="8876080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[QA release]</a:t>
          </a:r>
        </a:p>
      </dsp:txBody>
      <dsp:txXfrm>
        <a:off x="8896876" y="2575730"/>
        <a:ext cx="1094440" cy="668428"/>
      </dsp:txXfrm>
    </dsp:sp>
    <dsp:sp modelId="{5C678341-9067-4023-B03B-71F5801B0C0C}">
      <dsp:nvSpPr>
        <dsp:cNvPr id="0" name=""/>
        <dsp:cNvSpPr/>
      </dsp:nvSpPr>
      <dsp:spPr>
        <a:xfrm>
          <a:off x="8734076" y="734807"/>
          <a:ext cx="142004" cy="3018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519"/>
              </a:lnTo>
              <a:lnTo>
                <a:pt x="142004" y="30185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AC8868-2665-4C53-A61D-E45742122721}">
      <dsp:nvSpPr>
        <dsp:cNvPr id="0" name=""/>
        <dsp:cNvSpPr/>
      </dsp:nvSpPr>
      <dsp:spPr>
        <a:xfrm>
          <a:off x="8876080" y="3398316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[Truck slotting]</a:t>
          </a:r>
        </a:p>
      </dsp:txBody>
      <dsp:txXfrm>
        <a:off x="8896876" y="3419112"/>
        <a:ext cx="1094440" cy="668428"/>
      </dsp:txXfrm>
    </dsp:sp>
    <dsp:sp modelId="{53FADADD-11C3-4796-8910-0C261BE8857B}">
      <dsp:nvSpPr>
        <dsp:cNvPr id="0" name=""/>
        <dsp:cNvSpPr/>
      </dsp:nvSpPr>
      <dsp:spPr>
        <a:xfrm>
          <a:off x="10278836" y="24787"/>
          <a:ext cx="1420040" cy="710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/>
            <a:t>Opportunities</a:t>
          </a:r>
          <a:endParaRPr lang="en-IN" sz="1000" kern="1200"/>
        </a:p>
      </dsp:txBody>
      <dsp:txXfrm>
        <a:off x="10299632" y="45583"/>
        <a:ext cx="1378448" cy="668428"/>
      </dsp:txXfrm>
    </dsp:sp>
    <dsp:sp modelId="{02B9D1E8-4BAE-45E2-898C-9A76F733007D}">
      <dsp:nvSpPr>
        <dsp:cNvPr id="0" name=""/>
        <dsp:cNvSpPr/>
      </dsp:nvSpPr>
      <dsp:spPr>
        <a:xfrm>
          <a:off x="10420840" y="734807"/>
          <a:ext cx="142004" cy="488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372"/>
              </a:lnTo>
              <a:lnTo>
                <a:pt x="142004" y="48837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990CD7-D2E9-497A-9167-421BB9A530F5}">
      <dsp:nvSpPr>
        <dsp:cNvPr id="0" name=""/>
        <dsp:cNvSpPr/>
      </dsp:nvSpPr>
      <dsp:spPr>
        <a:xfrm>
          <a:off x="10562844" y="86816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SMED on line X</a:t>
          </a:r>
        </a:p>
      </dsp:txBody>
      <dsp:txXfrm>
        <a:off x="10583640" y="888965"/>
        <a:ext cx="1094440" cy="668428"/>
      </dsp:txXfrm>
    </dsp:sp>
    <dsp:sp modelId="{3F2ECA1E-6F36-44B8-A794-BB297763D2F1}">
      <dsp:nvSpPr>
        <dsp:cNvPr id="0" name=""/>
        <dsp:cNvSpPr/>
      </dsp:nvSpPr>
      <dsp:spPr>
        <a:xfrm>
          <a:off x="10420840" y="734807"/>
          <a:ext cx="142004" cy="1331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754"/>
              </a:lnTo>
              <a:lnTo>
                <a:pt x="142004" y="13317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578E8-AE22-4BE5-9EEB-5EFBFFAD1589}">
      <dsp:nvSpPr>
        <dsp:cNvPr id="0" name=""/>
        <dsp:cNvSpPr/>
      </dsp:nvSpPr>
      <dsp:spPr>
        <a:xfrm>
          <a:off x="10562844" y="1711552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Kanban between process Y–Z</a:t>
          </a:r>
        </a:p>
      </dsp:txBody>
      <dsp:txXfrm>
        <a:off x="10583640" y="1732348"/>
        <a:ext cx="1094440" cy="668428"/>
      </dsp:txXfrm>
    </dsp:sp>
    <dsp:sp modelId="{1DED3134-1789-4308-8991-9983BEEF75D3}">
      <dsp:nvSpPr>
        <dsp:cNvPr id="0" name=""/>
        <dsp:cNvSpPr/>
      </dsp:nvSpPr>
      <dsp:spPr>
        <a:xfrm>
          <a:off x="10420840" y="734807"/>
          <a:ext cx="142004" cy="2175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136"/>
              </a:lnTo>
              <a:lnTo>
                <a:pt x="142004" y="217513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1E683E-8124-4277-A992-D9623EA34500}">
      <dsp:nvSpPr>
        <dsp:cNvPr id="0" name=""/>
        <dsp:cNvSpPr/>
      </dsp:nvSpPr>
      <dsp:spPr>
        <a:xfrm>
          <a:off x="10562844" y="2554934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Level loading (Heijunka)</a:t>
          </a:r>
        </a:p>
      </dsp:txBody>
      <dsp:txXfrm>
        <a:off x="10583640" y="2575730"/>
        <a:ext cx="1094440" cy="668428"/>
      </dsp:txXfrm>
    </dsp:sp>
    <dsp:sp modelId="{B0DA90AE-671A-4012-AEF0-C3B688C9B468}">
      <dsp:nvSpPr>
        <dsp:cNvPr id="0" name=""/>
        <dsp:cNvSpPr/>
      </dsp:nvSpPr>
      <dsp:spPr>
        <a:xfrm>
          <a:off x="10420840" y="734807"/>
          <a:ext cx="142004" cy="3018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18519"/>
              </a:lnTo>
              <a:lnTo>
                <a:pt x="142004" y="30185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CB71C-720A-48EB-818D-74B7C477EFD6}">
      <dsp:nvSpPr>
        <dsp:cNvPr id="0" name=""/>
        <dsp:cNvSpPr/>
      </dsp:nvSpPr>
      <dsp:spPr>
        <a:xfrm>
          <a:off x="10562844" y="3398316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Schedule adherence improvement</a:t>
          </a:r>
        </a:p>
      </dsp:txBody>
      <dsp:txXfrm>
        <a:off x="10583640" y="3419112"/>
        <a:ext cx="1094440" cy="668428"/>
      </dsp:txXfrm>
    </dsp:sp>
    <dsp:sp modelId="{935B6AD8-9816-42B3-964D-6F98E1705151}">
      <dsp:nvSpPr>
        <dsp:cNvPr id="0" name=""/>
        <dsp:cNvSpPr/>
      </dsp:nvSpPr>
      <dsp:spPr>
        <a:xfrm>
          <a:off x="10420840" y="734807"/>
          <a:ext cx="142004" cy="38619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61901"/>
              </a:lnTo>
              <a:lnTo>
                <a:pt x="142004" y="38619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EDDCB4-8E69-42F2-BFF0-BF3DF44D1F85}">
      <dsp:nvSpPr>
        <dsp:cNvPr id="0" name=""/>
        <dsp:cNvSpPr/>
      </dsp:nvSpPr>
      <dsp:spPr>
        <a:xfrm>
          <a:off x="10562844" y="4241699"/>
          <a:ext cx="1136032" cy="710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000" kern="1200"/>
            <a:t>First Time Right (FTR) at QA</a:t>
          </a:r>
        </a:p>
      </dsp:txBody>
      <dsp:txXfrm>
        <a:off x="10583640" y="4262495"/>
        <a:ext cx="1094440" cy="6684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C082C-787E-42F5-8B34-1DE0AD4DF744}">
      <dsp:nvSpPr>
        <dsp:cNvPr id="0" name=""/>
        <dsp:cNvSpPr/>
      </dsp:nvSpPr>
      <dsp:spPr>
        <a:xfrm>
          <a:off x="144544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1. Purpose</a:t>
          </a:r>
          <a:endParaRPr lang="en-IN" sz="1200" kern="1200"/>
        </a:p>
      </dsp:txBody>
      <dsp:txXfrm>
        <a:off x="159067" y="18410"/>
        <a:ext cx="962669" cy="466811"/>
      </dsp:txXfrm>
    </dsp:sp>
    <dsp:sp modelId="{65A1182D-BCFE-4D2A-A455-7A9E0DCA1CFD}">
      <dsp:nvSpPr>
        <dsp:cNvPr id="0" name=""/>
        <dsp:cNvSpPr/>
      </dsp:nvSpPr>
      <dsp:spPr>
        <a:xfrm>
          <a:off x="243716" y="499744"/>
          <a:ext cx="99171" cy="1575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562"/>
              </a:lnTo>
              <a:lnTo>
                <a:pt x="99171" y="15755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C38481-5E41-4EF6-B019-8611AB3CF366}">
      <dsp:nvSpPr>
        <dsp:cNvPr id="0" name=""/>
        <dsp:cNvSpPr/>
      </dsp:nvSpPr>
      <dsp:spPr>
        <a:xfrm>
          <a:off x="342887" y="563358"/>
          <a:ext cx="793372" cy="3023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Define the standard steps to perform </a:t>
          </a:r>
          <a:r>
            <a:rPr lang="en-IN" sz="1200" b="1" kern="1200"/>
            <a:t>[process]</a:t>
          </a:r>
          <a:r>
            <a:rPr lang="en-IN" sz="1200" kern="1200"/>
            <a:t> safely, ensuring quality, time, and cost targets.</a:t>
          </a:r>
          <a:endParaRPr lang="en-IN" sz="1200" kern="1200" dirty="0"/>
        </a:p>
      </dsp:txBody>
      <dsp:txXfrm>
        <a:off x="366124" y="586595"/>
        <a:ext cx="746898" cy="2977424"/>
      </dsp:txXfrm>
    </dsp:sp>
    <dsp:sp modelId="{72BEA7DA-CB02-4DB6-A02C-9A399634247B}">
      <dsp:nvSpPr>
        <dsp:cNvPr id="0" name=""/>
        <dsp:cNvSpPr/>
      </dsp:nvSpPr>
      <dsp:spPr>
        <a:xfrm>
          <a:off x="1263486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2. Scope</a:t>
          </a:r>
          <a:endParaRPr lang="en-IN" sz="1200" kern="1200"/>
        </a:p>
      </dsp:txBody>
      <dsp:txXfrm>
        <a:off x="1278009" y="18410"/>
        <a:ext cx="962669" cy="466811"/>
      </dsp:txXfrm>
    </dsp:sp>
    <dsp:sp modelId="{EE16A0D1-2FE9-45F6-A89A-3D39DA0BE2A6}">
      <dsp:nvSpPr>
        <dsp:cNvPr id="0" name=""/>
        <dsp:cNvSpPr/>
      </dsp:nvSpPr>
      <dsp:spPr>
        <a:xfrm>
          <a:off x="1362657" y="499744"/>
          <a:ext cx="99171" cy="612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2699"/>
              </a:lnTo>
              <a:lnTo>
                <a:pt x="99171" y="6126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4DAA93-DEC0-40E9-9210-4EF84EDE045B}">
      <dsp:nvSpPr>
        <dsp:cNvPr id="0" name=""/>
        <dsp:cNvSpPr/>
      </dsp:nvSpPr>
      <dsp:spPr>
        <a:xfrm>
          <a:off x="1461829" y="563358"/>
          <a:ext cx="793372" cy="10981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Applies to: [lines, shifts, SKUs]</a:t>
          </a:r>
          <a:endParaRPr lang="en-IN" sz="1200" kern="1200" dirty="0"/>
        </a:p>
      </dsp:txBody>
      <dsp:txXfrm>
        <a:off x="1485066" y="586595"/>
        <a:ext cx="746898" cy="1051699"/>
      </dsp:txXfrm>
    </dsp:sp>
    <dsp:sp modelId="{DB506CA2-5CA7-4274-A23F-7FF3AA67B321}">
      <dsp:nvSpPr>
        <dsp:cNvPr id="0" name=""/>
        <dsp:cNvSpPr/>
      </dsp:nvSpPr>
      <dsp:spPr>
        <a:xfrm>
          <a:off x="2382427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3. References</a:t>
          </a:r>
          <a:endParaRPr lang="en-IN" sz="1200" kern="1200"/>
        </a:p>
      </dsp:txBody>
      <dsp:txXfrm>
        <a:off x="2396950" y="18410"/>
        <a:ext cx="962669" cy="466811"/>
      </dsp:txXfrm>
    </dsp:sp>
    <dsp:sp modelId="{ED4191E6-7113-4412-989B-6E49A077C8DF}">
      <dsp:nvSpPr>
        <dsp:cNvPr id="0" name=""/>
        <dsp:cNvSpPr/>
      </dsp:nvSpPr>
      <dsp:spPr>
        <a:xfrm>
          <a:off x="2481599" y="499744"/>
          <a:ext cx="99171" cy="311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542"/>
              </a:lnTo>
              <a:lnTo>
                <a:pt x="99171" y="31154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79515D-B966-4576-A087-0317D42893B1}">
      <dsp:nvSpPr>
        <dsp:cNvPr id="0" name=""/>
        <dsp:cNvSpPr/>
      </dsp:nvSpPr>
      <dsp:spPr>
        <a:xfrm>
          <a:off x="2580770" y="563358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Work Instruction [ID]</a:t>
          </a:r>
        </a:p>
      </dsp:txBody>
      <dsp:txXfrm>
        <a:off x="2595293" y="577881"/>
        <a:ext cx="764326" cy="466811"/>
      </dsp:txXfrm>
    </dsp:sp>
    <dsp:sp modelId="{5B125BF5-8BFE-43BF-9684-E9254489CDFB}">
      <dsp:nvSpPr>
        <dsp:cNvPr id="0" name=""/>
        <dsp:cNvSpPr/>
      </dsp:nvSpPr>
      <dsp:spPr>
        <a:xfrm>
          <a:off x="2481599" y="499744"/>
          <a:ext cx="99171" cy="871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1012"/>
              </a:lnTo>
              <a:lnTo>
                <a:pt x="99171" y="87101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FD1A48-BAA1-468D-B91B-FF6C7FB5878C}">
      <dsp:nvSpPr>
        <dsp:cNvPr id="0" name=""/>
        <dsp:cNvSpPr/>
      </dsp:nvSpPr>
      <dsp:spPr>
        <a:xfrm>
          <a:off x="2580770" y="112282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Safety Standard [ID]</a:t>
          </a:r>
        </a:p>
      </dsp:txBody>
      <dsp:txXfrm>
        <a:off x="2595293" y="1137352"/>
        <a:ext cx="764326" cy="466811"/>
      </dsp:txXfrm>
    </dsp:sp>
    <dsp:sp modelId="{13EDC750-EFF6-41A3-B5BC-2F7565ECC03F}">
      <dsp:nvSpPr>
        <dsp:cNvPr id="0" name=""/>
        <dsp:cNvSpPr/>
      </dsp:nvSpPr>
      <dsp:spPr>
        <a:xfrm>
          <a:off x="2481599" y="499744"/>
          <a:ext cx="99171" cy="1430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0483"/>
              </a:lnTo>
              <a:lnTo>
                <a:pt x="99171" y="143048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749F2-CFD3-4E3B-8BD8-C8C19A511F8B}">
      <dsp:nvSpPr>
        <dsp:cNvPr id="0" name=""/>
        <dsp:cNvSpPr/>
      </dsp:nvSpPr>
      <dsp:spPr>
        <a:xfrm>
          <a:off x="2580770" y="168229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Quality Specification [ID]</a:t>
          </a:r>
          <a:endParaRPr lang="en-IN" sz="1200" kern="1200" dirty="0"/>
        </a:p>
      </dsp:txBody>
      <dsp:txXfrm>
        <a:off x="2595293" y="1696822"/>
        <a:ext cx="764326" cy="466811"/>
      </dsp:txXfrm>
    </dsp:sp>
    <dsp:sp modelId="{BE52F78D-9891-4593-B39A-F731AA7E32E4}">
      <dsp:nvSpPr>
        <dsp:cNvPr id="0" name=""/>
        <dsp:cNvSpPr/>
      </dsp:nvSpPr>
      <dsp:spPr>
        <a:xfrm>
          <a:off x="2481599" y="499744"/>
          <a:ext cx="99171" cy="27162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6295"/>
              </a:lnTo>
              <a:lnTo>
                <a:pt x="99171" y="271629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65CCE5-93AA-4077-875F-9AEDBFCC462F}">
      <dsp:nvSpPr>
        <dsp:cNvPr id="0" name=""/>
        <dsp:cNvSpPr/>
      </dsp:nvSpPr>
      <dsp:spPr>
        <a:xfrm>
          <a:off x="2580770" y="2241770"/>
          <a:ext cx="793372" cy="19485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Regulatory reference (e.g., FSMA / HACCP)</a:t>
          </a:r>
          <a:endParaRPr lang="en-IN" sz="1200" kern="1200" dirty="0"/>
        </a:p>
      </dsp:txBody>
      <dsp:txXfrm>
        <a:off x="2604007" y="2265007"/>
        <a:ext cx="746898" cy="1902065"/>
      </dsp:txXfrm>
    </dsp:sp>
    <dsp:sp modelId="{BDC2CD79-42B1-4E0C-8D93-E0EC2C225445}">
      <dsp:nvSpPr>
        <dsp:cNvPr id="0" name=""/>
        <dsp:cNvSpPr/>
      </dsp:nvSpPr>
      <dsp:spPr>
        <a:xfrm>
          <a:off x="3501369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4. Roles &amp; Responsibilities</a:t>
          </a:r>
          <a:endParaRPr lang="en-IN" sz="1200" kern="1200"/>
        </a:p>
      </dsp:txBody>
      <dsp:txXfrm>
        <a:off x="3515892" y="18410"/>
        <a:ext cx="962669" cy="466811"/>
      </dsp:txXfrm>
    </dsp:sp>
    <dsp:sp modelId="{BF592FA5-1240-4486-8A23-7BFA8130211B}">
      <dsp:nvSpPr>
        <dsp:cNvPr id="0" name=""/>
        <dsp:cNvSpPr/>
      </dsp:nvSpPr>
      <dsp:spPr>
        <a:xfrm>
          <a:off x="3600540" y="499744"/>
          <a:ext cx="99171" cy="311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542"/>
              </a:lnTo>
              <a:lnTo>
                <a:pt x="99171" y="31154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155100-F56C-4317-9788-81F256E17B44}">
      <dsp:nvSpPr>
        <dsp:cNvPr id="0" name=""/>
        <dsp:cNvSpPr/>
      </dsp:nvSpPr>
      <dsp:spPr>
        <a:xfrm>
          <a:off x="3699712" y="563358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Operator: [ ]</a:t>
          </a:r>
        </a:p>
      </dsp:txBody>
      <dsp:txXfrm>
        <a:off x="3714235" y="577881"/>
        <a:ext cx="764326" cy="466811"/>
      </dsp:txXfrm>
    </dsp:sp>
    <dsp:sp modelId="{52A7BFD7-1317-44EC-8F56-6E7DCB49A7B2}">
      <dsp:nvSpPr>
        <dsp:cNvPr id="0" name=""/>
        <dsp:cNvSpPr/>
      </dsp:nvSpPr>
      <dsp:spPr>
        <a:xfrm>
          <a:off x="3600540" y="499744"/>
          <a:ext cx="99171" cy="871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1012"/>
              </a:lnTo>
              <a:lnTo>
                <a:pt x="99171" y="87101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7E2BC-F189-459C-9065-8C2A1CD3C53A}">
      <dsp:nvSpPr>
        <dsp:cNvPr id="0" name=""/>
        <dsp:cNvSpPr/>
      </dsp:nvSpPr>
      <dsp:spPr>
        <a:xfrm>
          <a:off x="3699712" y="112282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Line Lead: [ ]</a:t>
          </a:r>
        </a:p>
      </dsp:txBody>
      <dsp:txXfrm>
        <a:off x="3714235" y="1137352"/>
        <a:ext cx="764326" cy="466811"/>
      </dsp:txXfrm>
    </dsp:sp>
    <dsp:sp modelId="{35BC0051-9EA2-4ECE-A3F2-9F7FA5B79E30}">
      <dsp:nvSpPr>
        <dsp:cNvPr id="0" name=""/>
        <dsp:cNvSpPr/>
      </dsp:nvSpPr>
      <dsp:spPr>
        <a:xfrm>
          <a:off x="3600540" y="499744"/>
          <a:ext cx="99171" cy="1430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0483"/>
              </a:lnTo>
              <a:lnTo>
                <a:pt x="99171" y="143048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59FAD1-3FB0-42BA-9E8C-19D5363A4D8C}">
      <dsp:nvSpPr>
        <dsp:cNvPr id="0" name=""/>
        <dsp:cNvSpPr/>
      </dsp:nvSpPr>
      <dsp:spPr>
        <a:xfrm>
          <a:off x="3699712" y="168229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QA: [ ]</a:t>
          </a:r>
        </a:p>
      </dsp:txBody>
      <dsp:txXfrm>
        <a:off x="3714235" y="1696822"/>
        <a:ext cx="764326" cy="466811"/>
      </dsp:txXfrm>
    </dsp:sp>
    <dsp:sp modelId="{BDB0C69A-13BA-40E8-865D-F6DBB5BF65EA}">
      <dsp:nvSpPr>
        <dsp:cNvPr id="0" name=""/>
        <dsp:cNvSpPr/>
      </dsp:nvSpPr>
      <dsp:spPr>
        <a:xfrm>
          <a:off x="3600540" y="499744"/>
          <a:ext cx="99171" cy="19899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9954"/>
              </a:lnTo>
              <a:lnTo>
                <a:pt x="99171" y="19899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808C9-9363-4F5B-B7AF-E5F4C207536C}">
      <dsp:nvSpPr>
        <dsp:cNvPr id="0" name=""/>
        <dsp:cNvSpPr/>
      </dsp:nvSpPr>
      <dsp:spPr>
        <a:xfrm>
          <a:off x="3699712" y="2241770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Maintenance: [ ]</a:t>
          </a:r>
        </a:p>
      </dsp:txBody>
      <dsp:txXfrm>
        <a:off x="3714235" y="2256293"/>
        <a:ext cx="764326" cy="466811"/>
      </dsp:txXfrm>
    </dsp:sp>
    <dsp:sp modelId="{BFAC80C0-7025-461B-89C3-B5808630A3DD}">
      <dsp:nvSpPr>
        <dsp:cNvPr id="0" name=""/>
        <dsp:cNvSpPr/>
      </dsp:nvSpPr>
      <dsp:spPr>
        <a:xfrm>
          <a:off x="3600540" y="499744"/>
          <a:ext cx="99171" cy="25494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9425"/>
              </a:lnTo>
              <a:lnTo>
                <a:pt x="99171" y="254942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6B598-7E64-420B-A5DD-991A77CDBC34}">
      <dsp:nvSpPr>
        <dsp:cNvPr id="0" name=""/>
        <dsp:cNvSpPr/>
      </dsp:nvSpPr>
      <dsp:spPr>
        <a:xfrm>
          <a:off x="3699712" y="2801241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Planner: [ ]</a:t>
          </a:r>
        </a:p>
      </dsp:txBody>
      <dsp:txXfrm>
        <a:off x="3714235" y="2815764"/>
        <a:ext cx="764326" cy="466811"/>
      </dsp:txXfrm>
    </dsp:sp>
    <dsp:sp modelId="{EA9B1B17-5DF4-46BE-BAC9-FEFBC864E4DC}">
      <dsp:nvSpPr>
        <dsp:cNvPr id="0" name=""/>
        <dsp:cNvSpPr/>
      </dsp:nvSpPr>
      <dsp:spPr>
        <a:xfrm>
          <a:off x="4620310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5. Definitions</a:t>
          </a:r>
          <a:endParaRPr lang="en-IN" sz="1200" kern="1200"/>
        </a:p>
      </dsp:txBody>
      <dsp:txXfrm>
        <a:off x="4634833" y="18410"/>
        <a:ext cx="962669" cy="466811"/>
      </dsp:txXfrm>
    </dsp:sp>
    <dsp:sp modelId="{AB008B45-004C-46E9-ADEF-ED4F93CCE22F}">
      <dsp:nvSpPr>
        <dsp:cNvPr id="0" name=""/>
        <dsp:cNvSpPr/>
      </dsp:nvSpPr>
      <dsp:spPr>
        <a:xfrm>
          <a:off x="4719482" y="499744"/>
          <a:ext cx="99171" cy="311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542"/>
              </a:lnTo>
              <a:lnTo>
                <a:pt x="99171" y="31154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F8E32-20DA-4E29-B83A-9E5DEE88E5A2}">
      <dsp:nvSpPr>
        <dsp:cNvPr id="0" name=""/>
        <dsp:cNvSpPr/>
      </dsp:nvSpPr>
      <dsp:spPr>
        <a:xfrm>
          <a:off x="4818653" y="563358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 dirty="0"/>
            <a:t>SMED</a:t>
          </a:r>
        </a:p>
      </dsp:txBody>
      <dsp:txXfrm>
        <a:off x="4833176" y="577881"/>
        <a:ext cx="764326" cy="466811"/>
      </dsp:txXfrm>
    </dsp:sp>
    <dsp:sp modelId="{588803E8-E0BA-44F4-AB9F-9E9D1DFB1AD2}">
      <dsp:nvSpPr>
        <dsp:cNvPr id="0" name=""/>
        <dsp:cNvSpPr/>
      </dsp:nvSpPr>
      <dsp:spPr>
        <a:xfrm>
          <a:off x="4719482" y="499744"/>
          <a:ext cx="99171" cy="871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1012"/>
              </a:lnTo>
              <a:lnTo>
                <a:pt x="99171" y="87101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B05E6D-37D4-4A32-9ECE-968F96A6C2AA}">
      <dsp:nvSpPr>
        <dsp:cNvPr id="0" name=""/>
        <dsp:cNvSpPr/>
      </dsp:nvSpPr>
      <dsp:spPr>
        <a:xfrm>
          <a:off x="4818653" y="112282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OEE</a:t>
          </a:r>
        </a:p>
      </dsp:txBody>
      <dsp:txXfrm>
        <a:off x="4833176" y="1137352"/>
        <a:ext cx="764326" cy="466811"/>
      </dsp:txXfrm>
    </dsp:sp>
    <dsp:sp modelId="{FC58940A-5B4E-49A6-8A23-A2A5221765FF}">
      <dsp:nvSpPr>
        <dsp:cNvPr id="0" name=""/>
        <dsp:cNvSpPr/>
      </dsp:nvSpPr>
      <dsp:spPr>
        <a:xfrm>
          <a:off x="4719482" y="499744"/>
          <a:ext cx="99171" cy="1430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0483"/>
              </a:lnTo>
              <a:lnTo>
                <a:pt x="99171" y="143048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5F1C73-56EB-4DF2-80BE-A39BBA4142F1}">
      <dsp:nvSpPr>
        <dsp:cNvPr id="0" name=""/>
        <dsp:cNvSpPr/>
      </dsp:nvSpPr>
      <dsp:spPr>
        <a:xfrm>
          <a:off x="4818653" y="168229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FTR</a:t>
          </a:r>
          <a:endParaRPr lang="en-IN" sz="1200" kern="1200" dirty="0"/>
        </a:p>
      </dsp:txBody>
      <dsp:txXfrm>
        <a:off x="4833176" y="1696822"/>
        <a:ext cx="764326" cy="466811"/>
      </dsp:txXfrm>
    </dsp:sp>
    <dsp:sp modelId="{9C364EDD-2E42-4FDB-A74B-F13D7EEFEFAC}">
      <dsp:nvSpPr>
        <dsp:cNvPr id="0" name=""/>
        <dsp:cNvSpPr/>
      </dsp:nvSpPr>
      <dsp:spPr>
        <a:xfrm>
          <a:off x="4719482" y="499744"/>
          <a:ext cx="99171" cy="19899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9954"/>
              </a:lnTo>
              <a:lnTo>
                <a:pt x="99171" y="198995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D54C8-D9E2-4A56-A759-2FD2B0DAFD27}">
      <dsp:nvSpPr>
        <dsp:cNvPr id="0" name=""/>
        <dsp:cNvSpPr/>
      </dsp:nvSpPr>
      <dsp:spPr>
        <a:xfrm>
          <a:off x="4818653" y="2241770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C/O</a:t>
          </a:r>
        </a:p>
      </dsp:txBody>
      <dsp:txXfrm>
        <a:off x="4833176" y="2256293"/>
        <a:ext cx="764326" cy="466811"/>
      </dsp:txXfrm>
    </dsp:sp>
    <dsp:sp modelId="{0A49AE2F-4992-4A48-8F5D-A095BF5DC56C}">
      <dsp:nvSpPr>
        <dsp:cNvPr id="0" name=""/>
        <dsp:cNvSpPr/>
      </dsp:nvSpPr>
      <dsp:spPr>
        <a:xfrm>
          <a:off x="4719482" y="499744"/>
          <a:ext cx="99171" cy="25494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9425"/>
              </a:lnTo>
              <a:lnTo>
                <a:pt x="99171" y="254942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873CE-FDBC-451B-9851-3B8ED55BF462}">
      <dsp:nvSpPr>
        <dsp:cNvPr id="0" name=""/>
        <dsp:cNvSpPr/>
      </dsp:nvSpPr>
      <dsp:spPr>
        <a:xfrm>
          <a:off x="4818653" y="2801241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[Any others]</a:t>
          </a:r>
        </a:p>
      </dsp:txBody>
      <dsp:txXfrm>
        <a:off x="4833176" y="2815764"/>
        <a:ext cx="764326" cy="466811"/>
      </dsp:txXfrm>
    </dsp:sp>
    <dsp:sp modelId="{52BA5082-D078-4944-A660-614C8AF118CE}">
      <dsp:nvSpPr>
        <dsp:cNvPr id="0" name=""/>
        <dsp:cNvSpPr/>
      </dsp:nvSpPr>
      <dsp:spPr>
        <a:xfrm>
          <a:off x="5739252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6. Materials &amp; Tools</a:t>
          </a:r>
          <a:endParaRPr lang="en-IN" sz="1200" kern="1200"/>
        </a:p>
      </dsp:txBody>
      <dsp:txXfrm>
        <a:off x="5753775" y="18410"/>
        <a:ext cx="962669" cy="466811"/>
      </dsp:txXfrm>
    </dsp:sp>
    <dsp:sp modelId="{53FE8B41-EA36-41E4-89CF-F5B2D3D01C50}">
      <dsp:nvSpPr>
        <dsp:cNvPr id="0" name=""/>
        <dsp:cNvSpPr/>
      </dsp:nvSpPr>
      <dsp:spPr>
        <a:xfrm>
          <a:off x="5838424" y="499744"/>
          <a:ext cx="99171" cy="311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542"/>
              </a:lnTo>
              <a:lnTo>
                <a:pt x="99171" y="31154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A1A2BF-C665-4F4C-A5DD-AC3FCE7C2A42}">
      <dsp:nvSpPr>
        <dsp:cNvPr id="0" name=""/>
        <dsp:cNvSpPr/>
      </dsp:nvSpPr>
      <dsp:spPr>
        <a:xfrm>
          <a:off x="5937595" y="563358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[List required materials]</a:t>
          </a:r>
        </a:p>
      </dsp:txBody>
      <dsp:txXfrm>
        <a:off x="5952118" y="577881"/>
        <a:ext cx="764326" cy="466811"/>
      </dsp:txXfrm>
    </dsp:sp>
    <dsp:sp modelId="{EFBCEBF2-86C0-496C-BE77-4B1C90814138}">
      <dsp:nvSpPr>
        <dsp:cNvPr id="0" name=""/>
        <dsp:cNvSpPr/>
      </dsp:nvSpPr>
      <dsp:spPr>
        <a:xfrm>
          <a:off x="5838424" y="499744"/>
          <a:ext cx="99171" cy="871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1012"/>
              </a:lnTo>
              <a:lnTo>
                <a:pt x="99171" y="87101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318A00-D56A-41E8-984B-7BA63A8C7B30}">
      <dsp:nvSpPr>
        <dsp:cNvPr id="0" name=""/>
        <dsp:cNvSpPr/>
      </dsp:nvSpPr>
      <dsp:spPr>
        <a:xfrm>
          <a:off x="5937595" y="1122829"/>
          <a:ext cx="793372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[List required tools]</a:t>
          </a:r>
        </a:p>
      </dsp:txBody>
      <dsp:txXfrm>
        <a:off x="5952118" y="1137352"/>
        <a:ext cx="764326" cy="466811"/>
      </dsp:txXfrm>
    </dsp:sp>
    <dsp:sp modelId="{045E551F-05CE-4E80-B178-9DD6FD8BEBCA}">
      <dsp:nvSpPr>
        <dsp:cNvPr id="0" name=""/>
        <dsp:cNvSpPr/>
      </dsp:nvSpPr>
      <dsp:spPr>
        <a:xfrm>
          <a:off x="6858194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7. Safety &amp; Quality Precautions</a:t>
          </a:r>
          <a:endParaRPr lang="en-IN" sz="1200" kern="1200"/>
        </a:p>
      </dsp:txBody>
      <dsp:txXfrm>
        <a:off x="6872717" y="18410"/>
        <a:ext cx="962669" cy="466811"/>
      </dsp:txXfrm>
    </dsp:sp>
    <dsp:sp modelId="{8D443397-55C2-4C3D-AA3A-68016C94AEB1}">
      <dsp:nvSpPr>
        <dsp:cNvPr id="0" name=""/>
        <dsp:cNvSpPr/>
      </dsp:nvSpPr>
      <dsp:spPr>
        <a:xfrm>
          <a:off x="6957365" y="499744"/>
          <a:ext cx="99171" cy="720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0776"/>
              </a:lnTo>
              <a:lnTo>
                <a:pt x="99171" y="72077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EFC56F-FA49-4AD9-9FE4-9F4E2991CB56}">
      <dsp:nvSpPr>
        <dsp:cNvPr id="0" name=""/>
        <dsp:cNvSpPr/>
      </dsp:nvSpPr>
      <dsp:spPr>
        <a:xfrm>
          <a:off x="7056537" y="563358"/>
          <a:ext cx="793372" cy="1314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LOTO required if maintenance is involved</a:t>
          </a:r>
          <a:endParaRPr lang="en-IN" sz="1200" kern="1200" dirty="0"/>
        </a:p>
      </dsp:txBody>
      <dsp:txXfrm>
        <a:off x="7079774" y="586595"/>
        <a:ext cx="746898" cy="1267851"/>
      </dsp:txXfrm>
    </dsp:sp>
    <dsp:sp modelId="{9AD5FCB9-3902-464F-A76D-6E1CC28FF7A9}">
      <dsp:nvSpPr>
        <dsp:cNvPr id="0" name=""/>
        <dsp:cNvSpPr/>
      </dsp:nvSpPr>
      <dsp:spPr>
        <a:xfrm>
          <a:off x="6957365" y="499744"/>
          <a:ext cx="99171" cy="19390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9093"/>
              </a:lnTo>
              <a:lnTo>
                <a:pt x="99171" y="193909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096A6-5B1E-4CB0-BBB3-2DC4413FA224}">
      <dsp:nvSpPr>
        <dsp:cNvPr id="0" name=""/>
        <dsp:cNvSpPr/>
      </dsp:nvSpPr>
      <dsp:spPr>
        <a:xfrm>
          <a:off x="7056537" y="1941297"/>
          <a:ext cx="793372" cy="9950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Allergen changeover verification</a:t>
          </a:r>
          <a:endParaRPr lang="en-IN" sz="1200" kern="1200" dirty="0"/>
        </a:p>
      </dsp:txBody>
      <dsp:txXfrm>
        <a:off x="7079774" y="1964534"/>
        <a:ext cx="746898" cy="948607"/>
      </dsp:txXfrm>
    </dsp:sp>
    <dsp:sp modelId="{508D2D8D-3732-448C-940F-5B4885A25ED8}">
      <dsp:nvSpPr>
        <dsp:cNvPr id="0" name=""/>
        <dsp:cNvSpPr/>
      </dsp:nvSpPr>
      <dsp:spPr>
        <a:xfrm>
          <a:off x="6957365" y="499744"/>
          <a:ext cx="99171" cy="29915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1506"/>
              </a:lnTo>
              <a:lnTo>
                <a:pt x="99171" y="299150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AE266E-566E-4037-84B6-90011D3E5D0C}">
      <dsp:nvSpPr>
        <dsp:cNvPr id="0" name=""/>
        <dsp:cNvSpPr/>
      </dsp:nvSpPr>
      <dsp:spPr>
        <a:xfrm>
          <a:off x="7056537" y="2999992"/>
          <a:ext cx="793372" cy="9825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Cleanliness checklist completion</a:t>
          </a:r>
          <a:endParaRPr lang="en-IN" sz="1200" kern="1200" dirty="0"/>
        </a:p>
      </dsp:txBody>
      <dsp:txXfrm>
        <a:off x="7079774" y="3023229"/>
        <a:ext cx="746898" cy="936045"/>
      </dsp:txXfrm>
    </dsp:sp>
    <dsp:sp modelId="{8C9565BF-3CBD-4481-9591-421553B26AA7}">
      <dsp:nvSpPr>
        <dsp:cNvPr id="0" name=""/>
        <dsp:cNvSpPr/>
      </dsp:nvSpPr>
      <dsp:spPr>
        <a:xfrm>
          <a:off x="6957365" y="499744"/>
          <a:ext cx="99171" cy="40896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9623"/>
              </a:lnTo>
              <a:lnTo>
                <a:pt x="99171" y="40896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CA3CC-A2DB-4642-A8A6-669FDD0C5999}">
      <dsp:nvSpPr>
        <dsp:cNvPr id="0" name=""/>
        <dsp:cNvSpPr/>
      </dsp:nvSpPr>
      <dsp:spPr>
        <a:xfrm>
          <a:off x="7056537" y="4046124"/>
          <a:ext cx="793372" cy="10864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[Any additional precautions]</a:t>
          </a:r>
          <a:endParaRPr lang="en-IN" sz="1200" kern="1200" dirty="0"/>
        </a:p>
      </dsp:txBody>
      <dsp:txXfrm>
        <a:off x="7079774" y="4069361"/>
        <a:ext cx="746898" cy="1040014"/>
      </dsp:txXfrm>
    </dsp:sp>
    <dsp:sp modelId="{6AFB0633-E8A6-46E4-9B87-3FCD0B8BBB11}">
      <dsp:nvSpPr>
        <dsp:cNvPr id="0" name=""/>
        <dsp:cNvSpPr/>
      </dsp:nvSpPr>
      <dsp:spPr>
        <a:xfrm>
          <a:off x="7977135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8. Procedure (Standard Work)</a:t>
          </a:r>
          <a:endParaRPr lang="en-IN" sz="1200" kern="1200" dirty="0"/>
        </a:p>
      </dsp:txBody>
      <dsp:txXfrm>
        <a:off x="7991658" y="18410"/>
        <a:ext cx="962669" cy="466811"/>
      </dsp:txXfrm>
    </dsp:sp>
    <dsp:sp modelId="{6D29BE31-08E1-4157-9004-E26DC1F6B4F9}">
      <dsp:nvSpPr>
        <dsp:cNvPr id="0" name=""/>
        <dsp:cNvSpPr/>
      </dsp:nvSpPr>
      <dsp:spPr>
        <a:xfrm>
          <a:off x="8076307" y="499744"/>
          <a:ext cx="99171" cy="572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786"/>
              </a:lnTo>
              <a:lnTo>
                <a:pt x="99171" y="57278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70C3FD-38D3-4DEE-AEB1-5ADFAC8283FA}">
      <dsp:nvSpPr>
        <dsp:cNvPr id="0" name=""/>
        <dsp:cNvSpPr/>
      </dsp:nvSpPr>
      <dsp:spPr>
        <a:xfrm>
          <a:off x="8175478" y="563358"/>
          <a:ext cx="793372" cy="1018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kern="1200"/>
            <a:t>Pre‑changeover checklist (5 min)</a:t>
          </a:r>
          <a:endParaRPr lang="en-IN" sz="1200" kern="1200" dirty="0"/>
        </a:p>
      </dsp:txBody>
      <dsp:txXfrm>
        <a:off x="8198715" y="586595"/>
        <a:ext cx="746898" cy="971872"/>
      </dsp:txXfrm>
    </dsp:sp>
    <dsp:sp modelId="{2106186C-3940-46B0-ACE0-0B57510BF007}">
      <dsp:nvSpPr>
        <dsp:cNvPr id="0" name=""/>
        <dsp:cNvSpPr/>
      </dsp:nvSpPr>
      <dsp:spPr>
        <a:xfrm>
          <a:off x="8076307" y="499744"/>
          <a:ext cx="99171" cy="1565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5124"/>
              </a:lnTo>
              <a:lnTo>
                <a:pt x="99171" y="156512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17741A-55E6-44EC-AE34-9F488051061E}">
      <dsp:nvSpPr>
        <dsp:cNvPr id="0" name=""/>
        <dsp:cNvSpPr/>
      </dsp:nvSpPr>
      <dsp:spPr>
        <a:xfrm>
          <a:off x="8175478" y="1645317"/>
          <a:ext cx="793372" cy="839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kern="1200"/>
            <a:t>Stop – Drain – Clean (internal/external)</a:t>
          </a:r>
          <a:endParaRPr lang="en-IN" sz="1200" kern="1200" dirty="0"/>
        </a:p>
      </dsp:txBody>
      <dsp:txXfrm>
        <a:off x="8198715" y="1668554"/>
        <a:ext cx="746898" cy="792630"/>
      </dsp:txXfrm>
    </dsp:sp>
    <dsp:sp modelId="{48700311-1581-41BB-86C6-2F39A5725103}">
      <dsp:nvSpPr>
        <dsp:cNvPr id="0" name=""/>
        <dsp:cNvSpPr/>
      </dsp:nvSpPr>
      <dsp:spPr>
        <a:xfrm>
          <a:off x="8076307" y="499744"/>
          <a:ext cx="99171" cy="25574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7463"/>
              </a:lnTo>
              <a:lnTo>
                <a:pt x="99171" y="255746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ED150-B3B9-47A7-A9C6-54EA3183A6C3}">
      <dsp:nvSpPr>
        <dsp:cNvPr id="0" name=""/>
        <dsp:cNvSpPr/>
      </dsp:nvSpPr>
      <dsp:spPr>
        <a:xfrm>
          <a:off x="8175478" y="2548035"/>
          <a:ext cx="793372" cy="1018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kern="1200"/>
            <a:t>Tooling / format parts swap</a:t>
          </a:r>
          <a:endParaRPr lang="en-IN" sz="1200" kern="1200" dirty="0"/>
        </a:p>
      </dsp:txBody>
      <dsp:txXfrm>
        <a:off x="8198715" y="2571272"/>
        <a:ext cx="746898" cy="971872"/>
      </dsp:txXfrm>
    </dsp:sp>
    <dsp:sp modelId="{A4E62F94-C763-4974-992A-49A2046154CC}">
      <dsp:nvSpPr>
        <dsp:cNvPr id="0" name=""/>
        <dsp:cNvSpPr/>
      </dsp:nvSpPr>
      <dsp:spPr>
        <a:xfrm>
          <a:off x="8076307" y="499744"/>
          <a:ext cx="99171" cy="3460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60123"/>
              </a:lnTo>
              <a:lnTo>
                <a:pt x="99171" y="346012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7F5FED-15E2-46EB-BD06-E09248266FF7}">
      <dsp:nvSpPr>
        <dsp:cNvPr id="0" name=""/>
        <dsp:cNvSpPr/>
      </dsp:nvSpPr>
      <dsp:spPr>
        <a:xfrm>
          <a:off x="8175478" y="3629994"/>
          <a:ext cx="1680382" cy="659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kern="1200"/>
            <a:t>Setup verification &amp; QA pre‑check</a:t>
          </a:r>
          <a:endParaRPr lang="en-IN" sz="1200" kern="1200" dirty="0"/>
        </a:p>
      </dsp:txBody>
      <dsp:txXfrm>
        <a:off x="8194801" y="3649317"/>
        <a:ext cx="1641736" cy="621102"/>
      </dsp:txXfrm>
    </dsp:sp>
    <dsp:sp modelId="{D5EBD39B-E2F2-40F0-A96E-57304243B418}">
      <dsp:nvSpPr>
        <dsp:cNvPr id="0" name=""/>
        <dsp:cNvSpPr/>
      </dsp:nvSpPr>
      <dsp:spPr>
        <a:xfrm>
          <a:off x="8076307" y="499744"/>
          <a:ext cx="99171" cy="42007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00799"/>
              </a:lnTo>
              <a:lnTo>
                <a:pt x="99171" y="420079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E2CBF8-EE99-4FEB-8473-F7F11C56AECA}">
      <dsp:nvSpPr>
        <dsp:cNvPr id="0" name=""/>
        <dsp:cNvSpPr/>
      </dsp:nvSpPr>
      <dsp:spPr>
        <a:xfrm>
          <a:off x="8175478" y="4353356"/>
          <a:ext cx="1594430" cy="6943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kern="1200"/>
            <a:t>Start‑up; FTR check (first 10 packs)</a:t>
          </a:r>
          <a:endParaRPr lang="en-IN" sz="1200" kern="1200" dirty="0"/>
        </a:p>
      </dsp:txBody>
      <dsp:txXfrm>
        <a:off x="8195816" y="4373694"/>
        <a:ext cx="1553754" cy="653700"/>
      </dsp:txXfrm>
    </dsp:sp>
    <dsp:sp modelId="{F899DD14-F881-496A-9036-490ADD875E8C}">
      <dsp:nvSpPr>
        <dsp:cNvPr id="0" name=""/>
        <dsp:cNvSpPr/>
      </dsp:nvSpPr>
      <dsp:spPr>
        <a:xfrm>
          <a:off x="8076307" y="499744"/>
          <a:ext cx="99171" cy="4859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9529"/>
              </a:lnTo>
              <a:lnTo>
                <a:pt x="99171" y="485952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16FA6-B611-4AF0-90F3-7DC38E24C460}">
      <dsp:nvSpPr>
        <dsp:cNvPr id="0" name=""/>
        <dsp:cNvSpPr/>
      </dsp:nvSpPr>
      <dsp:spPr>
        <a:xfrm>
          <a:off x="8175478" y="5111346"/>
          <a:ext cx="1616126" cy="4958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200" kern="1200" dirty="0"/>
            <a:t>Handover to production</a:t>
          </a:r>
        </a:p>
      </dsp:txBody>
      <dsp:txXfrm>
        <a:off x="8190001" y="5125869"/>
        <a:ext cx="1587080" cy="466811"/>
      </dsp:txXfrm>
    </dsp:sp>
    <dsp:sp modelId="{8F01C6CB-71EC-4B3C-AFE1-57A7FEAE9C24}">
      <dsp:nvSpPr>
        <dsp:cNvPr id="0" name=""/>
        <dsp:cNvSpPr/>
      </dsp:nvSpPr>
      <dsp:spPr>
        <a:xfrm>
          <a:off x="9096077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9. Records &amp; Evidence</a:t>
          </a:r>
          <a:endParaRPr lang="en-IN" sz="1200" kern="1200"/>
        </a:p>
      </dsp:txBody>
      <dsp:txXfrm>
        <a:off x="9110600" y="18410"/>
        <a:ext cx="962669" cy="466811"/>
      </dsp:txXfrm>
    </dsp:sp>
    <dsp:sp modelId="{307550D0-E664-4380-A5F0-5139A5120239}">
      <dsp:nvSpPr>
        <dsp:cNvPr id="0" name=""/>
        <dsp:cNvSpPr/>
      </dsp:nvSpPr>
      <dsp:spPr>
        <a:xfrm>
          <a:off x="9195248" y="499744"/>
          <a:ext cx="99171" cy="4784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456"/>
              </a:lnTo>
              <a:lnTo>
                <a:pt x="99171" y="47845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97053-40E8-4A21-8599-1C38A1699D1D}">
      <dsp:nvSpPr>
        <dsp:cNvPr id="0" name=""/>
        <dsp:cNvSpPr/>
      </dsp:nvSpPr>
      <dsp:spPr>
        <a:xfrm>
          <a:off x="9294420" y="563358"/>
          <a:ext cx="793372" cy="8296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Completed checklists</a:t>
          </a:r>
          <a:endParaRPr lang="en-IN" sz="1200" kern="1200" dirty="0"/>
        </a:p>
      </dsp:txBody>
      <dsp:txXfrm>
        <a:off x="9317657" y="586595"/>
        <a:ext cx="746898" cy="783213"/>
      </dsp:txXfrm>
    </dsp:sp>
    <dsp:sp modelId="{12BEC8BF-DC5F-44BD-AA18-A04C49F89C19}">
      <dsp:nvSpPr>
        <dsp:cNvPr id="0" name=""/>
        <dsp:cNvSpPr/>
      </dsp:nvSpPr>
      <dsp:spPr>
        <a:xfrm>
          <a:off x="9195248" y="499744"/>
          <a:ext cx="99171" cy="13928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2856"/>
              </a:lnTo>
              <a:lnTo>
                <a:pt x="99171" y="1392856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7E6036-9EED-4105-BA41-E75B6AF86A13}">
      <dsp:nvSpPr>
        <dsp:cNvPr id="0" name=""/>
        <dsp:cNvSpPr/>
      </dsp:nvSpPr>
      <dsp:spPr>
        <a:xfrm>
          <a:off x="9294420" y="1456658"/>
          <a:ext cx="793372" cy="8718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QA release form</a:t>
          </a:r>
          <a:endParaRPr lang="en-IN" sz="1200" kern="1200" dirty="0"/>
        </a:p>
      </dsp:txBody>
      <dsp:txXfrm>
        <a:off x="9317657" y="1479895"/>
        <a:ext cx="746898" cy="825411"/>
      </dsp:txXfrm>
    </dsp:sp>
    <dsp:sp modelId="{4641931C-EFCE-4FFD-9150-2487FD8A4B54}">
      <dsp:nvSpPr>
        <dsp:cNvPr id="0" name=""/>
        <dsp:cNvSpPr/>
      </dsp:nvSpPr>
      <dsp:spPr>
        <a:xfrm>
          <a:off x="9195248" y="499744"/>
          <a:ext cx="99171" cy="23799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79992"/>
              </a:lnTo>
              <a:lnTo>
                <a:pt x="99171" y="237999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A4CE26-09ED-48D9-A689-DAB3C774EC18}">
      <dsp:nvSpPr>
        <dsp:cNvPr id="0" name=""/>
        <dsp:cNvSpPr/>
      </dsp:nvSpPr>
      <dsp:spPr>
        <a:xfrm>
          <a:off x="9294420" y="2392157"/>
          <a:ext cx="793372" cy="9751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Deviations / CAPA documentation</a:t>
          </a:r>
          <a:endParaRPr lang="en-IN" sz="1200" kern="1200" dirty="0"/>
        </a:p>
      </dsp:txBody>
      <dsp:txXfrm>
        <a:off x="9317657" y="2415394"/>
        <a:ext cx="746898" cy="928686"/>
      </dsp:txXfrm>
    </dsp:sp>
    <dsp:sp modelId="{AFB7301C-E175-449F-BFD8-23962A0AC12F}">
      <dsp:nvSpPr>
        <dsp:cNvPr id="0" name=""/>
        <dsp:cNvSpPr/>
      </dsp:nvSpPr>
      <dsp:spPr>
        <a:xfrm>
          <a:off x="10215018" y="3887"/>
          <a:ext cx="991715" cy="495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10. KPIs</a:t>
          </a:r>
          <a:endParaRPr lang="en-IN" sz="1200" kern="1200"/>
        </a:p>
      </dsp:txBody>
      <dsp:txXfrm>
        <a:off x="10229541" y="18410"/>
        <a:ext cx="962669" cy="466811"/>
      </dsp:txXfrm>
    </dsp:sp>
    <dsp:sp modelId="{BF4FD549-C0BE-48FB-A55D-268696EC8BBB}">
      <dsp:nvSpPr>
        <dsp:cNvPr id="0" name=""/>
        <dsp:cNvSpPr/>
      </dsp:nvSpPr>
      <dsp:spPr>
        <a:xfrm>
          <a:off x="10314190" y="499744"/>
          <a:ext cx="99171" cy="540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801"/>
              </a:lnTo>
              <a:lnTo>
                <a:pt x="99171" y="5408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FC0ECB-5E94-456C-A7AB-842B173C53F6}">
      <dsp:nvSpPr>
        <dsp:cNvPr id="0" name=""/>
        <dsp:cNvSpPr/>
      </dsp:nvSpPr>
      <dsp:spPr>
        <a:xfrm>
          <a:off x="10413362" y="563358"/>
          <a:ext cx="793372" cy="9543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Changeover Time (target: [ ])</a:t>
          </a:r>
          <a:endParaRPr lang="en-IN" sz="1200" kern="1200" dirty="0"/>
        </a:p>
      </dsp:txBody>
      <dsp:txXfrm>
        <a:off x="10436599" y="586595"/>
        <a:ext cx="746898" cy="907902"/>
      </dsp:txXfrm>
    </dsp:sp>
    <dsp:sp modelId="{33572C9C-E831-458E-AC48-2BAC0FE4BDA4}">
      <dsp:nvSpPr>
        <dsp:cNvPr id="0" name=""/>
        <dsp:cNvSpPr/>
      </dsp:nvSpPr>
      <dsp:spPr>
        <a:xfrm>
          <a:off x="10314190" y="499744"/>
          <a:ext cx="99171" cy="1569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9501"/>
              </a:lnTo>
              <a:lnTo>
                <a:pt x="99171" y="156950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B327A8-9318-428E-93EF-3989510CC652}">
      <dsp:nvSpPr>
        <dsp:cNvPr id="0" name=""/>
        <dsp:cNvSpPr/>
      </dsp:nvSpPr>
      <dsp:spPr>
        <a:xfrm>
          <a:off x="10413362" y="1581348"/>
          <a:ext cx="793372" cy="975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/>
            <a:t>FTR %</a:t>
          </a:r>
        </a:p>
      </dsp:txBody>
      <dsp:txXfrm>
        <a:off x="10436599" y="1604585"/>
        <a:ext cx="746898" cy="929322"/>
      </dsp:txXfrm>
    </dsp:sp>
    <dsp:sp modelId="{90E7FC45-7375-47A1-8C77-2308EC416F84}">
      <dsp:nvSpPr>
        <dsp:cNvPr id="0" name=""/>
        <dsp:cNvSpPr/>
      </dsp:nvSpPr>
      <dsp:spPr>
        <a:xfrm>
          <a:off x="10314190" y="499744"/>
          <a:ext cx="99171" cy="27040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4069"/>
              </a:lnTo>
              <a:lnTo>
                <a:pt x="99171" y="270406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89A519-48D1-49A3-8BD6-202FE07E1D8B}">
      <dsp:nvSpPr>
        <dsp:cNvPr id="0" name=""/>
        <dsp:cNvSpPr/>
      </dsp:nvSpPr>
      <dsp:spPr>
        <a:xfrm>
          <a:off x="10413362" y="2620757"/>
          <a:ext cx="1152647" cy="1166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IN" sz="1200" kern="1200" dirty="0"/>
            <a:t>Loss category attribution (planned vs unplanned)</a:t>
          </a:r>
        </a:p>
      </dsp:txBody>
      <dsp:txXfrm>
        <a:off x="10447122" y="2654517"/>
        <a:ext cx="1085127" cy="1098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62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74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1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24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4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4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83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89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24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7C11AD-8F4A-404F-9B0A-7DB602A7EA5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D849829-ACBF-43B9-B8AE-4F9B2A6B3C3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8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8AB112-82B0-6244-74DF-14C89B18E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849185"/>
              </p:ext>
            </p:extLst>
          </p:nvPr>
        </p:nvGraphicFramePr>
        <p:xfrm>
          <a:off x="5119175" y="2062089"/>
          <a:ext cx="1953651" cy="27338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53651">
                  <a:extLst>
                    <a:ext uri="{9D8B030D-6E8A-4147-A177-3AD203B41FA5}">
                      <a16:colId xmlns:a16="http://schemas.microsoft.com/office/drawing/2014/main" val="3716973811"/>
                    </a:ext>
                  </a:extLst>
                </a:gridCol>
              </a:tblGrid>
              <a:tr h="136691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33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348175" marR="348175" marT="348175" marB="348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842633"/>
                  </a:ext>
                </a:extLst>
              </a:tr>
              <a:tr h="1366911">
                <a:tc>
                  <a:txBody>
                    <a:bodyPr/>
                    <a:lstStyle/>
                    <a:p>
                      <a:endParaRPr lang="en-IN" sz="3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348175" marR="348175" marT="348175" marB="348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1091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08AC3C-60C0-49CA-8A03-8D1824EA2F4B}"/>
              </a:ext>
            </a:extLst>
          </p:cNvPr>
          <p:cNvSpPr txBox="1"/>
          <p:nvPr/>
        </p:nvSpPr>
        <p:spPr>
          <a:xfrm>
            <a:off x="372533" y="482600"/>
            <a:ext cx="11650134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Is Operational Excellence?</a:t>
            </a:r>
          </a:p>
          <a:p>
            <a:r>
              <a:rPr lang="en-US" sz="2000" dirty="0"/>
              <a:t>	</a:t>
            </a:r>
          </a:p>
          <a:p>
            <a:r>
              <a:rPr lang="en-US" sz="2000" dirty="0"/>
              <a:t>Operational Excellence is a business philosophy + set of practices that ensure:</a:t>
            </a:r>
          </a:p>
          <a:p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Zero losses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Zero defects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Zero unplanned downtime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Lowest cost-to-serve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Fastest end‑to‑end cycle times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Highest customer satisfaction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Engaged employees who continuously improve every day</a:t>
            </a:r>
          </a:p>
          <a:p>
            <a:pPr lvl="1"/>
            <a:endParaRPr lang="en-US" sz="2000" dirty="0"/>
          </a:p>
          <a:p>
            <a:r>
              <a:rPr lang="en-US" sz="2000" dirty="0"/>
              <a:t>In simple words:   </a:t>
            </a:r>
            <a:r>
              <a:rPr lang="en-US" sz="2000" dirty="0" err="1"/>
              <a:t>OpEx</a:t>
            </a:r>
            <a:r>
              <a:rPr lang="en-US" sz="2000" dirty="0"/>
              <a:t> = building a company where everyone solves problems, improves processes, and uses data to run operations flawlessly.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7569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50E96D-9F94-D7EA-15AE-F9332630C303}"/>
              </a:ext>
            </a:extLst>
          </p:cNvPr>
          <p:cNvSpPr txBox="1"/>
          <p:nvPr/>
        </p:nvSpPr>
        <p:spPr>
          <a:xfrm>
            <a:off x="448733" y="93133"/>
            <a:ext cx="1106593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28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Why </a:t>
            </a:r>
            <a:r>
              <a:rPr lang="en-US" sz="28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OpEx</a:t>
            </a:r>
            <a:r>
              <a:rPr lang="en-US" sz="28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Is Critical for a CPG / FMCG Company</a:t>
            </a:r>
          </a:p>
          <a:p>
            <a:pPr fontAlgn="t">
              <a:buNone/>
            </a:pPr>
            <a:endParaRPr lang="en-US" sz="28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fontAlgn="t">
              <a:lnSpc>
                <a:spcPct val="150000"/>
              </a:lnSpc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CPG companies live in a world of: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Very thin margins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High SKU complexity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Huge supply chain networks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Retailer pressure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Promotions and seasonal demands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Perishable goods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Regulatory requirements</a:t>
            </a:r>
          </a:p>
          <a:p>
            <a:pPr fontAlgn="t"/>
            <a:endParaRPr lang="en-US" sz="2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fontAlgn="t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Therefore </a:t>
            </a:r>
            <a:r>
              <a:rPr lang="en-US" sz="2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OpEx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becomes the </a:t>
            </a:r>
            <a:r>
              <a:rPr 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spinal cord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that keeps everything running efficiently.</a:t>
            </a:r>
          </a:p>
          <a:p>
            <a:pPr fontAlgn="t">
              <a:buNone/>
            </a:pP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CPG companies like Nestlé, P&amp;G, Unilever, Mondelez, Kraft Heinz, PepsiCo, etc., all rely heavily on structured </a:t>
            </a:r>
            <a:r>
              <a:rPr lang="en-US" sz="20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OpEx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systems.</a:t>
            </a:r>
          </a:p>
        </p:txBody>
      </p:sp>
    </p:spTree>
    <p:extLst>
      <p:ext uri="{BB962C8B-B14F-4D97-AF65-F5344CB8AC3E}">
        <p14:creationId xmlns:p14="http://schemas.microsoft.com/office/powerpoint/2010/main" val="316991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FFB12F-F4BF-4392-83BD-8928857D251A}"/>
              </a:ext>
            </a:extLst>
          </p:cNvPr>
          <p:cNvSpPr txBox="1"/>
          <p:nvPr/>
        </p:nvSpPr>
        <p:spPr>
          <a:xfrm>
            <a:off x="254000" y="821267"/>
            <a:ext cx="11582400" cy="560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The 10 Pillars of Operational Excellence (Universal)</a:t>
            </a:r>
          </a:p>
          <a:p>
            <a:endParaRPr lang="en-US" dirty="0"/>
          </a:p>
          <a:p>
            <a:r>
              <a:rPr lang="en-US" dirty="0"/>
              <a:t>Almost every </a:t>
            </a:r>
            <a:r>
              <a:rPr lang="en-US" dirty="0" err="1"/>
              <a:t>OpEx</a:t>
            </a:r>
            <a:r>
              <a:rPr lang="en-US" dirty="0"/>
              <a:t> system around the world is built around these pillars: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Safety &amp; Environment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Quality Management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Autonomous Maintenance (AM)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Planned Maintenance (PM)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Focused Improvement (FI / CI / Kaizen)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Early Management / New Product &amp; Equipment Management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Training &amp; Skill Development (People Capability)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Logistics &amp; Supply Chain Excellence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Cost Deployment / Loss Analysis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Leadership &amp; Culture</a:t>
            </a:r>
          </a:p>
          <a:p>
            <a:pPr>
              <a:lnSpc>
                <a:spcPct val="150000"/>
              </a:lnSpc>
            </a:pPr>
            <a:r>
              <a:rPr lang="en-US" dirty="0"/>
              <a:t>These become the foundation for designing frameworks.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27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055EF-4A74-64CB-7A25-EDAE46FA435B}"/>
              </a:ext>
            </a:extLst>
          </p:cNvPr>
          <p:cNvSpPr txBox="1"/>
          <p:nvPr/>
        </p:nvSpPr>
        <p:spPr>
          <a:xfrm>
            <a:off x="397933" y="2362200"/>
            <a:ext cx="11455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The Global Standard Operational Excellence Frameworks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4052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086FD1-8791-4C86-428F-0A953DADC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1439995"/>
              </p:ext>
            </p:extLst>
          </p:nvPr>
        </p:nvGraphicFramePr>
        <p:xfrm>
          <a:off x="86360" y="1503680"/>
          <a:ext cx="12019280" cy="455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EACF00D-A7F5-4F87-4F70-1C4A4892ACA7}"/>
              </a:ext>
            </a:extLst>
          </p:cNvPr>
          <p:cNvSpPr txBox="1"/>
          <p:nvPr/>
        </p:nvSpPr>
        <p:spPr>
          <a:xfrm>
            <a:off x="1371943" y="802640"/>
            <a:ext cx="96833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/>
              <a:t>Operational Excellence Frameworks – Organized Summary</a:t>
            </a:r>
          </a:p>
          <a:p>
            <a:pPr algn="ctr"/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11176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E38D13E-6042-F306-AAA3-9D2F5D81E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9038252"/>
              </p:ext>
            </p:extLst>
          </p:nvPr>
        </p:nvGraphicFramePr>
        <p:xfrm>
          <a:off x="168851" y="873554"/>
          <a:ext cx="11822258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8DB5C09-D60C-B074-8669-A091BC5D55D0}"/>
              </a:ext>
            </a:extLst>
          </p:cNvPr>
          <p:cNvSpPr txBox="1"/>
          <p:nvPr/>
        </p:nvSpPr>
        <p:spPr>
          <a:xfrm>
            <a:off x="168850" y="5161587"/>
            <a:ext cx="10876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Operational Excellence operates across ALL these functions.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38FA2-56C5-FC5C-68FE-B577BA96B0B1}"/>
              </a:ext>
            </a:extLst>
          </p:cNvPr>
          <p:cNvSpPr txBox="1"/>
          <p:nvPr/>
        </p:nvSpPr>
        <p:spPr>
          <a:xfrm>
            <a:off x="96114" y="603272"/>
            <a:ext cx="865043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End-to-End Operations of a CPG Company </a:t>
            </a:r>
          </a:p>
          <a:p>
            <a:r>
              <a:rPr lang="en-US" dirty="0"/>
              <a:t>A CPG company runs through a classic E2E value chain: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93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41FDAFD-5F0A-6F3E-CB0E-1B86C5CE01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936193"/>
              </p:ext>
            </p:extLst>
          </p:nvPr>
        </p:nvGraphicFramePr>
        <p:xfrm>
          <a:off x="190501" y="789709"/>
          <a:ext cx="11883736" cy="5348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5B3201-6EAA-9A09-0692-578D22B678CB}"/>
              </a:ext>
            </a:extLst>
          </p:cNvPr>
          <p:cNvSpPr txBox="1"/>
          <p:nvPr/>
        </p:nvSpPr>
        <p:spPr>
          <a:xfrm>
            <a:off x="501362" y="172180"/>
            <a:ext cx="115001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How </a:t>
            </a:r>
            <a:r>
              <a:rPr lang="en-US" sz="2400" b="1" dirty="0" err="1"/>
              <a:t>OpEx</a:t>
            </a:r>
            <a:r>
              <a:rPr lang="en-US" sz="2400" b="1" dirty="0"/>
              <a:t> Frameworks Are Designed for E2E CPG Operations</a:t>
            </a:r>
          </a:p>
          <a:p>
            <a:r>
              <a:rPr lang="en-US" sz="2400" b="1" dirty="0"/>
              <a:t>Think of it like a building:</a:t>
            </a:r>
          </a:p>
        </p:txBody>
      </p:sp>
    </p:spTree>
    <p:extLst>
      <p:ext uri="{BB962C8B-B14F-4D97-AF65-F5344CB8AC3E}">
        <p14:creationId xmlns:p14="http://schemas.microsoft.com/office/powerpoint/2010/main" val="272027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D5136-3172-7909-1357-030131D17349}"/>
              </a:ext>
            </a:extLst>
          </p:cNvPr>
          <p:cNvSpPr txBox="1"/>
          <p:nvPr/>
        </p:nvSpPr>
        <p:spPr>
          <a:xfrm>
            <a:off x="3699164" y="1943100"/>
            <a:ext cx="5018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val="2766297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9173A2-EA95-782D-EDC8-D54AF37F10EF}"/>
              </a:ext>
            </a:extLst>
          </p:cNvPr>
          <p:cNvSpPr txBox="1"/>
          <p:nvPr/>
        </p:nvSpPr>
        <p:spPr>
          <a:xfrm>
            <a:off x="3047134" y="-464373"/>
            <a:ext cx="609426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Scope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75FE2BF-625F-1C24-5BD4-78E7003E1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1072040"/>
              </p:ext>
            </p:extLst>
          </p:nvPr>
        </p:nvGraphicFramePr>
        <p:xfrm>
          <a:off x="672777" y="855877"/>
          <a:ext cx="10846446" cy="5483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70E533-B04D-0FA6-A157-8AA3D89910B8}"/>
              </a:ext>
            </a:extLst>
          </p:cNvPr>
          <p:cNvSpPr txBox="1"/>
          <p:nvPr/>
        </p:nvSpPr>
        <p:spPr>
          <a:xfrm>
            <a:off x="4271035" y="145473"/>
            <a:ext cx="3397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SIPOC TEMPLATE</a:t>
            </a:r>
          </a:p>
        </p:txBody>
      </p:sp>
    </p:spTree>
    <p:extLst>
      <p:ext uri="{BB962C8B-B14F-4D97-AF65-F5344CB8AC3E}">
        <p14:creationId xmlns:p14="http://schemas.microsoft.com/office/powerpoint/2010/main" val="220231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D2DD1D3-ADF9-726C-E4B5-190C1CDA1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209573"/>
              </p:ext>
            </p:extLst>
          </p:nvPr>
        </p:nvGraphicFramePr>
        <p:xfrm>
          <a:off x="238991" y="841664"/>
          <a:ext cx="11700164" cy="5819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4717B3-C93C-5E4A-695B-F0160C2FA8CA}"/>
              </a:ext>
            </a:extLst>
          </p:cNvPr>
          <p:cNvSpPr txBox="1"/>
          <p:nvPr/>
        </p:nvSpPr>
        <p:spPr>
          <a:xfrm>
            <a:off x="3491345" y="196447"/>
            <a:ext cx="4311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/>
              <a:t>VALUE STREAM MAPPING</a:t>
            </a:r>
          </a:p>
        </p:txBody>
      </p:sp>
    </p:spTree>
    <p:extLst>
      <p:ext uri="{BB962C8B-B14F-4D97-AF65-F5344CB8AC3E}">
        <p14:creationId xmlns:p14="http://schemas.microsoft.com/office/powerpoint/2010/main" val="3040387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7DD5F9A-3783-A714-124D-2CD6B220F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7667235"/>
              </p:ext>
            </p:extLst>
          </p:nvPr>
        </p:nvGraphicFramePr>
        <p:xfrm>
          <a:off x="299245" y="567094"/>
          <a:ext cx="11710554" cy="5611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D83ED1-B00A-E87E-DA4D-DCBE9896BDB3}"/>
              </a:ext>
            </a:extLst>
          </p:cNvPr>
          <p:cNvSpPr txBox="1"/>
          <p:nvPr/>
        </p:nvSpPr>
        <p:spPr>
          <a:xfrm>
            <a:off x="4240655" y="-139487"/>
            <a:ext cx="3179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SOP</a:t>
            </a:r>
          </a:p>
        </p:txBody>
      </p:sp>
    </p:spTree>
    <p:extLst>
      <p:ext uri="{BB962C8B-B14F-4D97-AF65-F5344CB8AC3E}">
        <p14:creationId xmlns:p14="http://schemas.microsoft.com/office/powerpoint/2010/main" val="153633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0E59B5-7A5B-E6A7-DE48-00E7B5193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0"/>
            <a:ext cx="12192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1165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205</TotalTime>
  <Words>1433</Words>
  <Application>Microsoft Office PowerPoint</Application>
  <PresentationFormat>Widescreen</PresentationFormat>
  <Paragraphs>304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Segoe UI</vt:lpstr>
      <vt:lpstr>Symbol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Kraft Heinz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Trivedi, Vedang</dc:creator>
  <cp:lastModifiedBy>Trivedi, Vedang</cp:lastModifiedBy>
  <cp:revision>1</cp:revision>
  <dcterms:created xsi:type="dcterms:W3CDTF">2026-02-16T10:19:14Z</dcterms:created>
  <dcterms:modified xsi:type="dcterms:W3CDTF">2026-03-23T09:40:29Z</dcterms:modified>
</cp:coreProperties>
</file>