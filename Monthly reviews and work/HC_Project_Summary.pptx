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4"/>
  </p:sldMasterIdLst>
  <p:notesMasterIdLst>
    <p:notesMasterId r:id="rId18"/>
  </p:notesMasterIdLst>
  <p:sldIdLst>
    <p:sldId id="2561" r:id="rId5"/>
    <p:sldId id="2562" r:id="rId6"/>
    <p:sldId id="2563" r:id="rId7"/>
    <p:sldId id="2564" r:id="rId8"/>
    <p:sldId id="2565" r:id="rId9"/>
    <p:sldId id="2566" r:id="rId10"/>
    <p:sldId id="2567" r:id="rId11"/>
    <p:sldId id="2568" r:id="rId12"/>
    <p:sldId id="2569" r:id="rId13"/>
    <p:sldId id="2571" r:id="rId14"/>
    <p:sldId id="2572" r:id="rId15"/>
    <p:sldId id="2573" r:id="rId16"/>
    <p:sldId id="25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C Project Summary" id="{2F7B1DEF-7F89-4084-84ED-CDB1BB311AAD}">
          <p14:sldIdLst>
            <p14:sldId id="2561"/>
          </p14:sldIdLst>
        </p14:section>
        <p14:section name="Task Briefs and Impacts" id="{BF89B370-36F4-45C7-8B88-816B847242FF}">
          <p14:sldIdLst>
            <p14:sldId id="2562"/>
            <p14:sldId id="2563"/>
            <p14:sldId id="2564"/>
            <p14:sldId id="2565"/>
            <p14:sldId id="2566"/>
            <p14:sldId id="2567"/>
            <p14:sldId id="2568"/>
            <p14:sldId id="2569"/>
            <p14:sldId id="2571"/>
            <p14:sldId id="2572"/>
            <p14:sldId id="2573"/>
            <p14:sldId id="2574"/>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E7D16B-9901-6059-58C1-6FF166531A4E}" v="5" dt="2026-03-02T09:57:18.223"/>
    <p1510:client id="{C6C2D352-74C3-4072-91B8-77B0F97A580F}" v="15" dt="2026-03-02T09:55:20.248"/>
  </p1510:revLst>
</p1510:revInfo>
</file>

<file path=ppt/tableStyles.xml><?xml version="1.0" encoding="utf-8"?>
<a:tblStyleLst xmlns:a="http://schemas.openxmlformats.org/drawingml/2006/main" def="{5940675A-B579-460E-94D1-54222C63F5D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91" y="3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diagrams/_rels/data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55A0BA-559E-430A-A360-8EBEDE6F700F}"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B5E5BA35-1ECD-4070-9990-E5E9254AFCE7}">
      <dgm:prSet custT="1"/>
      <dgm:spPr/>
      <dgm:t>
        <a:bodyPr/>
        <a:lstStyle/>
        <a:p>
          <a:pPr>
            <a:lnSpc>
              <a:spcPct val="100000"/>
            </a:lnSpc>
            <a:defRPr b="1"/>
          </a:pPr>
          <a:r>
            <a:rPr lang="en-US" sz="2800"/>
            <a:t>Foundational OPEX Concepts</a:t>
          </a:r>
        </a:p>
      </dgm:t>
    </dgm:pt>
    <dgm:pt modelId="{AD1E3450-D480-4975-B72E-087465475C58}" type="parTrans" cxnId="{C7171986-422B-4AC0-8B10-E8EB6B494531}">
      <dgm:prSet/>
      <dgm:spPr/>
      <dgm:t>
        <a:bodyPr/>
        <a:lstStyle/>
        <a:p>
          <a:endParaRPr lang="en-US"/>
        </a:p>
      </dgm:t>
    </dgm:pt>
    <dgm:pt modelId="{50617E80-AE82-4CBB-BB6A-B22B3A8D9B1B}" type="sibTrans" cxnId="{C7171986-422B-4AC0-8B10-E8EB6B494531}">
      <dgm:prSet/>
      <dgm:spPr/>
      <dgm:t>
        <a:bodyPr/>
        <a:lstStyle/>
        <a:p>
          <a:pPr>
            <a:lnSpc>
              <a:spcPct val="100000"/>
            </a:lnSpc>
            <a:defRPr b="1"/>
          </a:pPr>
          <a:endParaRPr lang="en-US"/>
        </a:p>
      </dgm:t>
    </dgm:pt>
    <dgm:pt modelId="{61ADEACE-5B41-46D4-9C2D-122BF47ED9EB}">
      <dgm:prSet custT="1"/>
      <dgm:spPr/>
      <dgm:t>
        <a:bodyPr/>
        <a:lstStyle/>
        <a:p>
          <a:pPr>
            <a:lnSpc>
              <a:spcPct val="100000"/>
            </a:lnSpc>
          </a:pPr>
          <a:r>
            <a:rPr lang="en-US" sz="2000" dirty="0"/>
            <a:t>OPEX introduces Lean, Kaizen, and data-driven problem-solving to enhance efficiency and reduce waste.</a:t>
          </a:r>
        </a:p>
      </dgm:t>
    </dgm:pt>
    <dgm:pt modelId="{01D09275-B81A-437F-8DBF-0B8AB76EB190}" type="parTrans" cxnId="{9190C239-6B99-47C1-8FEB-E26B2AC2CD52}">
      <dgm:prSet/>
      <dgm:spPr/>
      <dgm:t>
        <a:bodyPr/>
        <a:lstStyle/>
        <a:p>
          <a:endParaRPr lang="en-US"/>
        </a:p>
      </dgm:t>
    </dgm:pt>
    <dgm:pt modelId="{A5756046-CD93-4180-9DD5-4F91466D8600}" type="sibTrans" cxnId="{9190C239-6B99-47C1-8FEB-E26B2AC2CD52}">
      <dgm:prSet/>
      <dgm:spPr/>
      <dgm:t>
        <a:bodyPr/>
        <a:lstStyle/>
        <a:p>
          <a:endParaRPr lang="en-US"/>
        </a:p>
      </dgm:t>
    </dgm:pt>
    <dgm:pt modelId="{425BA5D7-8993-431E-9988-E18D5FF4D39C}">
      <dgm:prSet custT="1"/>
      <dgm:spPr/>
      <dgm:t>
        <a:bodyPr/>
        <a:lstStyle/>
        <a:p>
          <a:pPr>
            <a:lnSpc>
              <a:spcPct val="100000"/>
            </a:lnSpc>
            <a:defRPr b="1"/>
          </a:pPr>
          <a:r>
            <a:rPr lang="en-US" sz="2800" dirty="0"/>
            <a:t>Proactive Problem Solving</a:t>
          </a:r>
        </a:p>
      </dgm:t>
    </dgm:pt>
    <dgm:pt modelId="{563957DB-CA4D-4E51-9EE5-7FAF01E34309}" type="parTrans" cxnId="{5FE78755-7182-4800-A7CB-27E0E071598D}">
      <dgm:prSet/>
      <dgm:spPr/>
      <dgm:t>
        <a:bodyPr/>
        <a:lstStyle/>
        <a:p>
          <a:endParaRPr lang="en-US"/>
        </a:p>
      </dgm:t>
    </dgm:pt>
    <dgm:pt modelId="{11849815-1689-4D54-8204-D4AABFC961C6}" type="sibTrans" cxnId="{5FE78755-7182-4800-A7CB-27E0E071598D}">
      <dgm:prSet/>
      <dgm:spPr/>
      <dgm:t>
        <a:bodyPr/>
        <a:lstStyle/>
        <a:p>
          <a:pPr>
            <a:lnSpc>
              <a:spcPct val="100000"/>
            </a:lnSpc>
            <a:defRPr b="1"/>
          </a:pPr>
          <a:endParaRPr lang="en-US"/>
        </a:p>
      </dgm:t>
    </dgm:pt>
    <dgm:pt modelId="{4E40FC39-4E99-4F5E-BF3F-4C3BCA33D8A5}">
      <dgm:prSet custT="1"/>
      <dgm:spPr/>
      <dgm:t>
        <a:bodyPr/>
        <a:lstStyle/>
        <a:p>
          <a:pPr>
            <a:lnSpc>
              <a:spcPct val="100000"/>
            </a:lnSpc>
          </a:pPr>
          <a:r>
            <a:rPr lang="en-US" sz="2000"/>
            <a:t>OPEX promotes root-cause analysis to shift from reactive fixes to preventive solutions in business workflows.</a:t>
          </a:r>
        </a:p>
      </dgm:t>
    </dgm:pt>
    <dgm:pt modelId="{FCDB65C9-A845-4A70-96A8-32D0E3859574}" type="parTrans" cxnId="{D7878B1F-541E-4860-84E4-248AB52F3254}">
      <dgm:prSet/>
      <dgm:spPr/>
      <dgm:t>
        <a:bodyPr/>
        <a:lstStyle/>
        <a:p>
          <a:endParaRPr lang="en-US"/>
        </a:p>
      </dgm:t>
    </dgm:pt>
    <dgm:pt modelId="{CFB1863B-2049-4532-BFF8-CF7B1254D682}" type="sibTrans" cxnId="{D7878B1F-541E-4860-84E4-248AB52F3254}">
      <dgm:prSet/>
      <dgm:spPr/>
      <dgm:t>
        <a:bodyPr/>
        <a:lstStyle/>
        <a:p>
          <a:endParaRPr lang="en-US"/>
        </a:p>
      </dgm:t>
    </dgm:pt>
    <dgm:pt modelId="{5F04FCE1-EE12-43D0-9F0D-A2C17DCA1648}">
      <dgm:prSet custT="1"/>
      <dgm:spPr/>
      <dgm:t>
        <a:bodyPr/>
        <a:lstStyle/>
        <a:p>
          <a:pPr>
            <a:lnSpc>
              <a:spcPct val="100000"/>
            </a:lnSpc>
            <a:defRPr b="1"/>
          </a:pPr>
          <a:r>
            <a:rPr lang="en-US" sz="2800"/>
            <a:t>Culture of Continuous Improvement</a:t>
          </a:r>
        </a:p>
      </dgm:t>
    </dgm:pt>
    <dgm:pt modelId="{17AD3EEA-1C32-422B-89F4-C9B2A1663858}" type="parTrans" cxnId="{8E2CC320-4839-4EC7-B2DB-DA3EE8201885}">
      <dgm:prSet/>
      <dgm:spPr/>
      <dgm:t>
        <a:bodyPr/>
        <a:lstStyle/>
        <a:p>
          <a:endParaRPr lang="en-US"/>
        </a:p>
      </dgm:t>
    </dgm:pt>
    <dgm:pt modelId="{B2CEE235-62AA-4FD4-A351-03B235DE8E14}" type="sibTrans" cxnId="{8E2CC320-4839-4EC7-B2DB-DA3EE8201885}">
      <dgm:prSet/>
      <dgm:spPr/>
      <dgm:t>
        <a:bodyPr/>
        <a:lstStyle/>
        <a:p>
          <a:endParaRPr lang="en-US"/>
        </a:p>
      </dgm:t>
    </dgm:pt>
    <dgm:pt modelId="{62037821-3952-4662-B0DD-8476C85B5886}">
      <dgm:prSet custT="1"/>
      <dgm:spPr/>
      <dgm:t>
        <a:bodyPr/>
        <a:lstStyle/>
        <a:p>
          <a:pPr>
            <a:lnSpc>
              <a:spcPct val="100000"/>
            </a:lnSpc>
          </a:pPr>
          <a:r>
            <a:rPr lang="en-US" sz="2000" dirty="0"/>
            <a:t>OPEX empowers teams to streamline processes and foster a sustained mindset of operational excellence.</a:t>
          </a:r>
        </a:p>
      </dgm:t>
    </dgm:pt>
    <dgm:pt modelId="{F1790EA3-F5E4-4286-9F18-D3C56F3A7E89}" type="parTrans" cxnId="{A7234860-197C-4127-B8CA-4B1A3B7C51BB}">
      <dgm:prSet/>
      <dgm:spPr/>
      <dgm:t>
        <a:bodyPr/>
        <a:lstStyle/>
        <a:p>
          <a:endParaRPr lang="en-US"/>
        </a:p>
      </dgm:t>
    </dgm:pt>
    <dgm:pt modelId="{C4DE4F68-B984-4613-AA17-2D253878207F}" type="sibTrans" cxnId="{A7234860-197C-4127-B8CA-4B1A3B7C51BB}">
      <dgm:prSet/>
      <dgm:spPr/>
      <dgm:t>
        <a:bodyPr/>
        <a:lstStyle/>
        <a:p>
          <a:endParaRPr lang="en-US"/>
        </a:p>
      </dgm:t>
    </dgm:pt>
    <dgm:pt modelId="{EBCD8CF2-8EF7-4284-AC6B-C14DF972B873}" type="pres">
      <dgm:prSet presAssocID="{0755A0BA-559E-430A-A360-8EBEDE6F700F}" presName="Root" presStyleCnt="0">
        <dgm:presLayoutVars>
          <dgm:dir/>
          <dgm:resizeHandles val="exact"/>
        </dgm:presLayoutVars>
      </dgm:prSet>
      <dgm:spPr/>
    </dgm:pt>
    <dgm:pt modelId="{648A1055-6F78-4301-93A4-8C4A23EBE48C}" type="pres">
      <dgm:prSet presAssocID="{B5E5BA35-1ECD-4070-9990-E5E9254AFCE7}" presName="Composite" presStyleCnt="0"/>
      <dgm:spPr/>
    </dgm:pt>
    <dgm:pt modelId="{43C71EE1-A3E1-440D-BC9E-AEB113722734}" type="pres">
      <dgm:prSet presAssocID="{B5E5BA35-1ECD-4070-9990-E5E9254AFCE7}"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9603" r="11901" b="5"/>
          <a:stretch/>
        </a:blipFill>
      </dgm:spPr>
      <dgm:extLst>
        <a:ext uri="{E40237B7-FDA0-4F09-8148-C483321AD2D9}">
          <dgm14:cNvPr xmlns:dgm14="http://schemas.microsoft.com/office/drawing/2010/diagram" id="0" name="" descr="Growth and progress concept with three different businessman."/>
        </a:ext>
      </dgm:extLst>
    </dgm:pt>
    <dgm:pt modelId="{0FE6FD13-5B23-442F-ADB0-FE0A2B829A81}" type="pres">
      <dgm:prSet presAssocID="{B5E5BA35-1ECD-4070-9990-E5E9254AFCE7}" presName="Subtitle" presStyleLbl="revTx" presStyleIdx="0" presStyleCnt="6">
        <dgm:presLayoutVars>
          <dgm:chMax val="0"/>
          <dgm:bulletEnabled/>
        </dgm:presLayoutVars>
      </dgm:prSet>
      <dgm:spPr/>
    </dgm:pt>
    <dgm:pt modelId="{362B0F18-9F6C-44F0-BCE7-3141B3B8CCB7}" type="pres">
      <dgm:prSet presAssocID="{B5E5BA35-1ECD-4070-9990-E5E9254AFCE7}" presName="Description" presStyleLbl="revTx" presStyleIdx="1" presStyleCnt="6">
        <dgm:presLayoutVars>
          <dgm:bulletEnabled/>
        </dgm:presLayoutVars>
      </dgm:prSet>
      <dgm:spPr/>
    </dgm:pt>
    <dgm:pt modelId="{006E2D92-1F7D-48F7-8EA5-39EA66E54C9E}" type="pres">
      <dgm:prSet presAssocID="{50617E80-AE82-4CBB-BB6A-B22B3A8D9B1B}" presName="sibTrans" presStyleLbl="sibTrans2D1" presStyleIdx="0" presStyleCnt="0"/>
      <dgm:spPr/>
    </dgm:pt>
    <dgm:pt modelId="{660EAE77-BC05-48D3-864C-1D00B0F969A7}" type="pres">
      <dgm:prSet presAssocID="{425BA5D7-8993-431E-9988-E18D5FF4D39C}" presName="Composite" presStyleCnt="0"/>
      <dgm:spPr/>
    </dgm:pt>
    <dgm:pt modelId="{74DAFD34-D6B8-4393-955F-286776FF1AFD}" type="pres">
      <dgm:prSet presAssocID="{425BA5D7-8993-431E-9988-E18D5FF4D39C}"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5068" r="19435" b="5"/>
          <a:stretch/>
        </a:blipFill>
      </dgm:spPr>
      <dgm:extLst>
        <a:ext uri="{E40237B7-FDA0-4F09-8148-C483321AD2D9}">
          <dgm14:cNvPr xmlns:dgm14="http://schemas.microsoft.com/office/drawing/2010/diagram" id="0" name="" descr="Female drawing flow chart"/>
        </a:ext>
      </dgm:extLst>
    </dgm:pt>
    <dgm:pt modelId="{709AEE21-8435-4E15-A280-5AD10D6FBD19}" type="pres">
      <dgm:prSet presAssocID="{425BA5D7-8993-431E-9988-E18D5FF4D39C}" presName="Subtitle" presStyleLbl="revTx" presStyleIdx="2" presStyleCnt="6">
        <dgm:presLayoutVars>
          <dgm:chMax val="0"/>
          <dgm:bulletEnabled/>
        </dgm:presLayoutVars>
      </dgm:prSet>
      <dgm:spPr/>
    </dgm:pt>
    <dgm:pt modelId="{492F9D87-DFF2-4504-A93C-55A2C8A6C24A}" type="pres">
      <dgm:prSet presAssocID="{425BA5D7-8993-431E-9988-E18D5FF4D39C}" presName="Description" presStyleLbl="revTx" presStyleIdx="3" presStyleCnt="6">
        <dgm:presLayoutVars>
          <dgm:bulletEnabled/>
        </dgm:presLayoutVars>
      </dgm:prSet>
      <dgm:spPr/>
    </dgm:pt>
    <dgm:pt modelId="{1CD25C5C-F8D7-446A-B16F-C5EA2335A44A}" type="pres">
      <dgm:prSet presAssocID="{11849815-1689-4D54-8204-D4AABFC961C6}" presName="sibTrans" presStyleLbl="sibTrans2D1" presStyleIdx="0" presStyleCnt="0"/>
      <dgm:spPr/>
    </dgm:pt>
    <dgm:pt modelId="{D96AEB68-4834-4BBF-8F2A-62EA7144C917}" type="pres">
      <dgm:prSet presAssocID="{5F04FCE1-EE12-43D0-9F0D-A2C17DCA1648}" presName="Composite" presStyleCnt="0"/>
      <dgm:spPr/>
    </dgm:pt>
    <dgm:pt modelId="{DAF1E847-C63E-45AD-B762-10B525D907AD}" type="pres">
      <dgm:prSet presAssocID="{5F04FCE1-EE12-43D0-9F0D-A2C17DCA1648}"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3213" r="21291" b="5"/>
          <a:stretch/>
        </a:blipFill>
      </dgm:spPr>
      <dgm:extLst>
        <a:ext uri="{E40237B7-FDA0-4F09-8148-C483321AD2D9}">
          <dgm14:cNvPr xmlns:dgm14="http://schemas.microsoft.com/office/drawing/2010/diagram" id="0" name="" descr="People working on ideas"/>
        </a:ext>
      </dgm:extLst>
    </dgm:pt>
    <dgm:pt modelId="{A869127E-FF94-451B-90DA-55327B7266E2}" type="pres">
      <dgm:prSet presAssocID="{5F04FCE1-EE12-43D0-9F0D-A2C17DCA1648}" presName="Subtitle" presStyleLbl="revTx" presStyleIdx="4" presStyleCnt="6">
        <dgm:presLayoutVars>
          <dgm:chMax val="0"/>
          <dgm:bulletEnabled/>
        </dgm:presLayoutVars>
      </dgm:prSet>
      <dgm:spPr/>
    </dgm:pt>
    <dgm:pt modelId="{EB54E192-B94C-4931-BF27-F1B439F307D3}" type="pres">
      <dgm:prSet presAssocID="{5F04FCE1-EE12-43D0-9F0D-A2C17DCA1648}" presName="Description" presStyleLbl="revTx" presStyleIdx="5" presStyleCnt="6">
        <dgm:presLayoutVars>
          <dgm:bulletEnabled/>
        </dgm:presLayoutVars>
      </dgm:prSet>
      <dgm:spPr/>
    </dgm:pt>
  </dgm:ptLst>
  <dgm:cxnLst>
    <dgm:cxn modelId="{D7FDB110-7C9F-4B9F-AA22-DE21A685E079}" type="presOf" srcId="{5F04FCE1-EE12-43D0-9F0D-A2C17DCA1648}" destId="{A869127E-FF94-451B-90DA-55327B7266E2}" srcOrd="0" destOrd="0" presId="urn:microsoft.com/office/officeart/2024/3/layout/verticalVisualTextBlock1"/>
    <dgm:cxn modelId="{D7878B1F-541E-4860-84E4-248AB52F3254}" srcId="{425BA5D7-8993-431E-9988-E18D5FF4D39C}" destId="{4E40FC39-4E99-4F5E-BF3F-4C3BCA33D8A5}" srcOrd="0" destOrd="0" parTransId="{FCDB65C9-A845-4A70-96A8-32D0E3859574}" sibTransId="{CFB1863B-2049-4532-BFF8-CF7B1254D682}"/>
    <dgm:cxn modelId="{8E2CC320-4839-4EC7-B2DB-DA3EE8201885}" srcId="{0755A0BA-559E-430A-A360-8EBEDE6F700F}" destId="{5F04FCE1-EE12-43D0-9F0D-A2C17DCA1648}" srcOrd="2" destOrd="0" parTransId="{17AD3EEA-1C32-422B-89F4-C9B2A1663858}" sibTransId="{B2CEE235-62AA-4FD4-A351-03B235DE8E14}"/>
    <dgm:cxn modelId="{94ECCE21-DED5-404F-B826-04C29587CEBF}" type="presOf" srcId="{50617E80-AE82-4CBB-BB6A-B22B3A8D9B1B}" destId="{006E2D92-1F7D-48F7-8EA5-39EA66E54C9E}" srcOrd="0" destOrd="0" presId="urn:microsoft.com/office/officeart/2024/3/layout/verticalVisualTextBlock1"/>
    <dgm:cxn modelId="{8D6CC436-5E67-4A75-81FB-5633D4D74721}" type="presOf" srcId="{B5E5BA35-1ECD-4070-9990-E5E9254AFCE7}" destId="{0FE6FD13-5B23-442F-ADB0-FE0A2B829A81}" srcOrd="0" destOrd="0" presId="urn:microsoft.com/office/officeart/2024/3/layout/verticalVisualTextBlock1"/>
    <dgm:cxn modelId="{9190C239-6B99-47C1-8FEB-E26B2AC2CD52}" srcId="{B5E5BA35-1ECD-4070-9990-E5E9254AFCE7}" destId="{61ADEACE-5B41-46D4-9C2D-122BF47ED9EB}" srcOrd="0" destOrd="0" parTransId="{01D09275-B81A-437F-8DBF-0B8AB76EB190}" sibTransId="{A5756046-CD93-4180-9DD5-4F91466D8600}"/>
    <dgm:cxn modelId="{17E6B93D-BC46-42C6-A5AA-727175332858}" type="presOf" srcId="{0755A0BA-559E-430A-A360-8EBEDE6F700F}" destId="{EBCD8CF2-8EF7-4284-AC6B-C14DF972B873}" srcOrd="0" destOrd="0" presId="urn:microsoft.com/office/officeart/2024/3/layout/verticalVisualTextBlock1"/>
    <dgm:cxn modelId="{A7234860-197C-4127-B8CA-4B1A3B7C51BB}" srcId="{5F04FCE1-EE12-43D0-9F0D-A2C17DCA1648}" destId="{62037821-3952-4662-B0DD-8476C85B5886}" srcOrd="0" destOrd="0" parTransId="{F1790EA3-F5E4-4286-9F18-D3C56F3A7E89}" sibTransId="{C4DE4F68-B984-4613-AA17-2D253878207F}"/>
    <dgm:cxn modelId="{1F265162-5CB8-4CFE-996A-E9F09D982ADA}" type="presOf" srcId="{11849815-1689-4D54-8204-D4AABFC961C6}" destId="{1CD25C5C-F8D7-446A-B16F-C5EA2335A44A}" srcOrd="0" destOrd="0" presId="urn:microsoft.com/office/officeart/2024/3/layout/verticalVisualTextBlock1"/>
    <dgm:cxn modelId="{5FE78755-7182-4800-A7CB-27E0E071598D}" srcId="{0755A0BA-559E-430A-A360-8EBEDE6F700F}" destId="{425BA5D7-8993-431E-9988-E18D5FF4D39C}" srcOrd="1" destOrd="0" parTransId="{563957DB-CA4D-4E51-9EE5-7FAF01E34309}" sibTransId="{11849815-1689-4D54-8204-D4AABFC961C6}"/>
    <dgm:cxn modelId="{C7171986-422B-4AC0-8B10-E8EB6B494531}" srcId="{0755A0BA-559E-430A-A360-8EBEDE6F700F}" destId="{B5E5BA35-1ECD-4070-9990-E5E9254AFCE7}" srcOrd="0" destOrd="0" parTransId="{AD1E3450-D480-4975-B72E-087465475C58}" sibTransId="{50617E80-AE82-4CBB-BB6A-B22B3A8D9B1B}"/>
    <dgm:cxn modelId="{136C5897-17F1-4A2C-879E-4267860FCCAE}" type="presOf" srcId="{4E40FC39-4E99-4F5E-BF3F-4C3BCA33D8A5}" destId="{492F9D87-DFF2-4504-A93C-55A2C8A6C24A}" srcOrd="0" destOrd="0" presId="urn:microsoft.com/office/officeart/2024/3/layout/verticalVisualTextBlock1"/>
    <dgm:cxn modelId="{314A14BC-088B-44C5-BC5F-44F1B168A2BD}" type="presOf" srcId="{61ADEACE-5B41-46D4-9C2D-122BF47ED9EB}" destId="{362B0F18-9F6C-44F0-BCE7-3141B3B8CCB7}" srcOrd="0" destOrd="0" presId="urn:microsoft.com/office/officeart/2024/3/layout/verticalVisualTextBlock1"/>
    <dgm:cxn modelId="{121FECD2-7462-4F01-AD94-59A0C3C5E96E}" type="presOf" srcId="{425BA5D7-8993-431E-9988-E18D5FF4D39C}" destId="{709AEE21-8435-4E15-A280-5AD10D6FBD19}" srcOrd="0" destOrd="0" presId="urn:microsoft.com/office/officeart/2024/3/layout/verticalVisualTextBlock1"/>
    <dgm:cxn modelId="{2EC889E5-05CA-4850-BBE8-F41C93B03866}" type="presOf" srcId="{62037821-3952-4662-B0DD-8476C85B5886}" destId="{EB54E192-B94C-4931-BF27-F1B439F307D3}" srcOrd="0" destOrd="0" presId="urn:microsoft.com/office/officeart/2024/3/layout/verticalVisualTextBlock1"/>
    <dgm:cxn modelId="{0DA90DC3-97EA-4290-9068-C8FFADF9F7C6}" type="presParOf" srcId="{EBCD8CF2-8EF7-4284-AC6B-C14DF972B873}" destId="{648A1055-6F78-4301-93A4-8C4A23EBE48C}" srcOrd="0" destOrd="0" presId="urn:microsoft.com/office/officeart/2024/3/layout/verticalVisualTextBlock1"/>
    <dgm:cxn modelId="{EA7D144D-7BBE-4C65-8230-602267D5A4EC}" type="presParOf" srcId="{648A1055-6F78-4301-93A4-8C4A23EBE48C}" destId="{43C71EE1-A3E1-440D-BC9E-AEB113722734}" srcOrd="0" destOrd="0" presId="urn:microsoft.com/office/officeart/2024/3/layout/verticalVisualTextBlock1"/>
    <dgm:cxn modelId="{BFD8E5AF-9877-416C-8956-85122EF13814}" type="presParOf" srcId="{648A1055-6F78-4301-93A4-8C4A23EBE48C}" destId="{0FE6FD13-5B23-442F-ADB0-FE0A2B829A81}" srcOrd="1" destOrd="0" presId="urn:microsoft.com/office/officeart/2024/3/layout/verticalVisualTextBlock1"/>
    <dgm:cxn modelId="{B0346ADB-2268-4254-B062-C7C685B98E53}" type="presParOf" srcId="{648A1055-6F78-4301-93A4-8C4A23EBE48C}" destId="{362B0F18-9F6C-44F0-BCE7-3141B3B8CCB7}" srcOrd="2" destOrd="0" presId="urn:microsoft.com/office/officeart/2024/3/layout/verticalVisualTextBlock1"/>
    <dgm:cxn modelId="{C5FDD945-C797-424F-A848-0C0C7261C659}" type="presParOf" srcId="{EBCD8CF2-8EF7-4284-AC6B-C14DF972B873}" destId="{006E2D92-1F7D-48F7-8EA5-39EA66E54C9E}" srcOrd="1" destOrd="0" presId="urn:microsoft.com/office/officeart/2024/3/layout/verticalVisualTextBlock1"/>
    <dgm:cxn modelId="{F0B89961-CE15-4ED8-8878-4F77495C3D4E}" type="presParOf" srcId="{EBCD8CF2-8EF7-4284-AC6B-C14DF972B873}" destId="{660EAE77-BC05-48D3-864C-1D00B0F969A7}" srcOrd="2" destOrd="0" presId="urn:microsoft.com/office/officeart/2024/3/layout/verticalVisualTextBlock1"/>
    <dgm:cxn modelId="{7684B3D5-CFBB-48F7-8A1F-01ACBD04FC95}" type="presParOf" srcId="{660EAE77-BC05-48D3-864C-1D00B0F969A7}" destId="{74DAFD34-D6B8-4393-955F-286776FF1AFD}" srcOrd="0" destOrd="0" presId="urn:microsoft.com/office/officeart/2024/3/layout/verticalVisualTextBlock1"/>
    <dgm:cxn modelId="{DFD93844-C389-4F01-86E8-8B4FE41EDDC4}" type="presParOf" srcId="{660EAE77-BC05-48D3-864C-1D00B0F969A7}" destId="{709AEE21-8435-4E15-A280-5AD10D6FBD19}" srcOrd="1" destOrd="0" presId="urn:microsoft.com/office/officeart/2024/3/layout/verticalVisualTextBlock1"/>
    <dgm:cxn modelId="{613EA37F-5020-4096-83C2-E8B238E95FC4}" type="presParOf" srcId="{660EAE77-BC05-48D3-864C-1D00B0F969A7}" destId="{492F9D87-DFF2-4504-A93C-55A2C8A6C24A}" srcOrd="2" destOrd="0" presId="urn:microsoft.com/office/officeart/2024/3/layout/verticalVisualTextBlock1"/>
    <dgm:cxn modelId="{7DA0EC02-5C88-491D-BB9F-7F72F208BCA2}" type="presParOf" srcId="{EBCD8CF2-8EF7-4284-AC6B-C14DF972B873}" destId="{1CD25C5C-F8D7-446A-B16F-C5EA2335A44A}" srcOrd="3" destOrd="0" presId="urn:microsoft.com/office/officeart/2024/3/layout/verticalVisualTextBlock1"/>
    <dgm:cxn modelId="{21076233-6EA0-43F0-9B71-B2B2153652D3}" type="presParOf" srcId="{EBCD8CF2-8EF7-4284-AC6B-C14DF972B873}" destId="{D96AEB68-4834-4BBF-8F2A-62EA7144C917}" srcOrd="4" destOrd="0" presId="urn:microsoft.com/office/officeart/2024/3/layout/verticalVisualTextBlock1"/>
    <dgm:cxn modelId="{5B241B89-FE20-438D-AFF9-C71D4460E4B0}" type="presParOf" srcId="{D96AEB68-4834-4BBF-8F2A-62EA7144C917}" destId="{DAF1E847-C63E-45AD-B762-10B525D907AD}" srcOrd="0" destOrd="0" presId="urn:microsoft.com/office/officeart/2024/3/layout/verticalVisualTextBlock1"/>
    <dgm:cxn modelId="{4D936794-4609-4131-B695-8EA63A69FA9D}" type="presParOf" srcId="{D96AEB68-4834-4BBF-8F2A-62EA7144C917}" destId="{A869127E-FF94-451B-90DA-55327B7266E2}" srcOrd="1" destOrd="0" presId="urn:microsoft.com/office/officeart/2024/3/layout/verticalVisualTextBlock1"/>
    <dgm:cxn modelId="{16447FA8-3BC8-4134-B896-130386B1AC50}" type="presParOf" srcId="{D96AEB68-4834-4BBF-8F2A-62EA7144C917}" destId="{EB54E192-B94C-4931-BF27-F1B439F307D3}"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09D4023-72C7-4406-A00F-9C8B20C3BF25}"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6807B618-996F-4E4E-ACC5-F877EED02341}">
      <dgm:prSet custT="1"/>
      <dgm:spPr/>
      <dgm:t>
        <a:bodyPr/>
        <a:lstStyle/>
        <a:p>
          <a:pPr>
            <a:lnSpc>
              <a:spcPct val="100000"/>
            </a:lnSpc>
            <a:defRPr b="1"/>
          </a:pPr>
          <a:r>
            <a:rPr lang="en-US" sz="2000"/>
            <a:t>Automated Reminder System</a:t>
          </a:r>
        </a:p>
      </dgm:t>
    </dgm:pt>
    <dgm:pt modelId="{D3F6C253-D8C1-4BC3-B74F-EA1F1CDC55A0}" type="parTrans" cxnId="{FC3B049A-EB9F-42E7-849D-2A49D2BC7B0F}">
      <dgm:prSet/>
      <dgm:spPr/>
      <dgm:t>
        <a:bodyPr/>
        <a:lstStyle/>
        <a:p>
          <a:endParaRPr lang="en-US"/>
        </a:p>
      </dgm:t>
    </dgm:pt>
    <dgm:pt modelId="{4E91E93A-FF6A-4796-A145-2298D5D85ABF}" type="sibTrans" cxnId="{FC3B049A-EB9F-42E7-849D-2A49D2BC7B0F}">
      <dgm:prSet/>
      <dgm:spPr/>
      <dgm:t>
        <a:bodyPr/>
        <a:lstStyle/>
        <a:p>
          <a:pPr>
            <a:lnSpc>
              <a:spcPct val="100000"/>
            </a:lnSpc>
            <a:defRPr b="1"/>
          </a:pPr>
          <a:endParaRPr lang="en-US"/>
        </a:p>
      </dgm:t>
    </dgm:pt>
    <dgm:pt modelId="{01FF6799-044A-4BFD-BA0F-8AEAB0F5D1D5}">
      <dgm:prSet custT="1"/>
      <dgm:spPr/>
      <dgm:t>
        <a:bodyPr/>
        <a:lstStyle/>
        <a:p>
          <a:pPr>
            <a:lnSpc>
              <a:spcPct val="100000"/>
            </a:lnSpc>
          </a:pPr>
          <a:r>
            <a:rPr lang="en-US" sz="2000" dirty="0"/>
            <a:t>Automated emails send timely reminders to stakeholders for monthly headcount score submissions, reducing manual follow-ups.</a:t>
          </a:r>
        </a:p>
      </dgm:t>
    </dgm:pt>
    <dgm:pt modelId="{3400C781-2283-4953-97CB-93F085FD0C4D}" type="parTrans" cxnId="{2698E381-40C4-43D9-9477-50EDB5682D5E}">
      <dgm:prSet/>
      <dgm:spPr/>
      <dgm:t>
        <a:bodyPr/>
        <a:lstStyle/>
        <a:p>
          <a:endParaRPr lang="en-US"/>
        </a:p>
      </dgm:t>
    </dgm:pt>
    <dgm:pt modelId="{22D8EA22-648E-488F-9D5A-6AECFB4E6D6C}" type="sibTrans" cxnId="{2698E381-40C4-43D9-9477-50EDB5682D5E}">
      <dgm:prSet/>
      <dgm:spPr/>
      <dgm:t>
        <a:bodyPr/>
        <a:lstStyle/>
        <a:p>
          <a:endParaRPr lang="en-US"/>
        </a:p>
      </dgm:t>
    </dgm:pt>
    <dgm:pt modelId="{5EE0D448-5749-4B22-9ADE-FE162EC9E5AE}">
      <dgm:prSet custT="1"/>
      <dgm:spPr/>
      <dgm:t>
        <a:bodyPr/>
        <a:lstStyle/>
        <a:p>
          <a:pPr>
            <a:lnSpc>
              <a:spcPct val="100000"/>
            </a:lnSpc>
            <a:defRPr b="1"/>
          </a:pPr>
          <a:r>
            <a:rPr lang="en-US" sz="2000"/>
            <a:t>Dynamic and Personalized Content</a:t>
          </a:r>
        </a:p>
      </dgm:t>
    </dgm:pt>
    <dgm:pt modelId="{B115807D-1469-4414-88ED-CC8D6307C043}" type="parTrans" cxnId="{F1E7527A-AE0D-4B98-AD68-2F640968232A}">
      <dgm:prSet/>
      <dgm:spPr/>
      <dgm:t>
        <a:bodyPr/>
        <a:lstStyle/>
        <a:p>
          <a:endParaRPr lang="en-US"/>
        </a:p>
      </dgm:t>
    </dgm:pt>
    <dgm:pt modelId="{39BCC61D-916A-46D1-B298-17DD39C2843E}" type="sibTrans" cxnId="{F1E7527A-AE0D-4B98-AD68-2F640968232A}">
      <dgm:prSet/>
      <dgm:spPr/>
      <dgm:t>
        <a:bodyPr/>
        <a:lstStyle/>
        <a:p>
          <a:pPr>
            <a:lnSpc>
              <a:spcPct val="100000"/>
            </a:lnSpc>
            <a:defRPr b="1"/>
          </a:pPr>
          <a:endParaRPr lang="en-US"/>
        </a:p>
      </dgm:t>
    </dgm:pt>
    <dgm:pt modelId="{2687A3D3-D06A-4DD6-B2B9-4862B12575A7}">
      <dgm:prSet custT="1"/>
      <dgm:spPr/>
      <dgm:t>
        <a:bodyPr/>
        <a:lstStyle/>
        <a:p>
          <a:pPr>
            <a:lnSpc>
              <a:spcPct val="100000"/>
            </a:lnSpc>
          </a:pPr>
          <a:r>
            <a:rPr lang="en-US" sz="2000"/>
            <a:t>Reminders include dynamic elements like deadlines and missing data to target communication effectively and boost responsiveness.</a:t>
          </a:r>
        </a:p>
      </dgm:t>
    </dgm:pt>
    <dgm:pt modelId="{1918B551-E274-4535-9C71-A58C003FD1AB}" type="parTrans" cxnId="{8F95A4FA-E9D3-4B18-BFE1-8F41C6306048}">
      <dgm:prSet/>
      <dgm:spPr/>
      <dgm:t>
        <a:bodyPr/>
        <a:lstStyle/>
        <a:p>
          <a:endParaRPr lang="en-US"/>
        </a:p>
      </dgm:t>
    </dgm:pt>
    <dgm:pt modelId="{17175AE6-9AF0-44F9-A04B-3D93E3C954FE}" type="sibTrans" cxnId="{8F95A4FA-E9D3-4B18-BFE1-8F41C6306048}">
      <dgm:prSet/>
      <dgm:spPr/>
      <dgm:t>
        <a:bodyPr/>
        <a:lstStyle/>
        <a:p>
          <a:endParaRPr lang="en-US"/>
        </a:p>
      </dgm:t>
    </dgm:pt>
    <dgm:pt modelId="{3A2435D7-F457-4B32-9DDA-11BFE92F1FFA}">
      <dgm:prSet custT="1"/>
      <dgm:spPr/>
      <dgm:t>
        <a:bodyPr/>
        <a:lstStyle/>
        <a:p>
          <a:pPr>
            <a:lnSpc>
              <a:spcPct val="100000"/>
            </a:lnSpc>
            <a:defRPr b="1"/>
          </a:pPr>
          <a:r>
            <a:rPr lang="en-US" sz="2000"/>
            <a:t>Operational Efficiency and Data Accuracy</a:t>
          </a:r>
        </a:p>
      </dgm:t>
    </dgm:pt>
    <dgm:pt modelId="{347FCA37-41B4-4C6C-83A3-53CFD02AE5F5}" type="parTrans" cxnId="{634F90D2-A047-4933-80C2-B2ABFE7DE352}">
      <dgm:prSet/>
      <dgm:spPr/>
      <dgm:t>
        <a:bodyPr/>
        <a:lstStyle/>
        <a:p>
          <a:endParaRPr lang="en-US"/>
        </a:p>
      </dgm:t>
    </dgm:pt>
    <dgm:pt modelId="{EB653B3D-BF15-4BF2-8ADD-27E1B373DCE0}" type="sibTrans" cxnId="{634F90D2-A047-4933-80C2-B2ABFE7DE352}">
      <dgm:prSet/>
      <dgm:spPr/>
      <dgm:t>
        <a:bodyPr/>
        <a:lstStyle/>
        <a:p>
          <a:endParaRPr lang="en-US"/>
        </a:p>
      </dgm:t>
    </dgm:pt>
    <dgm:pt modelId="{3135E6DE-D0D6-423F-8FC6-9285363488D1}">
      <dgm:prSet custT="1"/>
      <dgm:spPr/>
      <dgm:t>
        <a:bodyPr/>
        <a:lstStyle/>
        <a:p>
          <a:pPr>
            <a:lnSpc>
              <a:spcPct val="100000"/>
            </a:lnSpc>
          </a:pPr>
          <a:r>
            <a:rPr lang="en-US" sz="2000" dirty="0"/>
            <a:t>Automation frees administrative time, improves data consistency, and ensures timely availability of HR metrics.</a:t>
          </a:r>
        </a:p>
      </dgm:t>
    </dgm:pt>
    <dgm:pt modelId="{4CED00FB-C17F-40F4-9BE6-C40CEEDA5BE0}" type="parTrans" cxnId="{FB876956-43AF-4F08-9661-08E41E8E6B59}">
      <dgm:prSet/>
      <dgm:spPr/>
      <dgm:t>
        <a:bodyPr/>
        <a:lstStyle/>
        <a:p>
          <a:endParaRPr lang="en-US"/>
        </a:p>
      </dgm:t>
    </dgm:pt>
    <dgm:pt modelId="{9D5FE57E-73D7-4C8B-B925-ED39C2B6DC0F}" type="sibTrans" cxnId="{FB876956-43AF-4F08-9661-08E41E8E6B59}">
      <dgm:prSet/>
      <dgm:spPr/>
      <dgm:t>
        <a:bodyPr/>
        <a:lstStyle/>
        <a:p>
          <a:endParaRPr lang="en-US"/>
        </a:p>
      </dgm:t>
    </dgm:pt>
    <dgm:pt modelId="{9AD0E436-6DA5-420A-B284-E876A4972CF1}" type="pres">
      <dgm:prSet presAssocID="{209D4023-72C7-4406-A00F-9C8B20C3BF25}" presName="Root" presStyleCnt="0">
        <dgm:presLayoutVars>
          <dgm:dir/>
          <dgm:resizeHandles val="exact"/>
        </dgm:presLayoutVars>
      </dgm:prSet>
      <dgm:spPr/>
    </dgm:pt>
    <dgm:pt modelId="{8A94C9ED-E78E-4D7E-9BA6-4036070D05B3}" type="pres">
      <dgm:prSet presAssocID="{6807B618-996F-4E4E-ACC5-F877EED02341}" presName="Composite" presStyleCnt="0"/>
      <dgm:spPr/>
    </dgm:pt>
    <dgm:pt modelId="{050FCC66-085D-45C7-BCCD-302CE085E9F3}" type="pres">
      <dgm:prSet presAssocID="{6807B618-996F-4E4E-ACC5-F877EED02341}"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8900" r="28597" b="-6"/>
          <a:stretch/>
        </a:blipFill>
      </dgm:spPr>
      <dgm:extLst>
        <a:ext uri="{E40237B7-FDA0-4F09-8148-C483321AD2D9}">
          <dgm14:cNvPr xmlns:dgm14="http://schemas.microsoft.com/office/drawing/2010/diagram" id="0" name="" descr="New email notification concept for business e-mail communication and digital marketing. Inbox receiving electronic message alert. business people touch on email in virtual screen. internet technology"/>
        </a:ext>
      </dgm:extLst>
    </dgm:pt>
    <dgm:pt modelId="{B4A901CD-FD14-4669-89F7-208BD5D1123A}" type="pres">
      <dgm:prSet presAssocID="{6807B618-996F-4E4E-ACC5-F877EED02341}" presName="Subtitle" presStyleLbl="revTx" presStyleIdx="0" presStyleCnt="6">
        <dgm:presLayoutVars>
          <dgm:chMax val="0"/>
          <dgm:bulletEnabled/>
        </dgm:presLayoutVars>
      </dgm:prSet>
      <dgm:spPr/>
    </dgm:pt>
    <dgm:pt modelId="{6370CC39-2F0A-4ACD-AE00-E3AEB03BF525}" type="pres">
      <dgm:prSet presAssocID="{6807B618-996F-4E4E-ACC5-F877EED02341}" presName="Description" presStyleLbl="revTx" presStyleIdx="1" presStyleCnt="6">
        <dgm:presLayoutVars>
          <dgm:bulletEnabled/>
        </dgm:presLayoutVars>
      </dgm:prSet>
      <dgm:spPr/>
    </dgm:pt>
    <dgm:pt modelId="{01810625-2213-4463-BDDC-92C1E8872F9F}" type="pres">
      <dgm:prSet presAssocID="{4E91E93A-FF6A-4796-A145-2298D5D85ABF}" presName="sibTrans" presStyleLbl="sibTrans2D1" presStyleIdx="0" presStyleCnt="0"/>
      <dgm:spPr/>
    </dgm:pt>
    <dgm:pt modelId="{259D71D4-AB0D-4BCF-815C-13A539AD9270}" type="pres">
      <dgm:prSet presAssocID="{5EE0D448-5749-4B22-9ADE-FE162EC9E5AE}" presName="Composite" presStyleCnt="0"/>
      <dgm:spPr/>
    </dgm:pt>
    <dgm:pt modelId="{A299EB5D-CB1B-4C39-AD3E-857266A58E7D}" type="pres">
      <dgm:prSet presAssocID="{5EE0D448-5749-4B22-9ADE-FE162EC9E5AE}"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5920" r="19075" b="-6"/>
          <a:stretch/>
        </a:blipFill>
      </dgm:spPr>
      <dgm:extLst>
        <a:ext uri="{E40237B7-FDA0-4F09-8148-C483321AD2D9}">
          <dgm14:cNvPr xmlns:dgm14="http://schemas.microsoft.com/office/drawing/2010/diagram" id="0" name="" descr="Email online messaging social media marketing laptop"/>
        </a:ext>
      </dgm:extLst>
    </dgm:pt>
    <dgm:pt modelId="{111F4CE3-FAD2-494A-9361-13393B1C77A5}" type="pres">
      <dgm:prSet presAssocID="{5EE0D448-5749-4B22-9ADE-FE162EC9E5AE}" presName="Subtitle" presStyleLbl="revTx" presStyleIdx="2" presStyleCnt="6">
        <dgm:presLayoutVars>
          <dgm:chMax val="0"/>
          <dgm:bulletEnabled/>
        </dgm:presLayoutVars>
      </dgm:prSet>
      <dgm:spPr/>
    </dgm:pt>
    <dgm:pt modelId="{09636363-C6D7-4295-80D0-855915FD5428}" type="pres">
      <dgm:prSet presAssocID="{5EE0D448-5749-4B22-9ADE-FE162EC9E5AE}" presName="Description" presStyleLbl="revTx" presStyleIdx="3" presStyleCnt="6">
        <dgm:presLayoutVars>
          <dgm:bulletEnabled/>
        </dgm:presLayoutVars>
      </dgm:prSet>
      <dgm:spPr/>
    </dgm:pt>
    <dgm:pt modelId="{CDA9D1FF-6C7E-47D9-8874-5922729EF0B3}" type="pres">
      <dgm:prSet presAssocID="{39BCC61D-916A-46D1-B298-17DD39C2843E}" presName="sibTrans" presStyleLbl="sibTrans2D1" presStyleIdx="0" presStyleCnt="0"/>
      <dgm:spPr/>
    </dgm:pt>
    <dgm:pt modelId="{CF3247CD-4CA1-49CC-8036-3BBADC66D80B}" type="pres">
      <dgm:prSet presAssocID="{3A2435D7-F457-4B32-9DDA-11BFE92F1FFA}" presName="Composite" presStyleCnt="0"/>
      <dgm:spPr/>
    </dgm:pt>
    <dgm:pt modelId="{DBAE0E39-B7E9-44CA-B7FB-F33ADDB48398}" type="pres">
      <dgm:prSet presAssocID="{3A2435D7-F457-4B32-9DDA-11BFE92F1FFA}"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3632" r="11363" b="-6"/>
          <a:stretch/>
        </a:blipFill>
      </dgm:spPr>
      <dgm:extLst>
        <a:ext uri="{E40237B7-FDA0-4F09-8148-C483321AD2D9}">
          <dgm14:cNvPr xmlns:dgm14="http://schemas.microsoft.com/office/drawing/2010/diagram" id="0" name="" descr="Business report chart analysis tablet computer"/>
        </a:ext>
      </dgm:extLst>
    </dgm:pt>
    <dgm:pt modelId="{5166B890-44C8-4D9B-BC33-DFACB01DEDFB}" type="pres">
      <dgm:prSet presAssocID="{3A2435D7-F457-4B32-9DDA-11BFE92F1FFA}" presName="Subtitle" presStyleLbl="revTx" presStyleIdx="4" presStyleCnt="6">
        <dgm:presLayoutVars>
          <dgm:chMax val="0"/>
          <dgm:bulletEnabled/>
        </dgm:presLayoutVars>
      </dgm:prSet>
      <dgm:spPr/>
    </dgm:pt>
    <dgm:pt modelId="{40A317CF-8077-473F-A2C1-52CAC5395037}" type="pres">
      <dgm:prSet presAssocID="{3A2435D7-F457-4B32-9DDA-11BFE92F1FFA}" presName="Description" presStyleLbl="revTx" presStyleIdx="5" presStyleCnt="6">
        <dgm:presLayoutVars>
          <dgm:bulletEnabled/>
        </dgm:presLayoutVars>
      </dgm:prSet>
      <dgm:spPr/>
    </dgm:pt>
  </dgm:ptLst>
  <dgm:cxnLst>
    <dgm:cxn modelId="{6BE13509-66B2-481D-94C8-FCD0CFD67E48}" type="presOf" srcId="{4E91E93A-FF6A-4796-A145-2298D5D85ABF}" destId="{01810625-2213-4463-BDDC-92C1E8872F9F}" srcOrd="0" destOrd="0" presId="urn:microsoft.com/office/officeart/2024/3/layout/verticalVisualTextBlock1"/>
    <dgm:cxn modelId="{0BF4F32B-2B52-4133-AC1A-3B6B378E7441}" type="presOf" srcId="{209D4023-72C7-4406-A00F-9C8B20C3BF25}" destId="{9AD0E436-6DA5-420A-B284-E876A4972CF1}" srcOrd="0" destOrd="0" presId="urn:microsoft.com/office/officeart/2024/3/layout/verticalVisualTextBlock1"/>
    <dgm:cxn modelId="{5AF24534-C80F-4231-9F60-E2AD0E61449B}" type="presOf" srcId="{3135E6DE-D0D6-423F-8FC6-9285363488D1}" destId="{40A317CF-8077-473F-A2C1-52CAC5395037}" srcOrd="0" destOrd="0" presId="urn:microsoft.com/office/officeart/2024/3/layout/verticalVisualTextBlock1"/>
    <dgm:cxn modelId="{4353D447-133D-439E-8638-3F5901866655}" type="presOf" srcId="{2687A3D3-D06A-4DD6-B2B9-4862B12575A7}" destId="{09636363-C6D7-4295-80D0-855915FD5428}" srcOrd="0" destOrd="0" presId="urn:microsoft.com/office/officeart/2024/3/layout/verticalVisualTextBlock1"/>
    <dgm:cxn modelId="{FB876956-43AF-4F08-9661-08E41E8E6B59}" srcId="{3A2435D7-F457-4B32-9DDA-11BFE92F1FFA}" destId="{3135E6DE-D0D6-423F-8FC6-9285363488D1}" srcOrd="0" destOrd="0" parTransId="{4CED00FB-C17F-40F4-9BE6-C40CEEDA5BE0}" sibTransId="{9D5FE57E-73D7-4C8B-B925-ED39C2B6DC0F}"/>
    <dgm:cxn modelId="{6177D257-DCA5-4325-B998-D01609ED7173}" type="presOf" srcId="{3A2435D7-F457-4B32-9DDA-11BFE92F1FFA}" destId="{5166B890-44C8-4D9B-BC33-DFACB01DEDFB}" srcOrd="0" destOrd="0" presId="urn:microsoft.com/office/officeart/2024/3/layout/verticalVisualTextBlock1"/>
    <dgm:cxn modelId="{F1E7527A-AE0D-4B98-AD68-2F640968232A}" srcId="{209D4023-72C7-4406-A00F-9C8B20C3BF25}" destId="{5EE0D448-5749-4B22-9ADE-FE162EC9E5AE}" srcOrd="1" destOrd="0" parTransId="{B115807D-1469-4414-88ED-CC8D6307C043}" sibTransId="{39BCC61D-916A-46D1-B298-17DD39C2843E}"/>
    <dgm:cxn modelId="{E19D2F7B-96AF-432D-BAD3-A67C3CF189C1}" type="presOf" srcId="{5EE0D448-5749-4B22-9ADE-FE162EC9E5AE}" destId="{111F4CE3-FAD2-494A-9361-13393B1C77A5}" srcOrd="0" destOrd="0" presId="urn:microsoft.com/office/officeart/2024/3/layout/verticalVisualTextBlock1"/>
    <dgm:cxn modelId="{2698E381-40C4-43D9-9477-50EDB5682D5E}" srcId="{6807B618-996F-4E4E-ACC5-F877EED02341}" destId="{01FF6799-044A-4BFD-BA0F-8AEAB0F5D1D5}" srcOrd="0" destOrd="0" parTransId="{3400C781-2283-4953-97CB-93F085FD0C4D}" sibTransId="{22D8EA22-648E-488F-9D5A-6AECFB4E6D6C}"/>
    <dgm:cxn modelId="{FC3B049A-EB9F-42E7-849D-2A49D2BC7B0F}" srcId="{209D4023-72C7-4406-A00F-9C8B20C3BF25}" destId="{6807B618-996F-4E4E-ACC5-F877EED02341}" srcOrd="0" destOrd="0" parTransId="{D3F6C253-D8C1-4BC3-B74F-EA1F1CDC55A0}" sibTransId="{4E91E93A-FF6A-4796-A145-2298D5D85ABF}"/>
    <dgm:cxn modelId="{41C875B1-4D14-479E-B7E0-955B799352C5}" type="presOf" srcId="{01FF6799-044A-4BFD-BA0F-8AEAB0F5D1D5}" destId="{6370CC39-2F0A-4ACD-AE00-E3AEB03BF525}" srcOrd="0" destOrd="0" presId="urn:microsoft.com/office/officeart/2024/3/layout/verticalVisualTextBlock1"/>
    <dgm:cxn modelId="{68DD91C3-A2C2-4D55-9BEA-6E2F7866D185}" type="presOf" srcId="{39BCC61D-916A-46D1-B298-17DD39C2843E}" destId="{CDA9D1FF-6C7E-47D9-8874-5922729EF0B3}" srcOrd="0" destOrd="0" presId="urn:microsoft.com/office/officeart/2024/3/layout/verticalVisualTextBlock1"/>
    <dgm:cxn modelId="{634F90D2-A047-4933-80C2-B2ABFE7DE352}" srcId="{209D4023-72C7-4406-A00F-9C8B20C3BF25}" destId="{3A2435D7-F457-4B32-9DDA-11BFE92F1FFA}" srcOrd="2" destOrd="0" parTransId="{347FCA37-41B4-4C6C-83A3-53CFD02AE5F5}" sibTransId="{EB653B3D-BF15-4BF2-8ADD-27E1B373DCE0}"/>
    <dgm:cxn modelId="{8F95A4FA-E9D3-4B18-BFE1-8F41C6306048}" srcId="{5EE0D448-5749-4B22-9ADE-FE162EC9E5AE}" destId="{2687A3D3-D06A-4DD6-B2B9-4862B12575A7}" srcOrd="0" destOrd="0" parTransId="{1918B551-E274-4535-9C71-A58C003FD1AB}" sibTransId="{17175AE6-9AF0-44F9-A04B-3D93E3C954FE}"/>
    <dgm:cxn modelId="{E45264FD-9278-40B5-9A74-91126C6C667B}" type="presOf" srcId="{6807B618-996F-4E4E-ACC5-F877EED02341}" destId="{B4A901CD-FD14-4669-89F7-208BD5D1123A}" srcOrd="0" destOrd="0" presId="urn:microsoft.com/office/officeart/2024/3/layout/verticalVisualTextBlock1"/>
    <dgm:cxn modelId="{6AB00C80-3FED-4461-84C4-0D3915607BE4}" type="presParOf" srcId="{9AD0E436-6DA5-420A-B284-E876A4972CF1}" destId="{8A94C9ED-E78E-4D7E-9BA6-4036070D05B3}" srcOrd="0" destOrd="0" presId="urn:microsoft.com/office/officeart/2024/3/layout/verticalVisualTextBlock1"/>
    <dgm:cxn modelId="{684ACF83-5015-43FD-AD60-F1866FC271A8}" type="presParOf" srcId="{8A94C9ED-E78E-4D7E-9BA6-4036070D05B3}" destId="{050FCC66-085D-45C7-BCCD-302CE085E9F3}" srcOrd="0" destOrd="0" presId="urn:microsoft.com/office/officeart/2024/3/layout/verticalVisualTextBlock1"/>
    <dgm:cxn modelId="{D72813AA-EF51-4FFF-9EC1-DC6A2A2359C4}" type="presParOf" srcId="{8A94C9ED-E78E-4D7E-9BA6-4036070D05B3}" destId="{B4A901CD-FD14-4669-89F7-208BD5D1123A}" srcOrd="1" destOrd="0" presId="urn:microsoft.com/office/officeart/2024/3/layout/verticalVisualTextBlock1"/>
    <dgm:cxn modelId="{BFA60B7F-FEEA-4AB6-A07B-EB4A31D3A770}" type="presParOf" srcId="{8A94C9ED-E78E-4D7E-9BA6-4036070D05B3}" destId="{6370CC39-2F0A-4ACD-AE00-E3AEB03BF525}" srcOrd="2" destOrd="0" presId="urn:microsoft.com/office/officeart/2024/3/layout/verticalVisualTextBlock1"/>
    <dgm:cxn modelId="{9DBE62D0-87F1-4EBA-AE46-2AD7CF539555}" type="presParOf" srcId="{9AD0E436-6DA5-420A-B284-E876A4972CF1}" destId="{01810625-2213-4463-BDDC-92C1E8872F9F}" srcOrd="1" destOrd="0" presId="urn:microsoft.com/office/officeart/2024/3/layout/verticalVisualTextBlock1"/>
    <dgm:cxn modelId="{856C6100-8B98-48E8-8343-E61C715454CF}" type="presParOf" srcId="{9AD0E436-6DA5-420A-B284-E876A4972CF1}" destId="{259D71D4-AB0D-4BCF-815C-13A539AD9270}" srcOrd="2" destOrd="0" presId="urn:microsoft.com/office/officeart/2024/3/layout/verticalVisualTextBlock1"/>
    <dgm:cxn modelId="{CF744B66-894A-46DD-BB10-4BF8F7740AA7}" type="presParOf" srcId="{259D71D4-AB0D-4BCF-815C-13A539AD9270}" destId="{A299EB5D-CB1B-4C39-AD3E-857266A58E7D}" srcOrd="0" destOrd="0" presId="urn:microsoft.com/office/officeart/2024/3/layout/verticalVisualTextBlock1"/>
    <dgm:cxn modelId="{57E70074-D683-4BC5-BA1E-EA4D9231B5BC}" type="presParOf" srcId="{259D71D4-AB0D-4BCF-815C-13A539AD9270}" destId="{111F4CE3-FAD2-494A-9361-13393B1C77A5}" srcOrd="1" destOrd="0" presId="urn:microsoft.com/office/officeart/2024/3/layout/verticalVisualTextBlock1"/>
    <dgm:cxn modelId="{1F8BEC16-428A-4F67-8A80-0A51AED4140A}" type="presParOf" srcId="{259D71D4-AB0D-4BCF-815C-13A539AD9270}" destId="{09636363-C6D7-4295-80D0-855915FD5428}" srcOrd="2" destOrd="0" presId="urn:microsoft.com/office/officeart/2024/3/layout/verticalVisualTextBlock1"/>
    <dgm:cxn modelId="{C6AF1016-A08D-4444-B2BF-91E45C8793DB}" type="presParOf" srcId="{9AD0E436-6DA5-420A-B284-E876A4972CF1}" destId="{CDA9D1FF-6C7E-47D9-8874-5922729EF0B3}" srcOrd="3" destOrd="0" presId="urn:microsoft.com/office/officeart/2024/3/layout/verticalVisualTextBlock1"/>
    <dgm:cxn modelId="{FAE84543-53B3-494B-A7CD-4023DC0572CE}" type="presParOf" srcId="{9AD0E436-6DA5-420A-B284-E876A4972CF1}" destId="{CF3247CD-4CA1-49CC-8036-3BBADC66D80B}" srcOrd="4" destOrd="0" presId="urn:microsoft.com/office/officeart/2024/3/layout/verticalVisualTextBlock1"/>
    <dgm:cxn modelId="{4CAE8E17-37FF-4930-B9DE-026195C09A16}" type="presParOf" srcId="{CF3247CD-4CA1-49CC-8036-3BBADC66D80B}" destId="{DBAE0E39-B7E9-44CA-B7FB-F33ADDB48398}" srcOrd="0" destOrd="0" presId="urn:microsoft.com/office/officeart/2024/3/layout/verticalVisualTextBlock1"/>
    <dgm:cxn modelId="{6386BF22-17F2-4781-A61D-B6F70BBC78C9}" type="presParOf" srcId="{CF3247CD-4CA1-49CC-8036-3BBADC66D80B}" destId="{5166B890-44C8-4D9B-BC33-DFACB01DEDFB}" srcOrd="1" destOrd="0" presId="urn:microsoft.com/office/officeart/2024/3/layout/verticalVisualTextBlock1"/>
    <dgm:cxn modelId="{BFFE7975-130A-4A0C-99EA-C8B02DB118ED}" type="presParOf" srcId="{CF3247CD-4CA1-49CC-8036-3BBADC66D80B}" destId="{40A317CF-8077-473F-A2C1-52CAC5395037}"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C71EE1-A3E1-440D-BC9E-AEB113722734}">
      <dsp:nvSpPr>
        <dsp:cNvPr id="0" name=""/>
        <dsp:cNvSpPr/>
      </dsp:nvSpPr>
      <dsp:spPr>
        <a:xfrm>
          <a:off x="0" y="0"/>
          <a:ext cx="1558300" cy="155830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9603" r="11901" b="5"/>
          <a:stretch/>
        </a:blipFill>
        <a:ln>
          <a:noFill/>
        </a:ln>
        <a:effectLst/>
      </dsp:spPr>
      <dsp:style>
        <a:lnRef idx="0">
          <a:scrgbClr r="0" g="0" b="0"/>
        </a:lnRef>
        <a:fillRef idx="3">
          <a:scrgbClr r="0" g="0" b="0"/>
        </a:fillRef>
        <a:effectRef idx="2">
          <a:scrgbClr r="0" g="0" b="0"/>
        </a:effectRef>
        <a:fontRef idx="minor">
          <a:schemeClr val="lt1"/>
        </a:fontRef>
      </dsp:style>
    </dsp:sp>
    <dsp:sp modelId="{0FE6FD13-5B23-442F-ADB0-FE0A2B829A81}">
      <dsp:nvSpPr>
        <dsp:cNvPr id="0" name=""/>
        <dsp:cNvSpPr/>
      </dsp:nvSpPr>
      <dsp:spPr>
        <a:xfrm>
          <a:off x="1738300" y="0"/>
          <a:ext cx="9042475" cy="568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5560" rIns="35560" bIns="35560" numCol="1" spcCol="1270" anchor="t" anchorCtr="0">
          <a:noAutofit/>
        </a:bodyPr>
        <a:lstStyle/>
        <a:p>
          <a:pPr marL="0" lvl="0" indent="0" algn="l" defTabSz="1244600">
            <a:lnSpc>
              <a:spcPct val="100000"/>
            </a:lnSpc>
            <a:spcBef>
              <a:spcPct val="0"/>
            </a:spcBef>
            <a:spcAft>
              <a:spcPct val="35000"/>
            </a:spcAft>
            <a:buNone/>
            <a:defRPr b="1"/>
          </a:pPr>
          <a:r>
            <a:rPr lang="en-US" sz="2800" kern="1200"/>
            <a:t>Foundational OPEX Concepts</a:t>
          </a:r>
        </a:p>
      </dsp:txBody>
      <dsp:txXfrm>
        <a:off x="1738300" y="0"/>
        <a:ext cx="9042475" cy="568307"/>
      </dsp:txXfrm>
    </dsp:sp>
    <dsp:sp modelId="{362B0F18-9F6C-44F0-BCE7-3141B3B8CCB7}">
      <dsp:nvSpPr>
        <dsp:cNvPr id="0" name=""/>
        <dsp:cNvSpPr/>
      </dsp:nvSpPr>
      <dsp:spPr>
        <a:xfrm>
          <a:off x="1738300" y="568307"/>
          <a:ext cx="9042475" cy="989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dirty="0"/>
            <a:t>OPEX introduces Lean, Kaizen, and data-driven problem-solving to enhance efficiency and reduce waste.</a:t>
          </a:r>
        </a:p>
      </dsp:txBody>
      <dsp:txXfrm>
        <a:off x="1738300" y="568307"/>
        <a:ext cx="9042475" cy="989993"/>
      </dsp:txXfrm>
    </dsp:sp>
    <dsp:sp modelId="{74DAFD34-D6B8-4393-955F-286776FF1AFD}">
      <dsp:nvSpPr>
        <dsp:cNvPr id="0" name=""/>
        <dsp:cNvSpPr/>
      </dsp:nvSpPr>
      <dsp:spPr>
        <a:xfrm>
          <a:off x="0" y="1682964"/>
          <a:ext cx="1558300" cy="155830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5068" r="19435" b="5"/>
          <a:stretch/>
        </a:blipFill>
        <a:ln>
          <a:noFill/>
        </a:ln>
        <a:effectLst/>
      </dsp:spPr>
      <dsp:style>
        <a:lnRef idx="0">
          <a:scrgbClr r="0" g="0" b="0"/>
        </a:lnRef>
        <a:fillRef idx="3">
          <a:scrgbClr r="0" g="0" b="0"/>
        </a:fillRef>
        <a:effectRef idx="2">
          <a:scrgbClr r="0" g="0" b="0"/>
        </a:effectRef>
        <a:fontRef idx="minor">
          <a:schemeClr val="lt1"/>
        </a:fontRef>
      </dsp:style>
    </dsp:sp>
    <dsp:sp modelId="{709AEE21-8435-4E15-A280-5AD10D6FBD19}">
      <dsp:nvSpPr>
        <dsp:cNvPr id="0" name=""/>
        <dsp:cNvSpPr/>
      </dsp:nvSpPr>
      <dsp:spPr>
        <a:xfrm>
          <a:off x="1738300" y="1682964"/>
          <a:ext cx="9042475" cy="568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5560" rIns="35560" bIns="35560" numCol="1" spcCol="1270" anchor="t" anchorCtr="0">
          <a:noAutofit/>
        </a:bodyPr>
        <a:lstStyle/>
        <a:p>
          <a:pPr marL="0" lvl="0" indent="0" algn="l" defTabSz="1244600">
            <a:lnSpc>
              <a:spcPct val="100000"/>
            </a:lnSpc>
            <a:spcBef>
              <a:spcPct val="0"/>
            </a:spcBef>
            <a:spcAft>
              <a:spcPct val="35000"/>
            </a:spcAft>
            <a:buNone/>
            <a:defRPr b="1"/>
          </a:pPr>
          <a:r>
            <a:rPr lang="en-US" sz="2800" kern="1200" dirty="0"/>
            <a:t>Proactive Problem Solving</a:t>
          </a:r>
        </a:p>
      </dsp:txBody>
      <dsp:txXfrm>
        <a:off x="1738300" y="1682964"/>
        <a:ext cx="9042475" cy="568307"/>
      </dsp:txXfrm>
    </dsp:sp>
    <dsp:sp modelId="{492F9D87-DFF2-4504-A93C-55A2C8A6C24A}">
      <dsp:nvSpPr>
        <dsp:cNvPr id="0" name=""/>
        <dsp:cNvSpPr/>
      </dsp:nvSpPr>
      <dsp:spPr>
        <a:xfrm>
          <a:off x="1738300" y="2251272"/>
          <a:ext cx="9042475" cy="989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a:t>OPEX promotes root-cause analysis to shift from reactive fixes to preventive solutions in business workflows.</a:t>
          </a:r>
        </a:p>
      </dsp:txBody>
      <dsp:txXfrm>
        <a:off x="1738300" y="2251272"/>
        <a:ext cx="9042475" cy="989993"/>
      </dsp:txXfrm>
    </dsp:sp>
    <dsp:sp modelId="{DAF1E847-C63E-45AD-B762-10B525D907AD}">
      <dsp:nvSpPr>
        <dsp:cNvPr id="0" name=""/>
        <dsp:cNvSpPr/>
      </dsp:nvSpPr>
      <dsp:spPr>
        <a:xfrm>
          <a:off x="0" y="3365929"/>
          <a:ext cx="1558300" cy="155830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3213" r="21291" b="5"/>
          <a:stretch/>
        </a:blipFill>
        <a:ln>
          <a:noFill/>
        </a:ln>
        <a:effectLst/>
      </dsp:spPr>
      <dsp:style>
        <a:lnRef idx="0">
          <a:scrgbClr r="0" g="0" b="0"/>
        </a:lnRef>
        <a:fillRef idx="3">
          <a:scrgbClr r="0" g="0" b="0"/>
        </a:fillRef>
        <a:effectRef idx="2">
          <a:scrgbClr r="0" g="0" b="0"/>
        </a:effectRef>
        <a:fontRef idx="minor">
          <a:schemeClr val="lt1"/>
        </a:fontRef>
      </dsp:style>
    </dsp:sp>
    <dsp:sp modelId="{A869127E-FF94-451B-90DA-55327B7266E2}">
      <dsp:nvSpPr>
        <dsp:cNvPr id="0" name=""/>
        <dsp:cNvSpPr/>
      </dsp:nvSpPr>
      <dsp:spPr>
        <a:xfrm>
          <a:off x="1738300" y="3365929"/>
          <a:ext cx="9042475" cy="568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5560" rIns="35560" bIns="35560" numCol="1" spcCol="1270" anchor="t" anchorCtr="0">
          <a:noAutofit/>
        </a:bodyPr>
        <a:lstStyle/>
        <a:p>
          <a:pPr marL="0" lvl="0" indent="0" algn="l" defTabSz="1244600">
            <a:lnSpc>
              <a:spcPct val="100000"/>
            </a:lnSpc>
            <a:spcBef>
              <a:spcPct val="0"/>
            </a:spcBef>
            <a:spcAft>
              <a:spcPct val="35000"/>
            </a:spcAft>
            <a:buNone/>
            <a:defRPr b="1"/>
          </a:pPr>
          <a:r>
            <a:rPr lang="en-US" sz="2800" kern="1200"/>
            <a:t>Culture of Continuous Improvement</a:t>
          </a:r>
        </a:p>
      </dsp:txBody>
      <dsp:txXfrm>
        <a:off x="1738300" y="3365929"/>
        <a:ext cx="9042475" cy="568307"/>
      </dsp:txXfrm>
    </dsp:sp>
    <dsp:sp modelId="{EB54E192-B94C-4931-BF27-F1B439F307D3}">
      <dsp:nvSpPr>
        <dsp:cNvPr id="0" name=""/>
        <dsp:cNvSpPr/>
      </dsp:nvSpPr>
      <dsp:spPr>
        <a:xfrm>
          <a:off x="1738300" y="3934237"/>
          <a:ext cx="9042475" cy="989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dirty="0"/>
            <a:t>OPEX empowers teams to streamline processes and foster a sustained mindset of operational excellence.</a:t>
          </a:r>
        </a:p>
      </dsp:txBody>
      <dsp:txXfrm>
        <a:off x="1738300" y="3934237"/>
        <a:ext cx="9042475" cy="9899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0FCC66-085D-45C7-BCCD-302CE085E9F3}">
      <dsp:nvSpPr>
        <dsp:cNvPr id="0" name=""/>
        <dsp:cNvSpPr/>
      </dsp:nvSpPr>
      <dsp:spPr>
        <a:xfrm>
          <a:off x="0" y="0"/>
          <a:ext cx="1558300" cy="155830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8900" r="28597" b="-6"/>
          <a:stretch/>
        </a:blipFill>
        <a:ln>
          <a:noFill/>
        </a:ln>
        <a:effectLst/>
      </dsp:spPr>
      <dsp:style>
        <a:lnRef idx="0">
          <a:scrgbClr r="0" g="0" b="0"/>
        </a:lnRef>
        <a:fillRef idx="3">
          <a:scrgbClr r="0" g="0" b="0"/>
        </a:fillRef>
        <a:effectRef idx="2">
          <a:scrgbClr r="0" g="0" b="0"/>
        </a:effectRef>
        <a:fontRef idx="minor">
          <a:schemeClr val="lt1"/>
        </a:fontRef>
      </dsp:style>
    </dsp:sp>
    <dsp:sp modelId="{B4A901CD-FD14-4669-89F7-208BD5D1123A}">
      <dsp:nvSpPr>
        <dsp:cNvPr id="0" name=""/>
        <dsp:cNvSpPr/>
      </dsp:nvSpPr>
      <dsp:spPr>
        <a:xfrm>
          <a:off x="1738300" y="0"/>
          <a:ext cx="9042475" cy="372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defRPr b="1"/>
          </a:pPr>
          <a:r>
            <a:rPr lang="en-US" sz="2000" kern="1200"/>
            <a:t>Automated Reminder System</a:t>
          </a:r>
        </a:p>
      </dsp:txBody>
      <dsp:txXfrm>
        <a:off x="1738300" y="0"/>
        <a:ext cx="9042475" cy="372152"/>
      </dsp:txXfrm>
    </dsp:sp>
    <dsp:sp modelId="{6370CC39-2F0A-4ACD-AE00-E3AEB03BF525}">
      <dsp:nvSpPr>
        <dsp:cNvPr id="0" name=""/>
        <dsp:cNvSpPr/>
      </dsp:nvSpPr>
      <dsp:spPr>
        <a:xfrm>
          <a:off x="1738300" y="372152"/>
          <a:ext cx="9042475" cy="1186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dirty="0"/>
            <a:t>Automated emails send timely reminders to stakeholders for monthly headcount score submissions, reducing manual follow-ups.</a:t>
          </a:r>
        </a:p>
      </dsp:txBody>
      <dsp:txXfrm>
        <a:off x="1738300" y="372152"/>
        <a:ext cx="9042475" cy="1186148"/>
      </dsp:txXfrm>
    </dsp:sp>
    <dsp:sp modelId="{A299EB5D-CB1B-4C39-AD3E-857266A58E7D}">
      <dsp:nvSpPr>
        <dsp:cNvPr id="0" name=""/>
        <dsp:cNvSpPr/>
      </dsp:nvSpPr>
      <dsp:spPr>
        <a:xfrm>
          <a:off x="0" y="1682964"/>
          <a:ext cx="1558300" cy="155830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5920" r="19075" b="-6"/>
          <a:stretch/>
        </a:blipFill>
        <a:ln>
          <a:noFill/>
        </a:ln>
        <a:effectLst/>
      </dsp:spPr>
      <dsp:style>
        <a:lnRef idx="0">
          <a:scrgbClr r="0" g="0" b="0"/>
        </a:lnRef>
        <a:fillRef idx="3">
          <a:scrgbClr r="0" g="0" b="0"/>
        </a:fillRef>
        <a:effectRef idx="2">
          <a:scrgbClr r="0" g="0" b="0"/>
        </a:effectRef>
        <a:fontRef idx="minor">
          <a:schemeClr val="lt1"/>
        </a:fontRef>
      </dsp:style>
    </dsp:sp>
    <dsp:sp modelId="{111F4CE3-FAD2-494A-9361-13393B1C77A5}">
      <dsp:nvSpPr>
        <dsp:cNvPr id="0" name=""/>
        <dsp:cNvSpPr/>
      </dsp:nvSpPr>
      <dsp:spPr>
        <a:xfrm>
          <a:off x="1738300" y="1682964"/>
          <a:ext cx="9042475" cy="372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defRPr b="1"/>
          </a:pPr>
          <a:r>
            <a:rPr lang="en-US" sz="2000" kern="1200"/>
            <a:t>Dynamic and Personalized Content</a:t>
          </a:r>
        </a:p>
      </dsp:txBody>
      <dsp:txXfrm>
        <a:off x="1738300" y="1682964"/>
        <a:ext cx="9042475" cy="372152"/>
      </dsp:txXfrm>
    </dsp:sp>
    <dsp:sp modelId="{09636363-C6D7-4295-80D0-855915FD5428}">
      <dsp:nvSpPr>
        <dsp:cNvPr id="0" name=""/>
        <dsp:cNvSpPr/>
      </dsp:nvSpPr>
      <dsp:spPr>
        <a:xfrm>
          <a:off x="1738300" y="2055117"/>
          <a:ext cx="9042475" cy="1186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a:t>Reminders include dynamic elements like deadlines and missing data to target communication effectively and boost responsiveness.</a:t>
          </a:r>
        </a:p>
      </dsp:txBody>
      <dsp:txXfrm>
        <a:off x="1738300" y="2055117"/>
        <a:ext cx="9042475" cy="1186148"/>
      </dsp:txXfrm>
    </dsp:sp>
    <dsp:sp modelId="{DBAE0E39-B7E9-44CA-B7FB-F33ADDB48398}">
      <dsp:nvSpPr>
        <dsp:cNvPr id="0" name=""/>
        <dsp:cNvSpPr/>
      </dsp:nvSpPr>
      <dsp:spPr>
        <a:xfrm>
          <a:off x="0" y="3365929"/>
          <a:ext cx="1558300" cy="155830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3632" r="11363" b="-6"/>
          <a:stretch/>
        </a:blipFill>
        <a:ln>
          <a:noFill/>
        </a:ln>
        <a:effectLst/>
      </dsp:spPr>
      <dsp:style>
        <a:lnRef idx="0">
          <a:scrgbClr r="0" g="0" b="0"/>
        </a:lnRef>
        <a:fillRef idx="3">
          <a:scrgbClr r="0" g="0" b="0"/>
        </a:fillRef>
        <a:effectRef idx="2">
          <a:scrgbClr r="0" g="0" b="0"/>
        </a:effectRef>
        <a:fontRef idx="minor">
          <a:schemeClr val="lt1"/>
        </a:fontRef>
      </dsp:style>
    </dsp:sp>
    <dsp:sp modelId="{5166B890-44C8-4D9B-BC33-DFACB01DEDFB}">
      <dsp:nvSpPr>
        <dsp:cNvPr id="0" name=""/>
        <dsp:cNvSpPr/>
      </dsp:nvSpPr>
      <dsp:spPr>
        <a:xfrm>
          <a:off x="1738300" y="3365929"/>
          <a:ext cx="9042475" cy="372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defRPr b="1"/>
          </a:pPr>
          <a:r>
            <a:rPr lang="en-US" sz="2000" kern="1200"/>
            <a:t>Operational Efficiency and Data Accuracy</a:t>
          </a:r>
        </a:p>
      </dsp:txBody>
      <dsp:txXfrm>
        <a:off x="1738300" y="3365929"/>
        <a:ext cx="9042475" cy="372152"/>
      </dsp:txXfrm>
    </dsp:sp>
    <dsp:sp modelId="{40A317CF-8077-473F-A2C1-52CAC5395037}">
      <dsp:nvSpPr>
        <dsp:cNvPr id="0" name=""/>
        <dsp:cNvSpPr/>
      </dsp:nvSpPr>
      <dsp:spPr>
        <a:xfrm>
          <a:off x="1738300" y="3738082"/>
          <a:ext cx="9042475" cy="1186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dirty="0"/>
            <a:t>Automation frees administrative time, improves data consistency, and ensures timely availability of HR metrics.</a:t>
          </a:r>
        </a:p>
      </dsp:txBody>
      <dsp:txXfrm>
        <a:off x="1738300" y="3738082"/>
        <a:ext cx="9042475" cy="1186148"/>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87EF1B-3089-4752-BFCD-CDC3014626A0}"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9F3FAF-CC6A-478D-BF6B-BD1EE87BC1BE}" type="slidenum">
              <a:rPr lang="en-US" smtClean="0"/>
              <a:t>‹#›</a:t>
            </a:fld>
            <a:endParaRPr lang="en-US"/>
          </a:p>
        </p:txBody>
      </p:sp>
    </p:spTree>
    <p:extLst>
      <p:ext uri="{BB962C8B-B14F-4D97-AF65-F5344CB8AC3E}">
        <p14:creationId xmlns:p14="http://schemas.microsoft.com/office/powerpoint/2010/main" val="1331218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E29F3FAF-CC6A-478D-BF6B-BD1EE87BC1BE}" type="slidenum">
              <a:rPr lang="en-US" smtClean="0"/>
              <a:t>1</a:t>
            </a:fld>
            <a:endParaRPr lang="en-US"/>
          </a:p>
        </p:txBody>
      </p:sp>
    </p:spTree>
    <p:extLst>
      <p:ext uri="{BB962C8B-B14F-4D97-AF65-F5344CB8AC3E}">
        <p14:creationId xmlns:p14="http://schemas.microsoft.com/office/powerpoint/2010/main" val="3796995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INDUCTION, GBS vs GCC, KHMS PPT INTRO, LIST OF TOWER LEADS, OPEX INTRO, COMMERCIAL ORG CHART, SHAREPOINT and POWER APPS LEARNING, QUESTIONS FOR POLL (BACKUP AND ESCALATION MATRIX), HC SCORE FOLLOW-UP MAILS, HC CONSOLIDATED SHEET RAW FORMAT, EXCEL TO SHAREPOINT AUTOMATE, POWER APP FOR INPUTTING HC SCORE DATA, MAIL AUTOMATION, DASHBOARD / TRENDLINE</a:t>
            </a:r>
          </a:p>
        </p:txBody>
      </p:sp>
      <p:sp>
        <p:nvSpPr>
          <p:cNvPr id="4" name="Slide Number Placeholder 3"/>
          <p:cNvSpPr>
            <a:spLocks noGrp="1"/>
          </p:cNvSpPr>
          <p:nvPr>
            <p:ph type="sldNum" sz="quarter" idx="5"/>
          </p:nvPr>
        </p:nvSpPr>
        <p:spPr/>
        <p:txBody>
          <a:bodyPr/>
          <a:lstStyle/>
          <a:p>
            <a:fld id="{E29F3FAF-CC6A-478D-BF6B-BD1EE87BC1BE}" type="slidenum">
              <a:rPr lang="en-US" smtClean="0"/>
              <a:t>2</a:t>
            </a:fld>
            <a:endParaRPr lang="en-US"/>
          </a:p>
        </p:txBody>
      </p:sp>
    </p:spTree>
    <p:extLst>
      <p:ext uri="{BB962C8B-B14F-4D97-AF65-F5344CB8AC3E}">
        <p14:creationId xmlns:p14="http://schemas.microsoft.com/office/powerpoint/2010/main" val="3810505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induction process provides an introductory foundation for new team members, outlining essential information about team structure, organizational processes, and key expectations from their role. It serves as a structured onboarding mechanism that accelerates familiarization with workflows and promotes early alignment with organizational culture. This process ensures clarity around responsibilities, reporting lines, and collaboration channels, reducing ambiguity and enabling a smoother transition into daily operations. Additionally, by offering a consolidated understanding of how various functions interconnect within the broader GBS environment, induction enhances cross-team awareness and helps new joiners quickly identify the right points of contact. From an operational perspective, induction contributes to improved efficiency as employees reach productivity faster, minimizing ramp-up time. Overall, it fosters a sense of belonging, promotes engagement from the start, and prepares individuals to contribute effectively to organizational goals.</a:t>
            </a:r>
          </a:p>
        </p:txBody>
      </p:sp>
      <p:sp>
        <p:nvSpPr>
          <p:cNvPr id="4" name="Slide Number Placeholder 3"/>
          <p:cNvSpPr>
            <a:spLocks noGrp="1"/>
          </p:cNvSpPr>
          <p:nvPr>
            <p:ph type="sldNum" sz="quarter" idx="5"/>
          </p:nvPr>
        </p:nvSpPr>
        <p:spPr/>
        <p:txBody>
          <a:bodyPr/>
          <a:lstStyle/>
          <a:p>
            <a:fld id="{E29F3FAF-CC6A-478D-BF6B-BD1EE87BC1BE}" type="slidenum">
              <a:rPr lang="en-US" smtClean="0"/>
              <a:t>3</a:t>
            </a:fld>
            <a:endParaRPr lang="en-US"/>
          </a:p>
        </p:txBody>
      </p:sp>
    </p:spTree>
    <p:extLst>
      <p:ext uri="{BB962C8B-B14F-4D97-AF65-F5344CB8AC3E}">
        <p14:creationId xmlns:p14="http://schemas.microsoft.com/office/powerpoint/2010/main" val="76949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topic provides a high-level comparison between Global Business Services (GBS) and Global Capability Centers (GCC), highlighting the operational model, purpose, and value differentiation of each setup. It includes an introduction to the KHMS (KONE House Management System) framework, outlining governance principles and operational standards that guide consistent service delivery. The inclusion of tower leads and their mapped responsibilities helps enhance visibility of ownership, enabling employees to understand escalation points and workflow accountability. This clarity promotes more structured collaboration and reduces dependency bottlenecks by ensuring that individuals know exactly whom to approach for specific processes. Moreover, understanding how GBS and GCC differ strengthens strategic awareness, helping teams appreciate the organizational rationale behind centralized services. Collectively, this content builds foundational knowledge that supports better decision-making, effective communication channels, and improved adherence to standardized frameworks.</a:t>
            </a:r>
          </a:p>
        </p:txBody>
      </p:sp>
      <p:sp>
        <p:nvSpPr>
          <p:cNvPr id="4" name="Slide Number Placeholder 3"/>
          <p:cNvSpPr>
            <a:spLocks noGrp="1"/>
          </p:cNvSpPr>
          <p:nvPr>
            <p:ph type="sldNum" sz="quarter" idx="5"/>
          </p:nvPr>
        </p:nvSpPr>
        <p:spPr/>
        <p:txBody>
          <a:bodyPr/>
          <a:lstStyle/>
          <a:p>
            <a:fld id="{E29F3FAF-CC6A-478D-BF6B-BD1EE87BC1BE}" type="slidenum">
              <a:rPr lang="en-US" smtClean="0"/>
              <a:t>4</a:t>
            </a:fld>
            <a:endParaRPr lang="en-US"/>
          </a:p>
        </p:txBody>
      </p:sp>
    </p:spTree>
    <p:extLst>
      <p:ext uri="{BB962C8B-B14F-4D97-AF65-F5344CB8AC3E}">
        <p14:creationId xmlns:p14="http://schemas.microsoft.com/office/powerpoint/2010/main" val="230274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introduction to Operational Excellence (OPEX) exposes employees to methodologies focused on continuous improvement, efficiency enhancement, and waste reduction. It typically covers foundational concepts such as Lean, Kaizen, and structured problem-solving using data-driven techniques. By understanding OPEX principles, teams are better equipped to identify inefficiencies in workflows, propose solutions, and foster a proactive mindset toward operational enhancements. This introduction also reinforces the value of root-cause analysis, encouraging a shift from reactive to preventive approaches in resolving recurring business challenges. OPEX frameworks empower individuals to streamline processes, optimize resource utilization, and contribute to building a culture of sustained improvement. Ultimately, this knowledge supports consistency, operational stability, and long-term business value.</a:t>
            </a:r>
          </a:p>
        </p:txBody>
      </p:sp>
      <p:sp>
        <p:nvSpPr>
          <p:cNvPr id="4" name="Slide Number Placeholder 3"/>
          <p:cNvSpPr>
            <a:spLocks noGrp="1"/>
          </p:cNvSpPr>
          <p:nvPr>
            <p:ph type="sldNum" sz="quarter" idx="5"/>
          </p:nvPr>
        </p:nvSpPr>
        <p:spPr/>
        <p:txBody>
          <a:bodyPr/>
          <a:lstStyle/>
          <a:p>
            <a:fld id="{E29F3FAF-CC6A-478D-BF6B-BD1EE87BC1BE}" type="slidenum">
              <a:rPr lang="en-US" smtClean="0"/>
              <a:t>5</a:t>
            </a:fld>
            <a:endParaRPr lang="en-US"/>
          </a:p>
        </p:txBody>
      </p:sp>
    </p:spTree>
    <p:extLst>
      <p:ext uri="{BB962C8B-B14F-4D97-AF65-F5344CB8AC3E}">
        <p14:creationId xmlns:p14="http://schemas.microsoft.com/office/powerpoint/2010/main" val="1877813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commercial organization chart offers a structured visual representation of reporting lines, functional roles, and team hierarchy within the commercial division. By mapping out how different roles interconnect, employees gain a clearer understanding of decision-making flows and the distribution of responsibilities across the team. This information helps reduce communication gaps by making it easier to identify the correct point of contact (SPOC) for various operational, administrative, or escalation needs. It also enables smoother coordination between cross-functional teams by outlining dependencies and collaboration paths. Reviewing the org chart supports improved operational clarity and enhances the efficiency of both onboarding and routine communication processes. Overall, it strengthens organizational transparency and contributes to faster issue resolution and better stakeholder engagement.</a:t>
            </a:r>
          </a:p>
        </p:txBody>
      </p:sp>
      <p:sp>
        <p:nvSpPr>
          <p:cNvPr id="4" name="Slide Number Placeholder 3"/>
          <p:cNvSpPr>
            <a:spLocks noGrp="1"/>
          </p:cNvSpPr>
          <p:nvPr>
            <p:ph type="sldNum" sz="quarter" idx="5"/>
          </p:nvPr>
        </p:nvSpPr>
        <p:spPr/>
        <p:txBody>
          <a:bodyPr/>
          <a:lstStyle/>
          <a:p>
            <a:fld id="{E29F3FAF-CC6A-478D-BF6B-BD1EE87BC1BE}" type="slidenum">
              <a:rPr lang="en-US" smtClean="0"/>
              <a:t>6</a:t>
            </a:fld>
            <a:endParaRPr lang="en-US"/>
          </a:p>
        </p:txBody>
      </p:sp>
    </p:spTree>
    <p:extLst>
      <p:ext uri="{BB962C8B-B14F-4D97-AF65-F5344CB8AC3E}">
        <p14:creationId xmlns:p14="http://schemas.microsoft.com/office/powerpoint/2010/main" val="3054800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Learning SharePoint and Power Apps provides foundational skills in building digital solutions that automate manual workflows and centralize information storage. SharePoint enables structured data management through lists, libraries, and permission-controlled repositories, while Power Apps empowers users to design low-code applications tailored to business needs. Together, these tools support process transformation by reducing reliance on spreadsheets, ensuring real-time access to information, and enhancing data accuracy. The learning process typically includes understanding list schema design, relational mappings, form customization, validations, dropdown dependencies, and automation triggers. Gaining these skills enables individuals to develop scalable solutions that improve process transparency and significantly reduce repetitive manual efforts. Ultimately, this learning helps teams adopt a more digital, efficient, and error-resistant operational model.</a:t>
            </a:r>
          </a:p>
        </p:txBody>
      </p:sp>
      <p:sp>
        <p:nvSpPr>
          <p:cNvPr id="4" name="Slide Number Placeholder 3"/>
          <p:cNvSpPr>
            <a:spLocks noGrp="1"/>
          </p:cNvSpPr>
          <p:nvPr>
            <p:ph type="sldNum" sz="quarter" idx="5"/>
          </p:nvPr>
        </p:nvSpPr>
        <p:spPr/>
        <p:txBody>
          <a:bodyPr/>
          <a:lstStyle/>
          <a:p>
            <a:fld id="{E29F3FAF-CC6A-478D-BF6B-BD1EE87BC1BE}" type="slidenum">
              <a:rPr lang="en-US" smtClean="0"/>
              <a:t>7</a:t>
            </a:fld>
            <a:endParaRPr lang="en-US"/>
          </a:p>
        </p:txBody>
      </p:sp>
    </p:spTree>
    <p:extLst>
      <p:ext uri="{BB962C8B-B14F-4D97-AF65-F5344CB8AC3E}">
        <p14:creationId xmlns:p14="http://schemas.microsoft.com/office/powerpoint/2010/main" val="1975740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Designing poll questions for mapping backup resources and escalation pathways helps identify operational continuity mechanisms within the team. These questions are crafted to be clear, structured, and free of ambiguity to ensure meaningful and actionable responses. By gathering this information, leaders can assess the adequacy of backup coverage and identify potential gaps in workload distribution or escalation readiness. This process strengthens business resilience by ensuring that critical tasks have designated alternates and that escalation routes are well-defined. Furthermore, formulating effective questions enhances understanding of survey design principles, including relevance, clarity, and bias-free structuring. Overall, this initiative supports risk mitigation and improves preparedness for unexpected workforce disruptions.</a:t>
            </a:r>
          </a:p>
        </p:txBody>
      </p:sp>
      <p:sp>
        <p:nvSpPr>
          <p:cNvPr id="4" name="Slide Number Placeholder 3"/>
          <p:cNvSpPr>
            <a:spLocks noGrp="1"/>
          </p:cNvSpPr>
          <p:nvPr>
            <p:ph type="sldNum" sz="quarter" idx="5"/>
          </p:nvPr>
        </p:nvSpPr>
        <p:spPr/>
        <p:txBody>
          <a:bodyPr/>
          <a:lstStyle/>
          <a:p>
            <a:fld id="{E29F3FAF-CC6A-478D-BF6B-BD1EE87BC1BE}" type="slidenum">
              <a:rPr lang="en-US" smtClean="0"/>
              <a:t>8</a:t>
            </a:fld>
            <a:endParaRPr lang="en-US"/>
          </a:p>
        </p:txBody>
      </p:sp>
    </p:spTree>
    <p:extLst>
      <p:ext uri="{BB962C8B-B14F-4D97-AF65-F5344CB8AC3E}">
        <p14:creationId xmlns:p14="http://schemas.microsoft.com/office/powerpoint/2010/main" val="2832634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HC Score follow-up mails consist of automated reminders sent to stakeholders to ensure timely submission of monthly headcount score data. By establishing a recurring communication cycle, the process eliminates manual follow-ups and reduces the possibility of delayed reporting. These automated reminders typically include dynamic content such as deadlines, missing entries, or personalized instructions, making the communication more targeted and effective. This automation not only frees up significant administrative time but also improves data completeness and consistency across reporting cycles. Learning from this includes understanding scheduling mechanisms, conditional triggers, and monitoring email automation workflows for accuracy. Overall, it contributes to operational discipline and ensures timely availability of critical HR metrics.</a:t>
            </a:r>
          </a:p>
        </p:txBody>
      </p:sp>
      <p:sp>
        <p:nvSpPr>
          <p:cNvPr id="4" name="Slide Number Placeholder 3"/>
          <p:cNvSpPr>
            <a:spLocks noGrp="1"/>
          </p:cNvSpPr>
          <p:nvPr>
            <p:ph type="sldNum" sz="quarter" idx="5"/>
          </p:nvPr>
        </p:nvSpPr>
        <p:spPr/>
        <p:txBody>
          <a:bodyPr/>
          <a:lstStyle/>
          <a:p>
            <a:fld id="{E29F3FAF-CC6A-478D-BF6B-BD1EE87BC1BE}" type="slidenum">
              <a:rPr lang="en-US" smtClean="0"/>
              <a:t>9</a:t>
            </a:fld>
            <a:endParaRPr lang="en-US"/>
          </a:p>
        </p:txBody>
      </p:sp>
    </p:spTree>
    <p:extLst>
      <p:ext uri="{BB962C8B-B14F-4D97-AF65-F5344CB8AC3E}">
        <p14:creationId xmlns:p14="http://schemas.microsoft.com/office/powerpoint/2010/main" val="1354688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Automating the transfer of Excel data into SharePoint ensures seamless synchronization between local files and cloud-based lists. This process eliminates repetitive manual copy-paste actions, significantly reducing the risk of human errors and improving data processing speed. It typically involves setting up triggers, configuring table reads, mapping column values correctly, and implementing error-handling workflows to manage exceptions. Automation ensures that stakeholders always have access to the most up-to-date information stored in SharePoint, supporting real-time decision-making and process transparency. Additionally, learning this automation helps individuals understand Power Automate capabilities including connectors, conditional logic, loop handling, and failure alerts. Overall, it reduces manual workload and enhances system reliability.</a:t>
            </a:r>
          </a:p>
        </p:txBody>
      </p:sp>
      <p:sp>
        <p:nvSpPr>
          <p:cNvPr id="4" name="Slide Number Placeholder 3"/>
          <p:cNvSpPr>
            <a:spLocks noGrp="1"/>
          </p:cNvSpPr>
          <p:nvPr>
            <p:ph type="sldNum" sz="quarter" idx="5"/>
          </p:nvPr>
        </p:nvSpPr>
        <p:spPr/>
        <p:txBody>
          <a:bodyPr/>
          <a:lstStyle/>
          <a:p>
            <a:fld id="{E29F3FAF-CC6A-478D-BF6B-BD1EE87BC1BE}" type="slidenum">
              <a:rPr lang="en-US" smtClean="0"/>
              <a:t>10</a:t>
            </a:fld>
            <a:endParaRPr lang="en-US"/>
          </a:p>
        </p:txBody>
      </p:sp>
    </p:spTree>
    <p:extLst>
      <p:ext uri="{BB962C8B-B14F-4D97-AF65-F5344CB8AC3E}">
        <p14:creationId xmlns:p14="http://schemas.microsoft.com/office/powerpoint/2010/main" val="3219226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Power App for HC Score data facilitates streamlined and user-friendly entry of monthly workforce metrics by tower leads. Designed as a low-code solution, it standardizes the input format, ensuring consistent and accurate data submission across all users. The app typically includes features such as dropdown dependencies, form validation, patch functions for data submission, and logic-driven user experience flows. This improves data quality by preventing incomplete or incorrectly formatted entries and enables faster consolidation. From a learning perspective, building such an app provides exposure to core Power Apps concepts including component design, variable management, UI optimization, and integration with SharePoint lists. Ultimately, the solution simplifies data entry, improves accuracy, and enhances reporting turnaround time.</a:t>
            </a:r>
          </a:p>
        </p:txBody>
      </p:sp>
      <p:sp>
        <p:nvSpPr>
          <p:cNvPr id="4" name="Slide Number Placeholder 3"/>
          <p:cNvSpPr>
            <a:spLocks noGrp="1"/>
          </p:cNvSpPr>
          <p:nvPr>
            <p:ph type="sldNum" sz="quarter" idx="5"/>
          </p:nvPr>
        </p:nvSpPr>
        <p:spPr/>
        <p:txBody>
          <a:bodyPr/>
          <a:lstStyle/>
          <a:p>
            <a:fld id="{E29F3FAF-CC6A-478D-BF6B-BD1EE87BC1BE}" type="slidenum">
              <a:rPr lang="en-US" smtClean="0"/>
              <a:t>11</a:t>
            </a:fld>
            <a:endParaRPr lang="en-US"/>
          </a:p>
        </p:txBody>
      </p:sp>
    </p:spTree>
    <p:extLst>
      <p:ext uri="{BB962C8B-B14F-4D97-AF65-F5344CB8AC3E}">
        <p14:creationId xmlns:p14="http://schemas.microsoft.com/office/powerpoint/2010/main" val="1374061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Mail automation involves designing workflows that send emails based on predefined triggers, conditions, or scheduled intervals. This significantly reduces manual effort associated with routine communication tasks and ensures consistent, timely delivery of information. Automated emails can include personalized content, approval requests, reminders, escalations, or system-generated alerts depending on the workflow’s purpose. Implementing such automation improves process adherence by ensuring no reminders or notifications are missed due to human oversight. Learning outcomes include understanding dynamic content generation, parameter passing, conditional logic, and monitoring automated flows. Overall, mail automation enhances operational efficiency, reliability, and communication effectiveness across teams.</a:t>
            </a:r>
          </a:p>
        </p:txBody>
      </p:sp>
      <p:sp>
        <p:nvSpPr>
          <p:cNvPr id="4" name="Slide Number Placeholder 3"/>
          <p:cNvSpPr>
            <a:spLocks noGrp="1"/>
          </p:cNvSpPr>
          <p:nvPr>
            <p:ph type="sldNum" sz="quarter" idx="5"/>
          </p:nvPr>
        </p:nvSpPr>
        <p:spPr/>
        <p:txBody>
          <a:bodyPr/>
          <a:lstStyle/>
          <a:p>
            <a:fld id="{E29F3FAF-CC6A-478D-BF6B-BD1EE87BC1BE}" type="slidenum">
              <a:rPr lang="en-US" smtClean="0"/>
              <a:t>12</a:t>
            </a:fld>
            <a:endParaRPr lang="en-US"/>
          </a:p>
        </p:txBody>
      </p:sp>
    </p:spTree>
    <p:extLst>
      <p:ext uri="{BB962C8B-B14F-4D97-AF65-F5344CB8AC3E}">
        <p14:creationId xmlns:p14="http://schemas.microsoft.com/office/powerpoint/2010/main" val="320247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dashboard with trendline visualization provides a graphical representation of HC score performance across different months, enabling leaders to track movement, identify anomalies, and observe patterns. Such visual tools support data-driven decision-making by presenting insights in an easily interpretable manner, helping stakeholders pinpoint areas requiring attention or improvement. Building the dashboard requires skills in data modeling, chart selection, and filter configuration to ensure accuracy and usability. Trendline analysis helps expose underlying trajectories—whether improving, declining, or stable—leading to more informed strategic actions. This process deepens understanding of visualization best practices, data interpretation, and analytical storytelling. Ultimately, dashboards transform raw HC data into actionable insights that enhance business performance monitoring.</a:t>
            </a:r>
          </a:p>
        </p:txBody>
      </p:sp>
      <p:sp>
        <p:nvSpPr>
          <p:cNvPr id="4" name="Slide Number Placeholder 3"/>
          <p:cNvSpPr>
            <a:spLocks noGrp="1"/>
          </p:cNvSpPr>
          <p:nvPr>
            <p:ph type="sldNum" sz="quarter" idx="5"/>
          </p:nvPr>
        </p:nvSpPr>
        <p:spPr/>
        <p:txBody>
          <a:bodyPr/>
          <a:lstStyle/>
          <a:p>
            <a:fld id="{E29F3FAF-CC6A-478D-BF6B-BD1EE87BC1BE}" type="slidenum">
              <a:rPr lang="en-US" smtClean="0"/>
              <a:t>13</a:t>
            </a:fld>
            <a:endParaRPr lang="en-US"/>
          </a:p>
        </p:txBody>
      </p:sp>
    </p:spTree>
    <p:extLst>
      <p:ext uri="{BB962C8B-B14F-4D97-AF65-F5344CB8AC3E}">
        <p14:creationId xmlns:p14="http://schemas.microsoft.com/office/powerpoint/2010/main" val="38462600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3/2/2026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3442845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1">
              <a:rPr lang="en-US" smtClean="0"/>
              <a:pPr/>
              <a:t>3/2/2026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9971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a:t>Sample Footer Text</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1">
              <a:rPr lang="en-US" smtClean="0"/>
              <a:t>3/2/2026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userDrawn="1"/>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31937050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5C3D1438-E7DE-BCF4-D0DD-97184D8B7208}"/>
              </a:ext>
            </a:extLst>
          </p:cNvPr>
          <p:cNvSpPr>
            <a:spLocks noGrp="1"/>
          </p:cNvSpPr>
          <p:nvPr>
            <p:ph type="title"/>
          </p:nvPr>
        </p:nvSpPr>
        <p:spPr>
          <a:xfrm>
            <a:off x="5909930" y="640097"/>
            <a:ext cx="4362148" cy="3474720"/>
          </a:xfrm>
        </p:spPr>
        <p:txBody>
          <a:bodyPr/>
          <a:lstStyle/>
          <a:p>
            <a:r>
              <a:rPr lang="en-US"/>
              <a:t>Click to edit Master title style</a:t>
            </a:r>
          </a:p>
        </p:txBody>
      </p:sp>
      <p:sp>
        <p:nvSpPr>
          <p:cNvPr id="14" name="Text Placeholder 15">
            <a:extLst>
              <a:ext uri="{FF2B5EF4-FFF2-40B4-BE49-F238E27FC236}">
                <a16:creationId xmlns:a16="http://schemas.microsoft.com/office/drawing/2014/main" id="{E9EB830E-59F9-793F-E2E7-110D033D7F86}"/>
              </a:ext>
            </a:extLst>
          </p:cNvPr>
          <p:cNvSpPr>
            <a:spLocks noGrp="1"/>
          </p:cNvSpPr>
          <p:nvPr>
            <p:ph type="body" sz="quarter" idx="17"/>
          </p:nvPr>
        </p:nvSpPr>
        <p:spPr>
          <a:xfrm>
            <a:off x="5909929" y="4818889"/>
            <a:ext cx="4206701" cy="1188720"/>
          </a:xfrm>
        </p:spPr>
        <p:txBody>
          <a:bodyPr anchor="t">
            <a:normAutofit/>
          </a:bodyPr>
          <a:lstStyle>
            <a:lvl1pPr algn="l">
              <a:defRPr sz="2000"/>
            </a:lvl1pPr>
          </a:lstStyle>
          <a:p>
            <a:pPr lvl="0"/>
            <a:r>
              <a:rPr lang="en-US"/>
              <a:t>Click to edit Master text styles</a:t>
            </a:r>
          </a:p>
        </p:txBody>
      </p:sp>
      <p:sp>
        <p:nvSpPr>
          <p:cNvPr id="9" name="Picture Placeholder 8">
            <a:extLst>
              <a:ext uri="{FF2B5EF4-FFF2-40B4-BE49-F238E27FC236}">
                <a16:creationId xmlns:a16="http://schemas.microsoft.com/office/drawing/2014/main" id="{2C9C23E6-AA65-EED1-FC7F-E4138D9D0DF7}"/>
              </a:ext>
            </a:extLst>
          </p:cNvPr>
          <p:cNvSpPr>
            <a:spLocks noGrp="1"/>
          </p:cNvSpPr>
          <p:nvPr>
            <p:ph type="pic" sz="quarter" idx="13" hasCustomPrompt="1"/>
          </p:nvPr>
        </p:nvSpPr>
        <p:spPr>
          <a:xfrm>
            <a:off x="0" y="0"/>
            <a:ext cx="506095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 </a:t>
            </a:r>
          </a:p>
        </p:txBody>
      </p:sp>
      <p:cxnSp>
        <p:nvCxnSpPr>
          <p:cNvPr id="7" name="Straight Connector 6">
            <a:extLst>
              <a:ext uri="{FF2B5EF4-FFF2-40B4-BE49-F238E27FC236}">
                <a16:creationId xmlns:a16="http://schemas.microsoft.com/office/drawing/2014/main" id="{63DCC7EC-EB64-3FA5-9B9F-4B65F8B35369}"/>
              </a:ext>
              <a:ext uri="{C183D7F6-B498-43B3-948B-1728B52AA6E4}">
                <adec:decorative xmlns:adec="http://schemas.microsoft.com/office/drawing/2017/decorative" val="1"/>
              </a:ext>
            </a:extLst>
          </p:cNvPr>
          <p:cNvCxnSpPr>
            <a:cxnSpLocks/>
          </p:cNvCxnSpPr>
          <p:nvPr userDrawn="1"/>
        </p:nvCxnSpPr>
        <p:spPr>
          <a:xfrm>
            <a:off x="506048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B5721EA9-D34D-C406-42C9-D1C3DC0550EB}"/>
              </a:ext>
            </a:extLst>
          </p:cNvPr>
          <p:cNvSpPr>
            <a:spLocks noGrp="1"/>
          </p:cNvSpPr>
          <p:nvPr>
            <p:ph type="dt" sz="half" idx="14"/>
          </p:nvPr>
        </p:nvSpPr>
        <p:spPr>
          <a:xfrm rot="5400000">
            <a:off x="10425981" y="4687095"/>
            <a:ext cx="2706690" cy="365125"/>
          </a:xfrm>
        </p:spPr>
        <p:txBody>
          <a:bodyPr/>
          <a:lstStyle/>
          <a:p>
            <a:fld id="{7FA43F5B-065E-43CE-B3FD-98C48A6F94D7}" type="datetime1">
              <a:rPr lang="en-US" smtClean="0"/>
              <a:pPr/>
              <a:t>3/2/2026</a:t>
            </a:fld>
            <a:endParaRPr lang="en-US"/>
          </a:p>
        </p:txBody>
      </p:sp>
      <p:sp>
        <p:nvSpPr>
          <p:cNvPr id="10" name="Footer Placeholder 9">
            <a:extLst>
              <a:ext uri="{FF2B5EF4-FFF2-40B4-BE49-F238E27FC236}">
                <a16:creationId xmlns:a16="http://schemas.microsoft.com/office/drawing/2014/main" id="{B8A451BA-6597-98CC-3A5A-099DB053853F}"/>
              </a:ext>
            </a:extLst>
          </p:cNvPr>
          <p:cNvSpPr>
            <a:spLocks noGrp="1"/>
          </p:cNvSpPr>
          <p:nvPr>
            <p:ph type="ftr" sz="quarter" idx="15"/>
          </p:nvPr>
        </p:nvSpPr>
        <p:spPr>
          <a:xfrm rot="16200000" flipH="1">
            <a:off x="10292565" y="1592957"/>
            <a:ext cx="2973522" cy="365125"/>
          </a:xfrm>
        </p:spPr>
        <p:txBody>
          <a:bodyPr/>
          <a:lstStyle/>
          <a:p>
            <a:r>
              <a:rPr lang="en-US"/>
              <a:t>Sample Footer Text</a:t>
            </a:r>
          </a:p>
        </p:txBody>
      </p:sp>
      <p:sp>
        <p:nvSpPr>
          <p:cNvPr id="11" name="Slide Number Placeholder 10">
            <a:extLst>
              <a:ext uri="{FF2B5EF4-FFF2-40B4-BE49-F238E27FC236}">
                <a16:creationId xmlns:a16="http://schemas.microsoft.com/office/drawing/2014/main" id="{ED98AED2-58CC-D8F4-37CF-06D4C6AE089B}"/>
              </a:ext>
            </a:extLst>
          </p:cNvPr>
          <p:cNvSpPr>
            <a:spLocks noGrp="1"/>
          </p:cNvSpPr>
          <p:nvPr>
            <p:ph type="sldNum" sz="quarter" idx="16"/>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410064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4">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23BF3C-9B75-66EF-8F1A-8B97381705BC}"/>
              </a:ext>
            </a:extLst>
          </p:cNvPr>
          <p:cNvSpPr>
            <a:spLocks noGrp="1"/>
          </p:cNvSpPr>
          <p:nvPr>
            <p:ph type="title"/>
          </p:nvPr>
        </p:nvSpPr>
        <p:spPr>
          <a:xfrm>
            <a:off x="838200" y="873764"/>
            <a:ext cx="4654296" cy="3739896"/>
          </a:xfrm>
        </p:spPr>
        <p:txBody>
          <a:bodyPr/>
          <a:lstStyle/>
          <a:p>
            <a:r>
              <a:rPr lang="en-US"/>
              <a:t>Click to edit Master title style</a:t>
            </a:r>
          </a:p>
        </p:txBody>
      </p:sp>
      <p:sp>
        <p:nvSpPr>
          <p:cNvPr id="7" name="Text Placeholder 15">
            <a:extLst>
              <a:ext uri="{FF2B5EF4-FFF2-40B4-BE49-F238E27FC236}">
                <a16:creationId xmlns:a16="http://schemas.microsoft.com/office/drawing/2014/main" id="{1B44AFE9-43F1-4797-1ECE-FD5190E5805A}"/>
              </a:ext>
            </a:extLst>
          </p:cNvPr>
          <p:cNvSpPr>
            <a:spLocks noGrp="1"/>
          </p:cNvSpPr>
          <p:nvPr>
            <p:ph type="body" sz="quarter" idx="17"/>
          </p:nvPr>
        </p:nvSpPr>
        <p:spPr>
          <a:xfrm>
            <a:off x="838201" y="4732531"/>
            <a:ext cx="4206240" cy="1380743"/>
          </a:xfrm>
        </p:spPr>
        <p:txBody>
          <a:bodyPr anchor="t">
            <a:normAutofit/>
          </a:bodyPr>
          <a:lstStyle>
            <a:lvl1pPr algn="l">
              <a:defRPr sz="2000"/>
            </a:lvl1pPr>
          </a:lstStyle>
          <a:p>
            <a:pPr lvl="0"/>
            <a:r>
              <a:rPr lang="en-US"/>
              <a:t>Click to edit Master text styles</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5947472" y="854346"/>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223A58B4-E2D1-FBC8-004D-0E9EEBBE13DB}"/>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3/2/2026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7763444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1CC58D-28EC-93AD-7E10-1DA3DC6322E1}"/>
              </a:ext>
            </a:extLst>
          </p:cNvPr>
          <p:cNvSpPr>
            <a:spLocks noGrp="1"/>
          </p:cNvSpPr>
          <p:nvPr>
            <p:ph type="title"/>
          </p:nvPr>
        </p:nvSpPr>
        <p:spPr>
          <a:xfrm>
            <a:off x="838200" y="859536"/>
            <a:ext cx="7478991" cy="3635797"/>
          </a:xfrm>
        </p:spPr>
        <p:txBody>
          <a:bodyPr anchor="t">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0E0B119D-A456-DE33-9525-49696D3FEE6E}"/>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15">
            <a:extLst>
              <a:ext uri="{FF2B5EF4-FFF2-40B4-BE49-F238E27FC236}">
                <a16:creationId xmlns:a16="http://schemas.microsoft.com/office/drawing/2014/main" id="{BFFB480A-CB2C-F6F3-1181-7B482DE48A11}"/>
              </a:ext>
            </a:extLst>
          </p:cNvPr>
          <p:cNvSpPr>
            <a:spLocks noGrp="1"/>
          </p:cNvSpPr>
          <p:nvPr>
            <p:ph type="body" sz="quarter" idx="15"/>
          </p:nvPr>
        </p:nvSpPr>
        <p:spPr>
          <a:xfrm>
            <a:off x="4693339" y="5225354"/>
            <a:ext cx="6669986" cy="1545336"/>
          </a:xfrm>
        </p:spPr>
        <p:txBody>
          <a:bodyPr anchor="ctr">
            <a:normAutofit/>
          </a:bodyPr>
          <a:lstStyle>
            <a:lvl1pPr algn="r">
              <a:defRPr sz="2000"/>
            </a:lvl1pPr>
          </a:lstStyle>
          <a:p>
            <a:pPr lvl="0"/>
            <a:r>
              <a:rPr lang="en-US"/>
              <a:t>Click to edit Master text styles</a:t>
            </a:r>
          </a:p>
        </p:txBody>
      </p:sp>
      <p:sp>
        <p:nvSpPr>
          <p:cNvPr id="5" name="Footer Placeholder 4">
            <a:extLst>
              <a:ext uri="{FF2B5EF4-FFF2-40B4-BE49-F238E27FC236}">
                <a16:creationId xmlns:a16="http://schemas.microsoft.com/office/drawing/2014/main" id="{87416322-573D-C8CC-7277-1611B4285D7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29C7DE3-77E6-7F1C-2D66-87946BDD6322}"/>
              </a:ext>
            </a:extLst>
          </p:cNvPr>
          <p:cNvSpPr>
            <a:spLocks noGrp="1"/>
          </p:cNvSpPr>
          <p:nvPr>
            <p:ph type="dt" sz="half" idx="10"/>
          </p:nvPr>
        </p:nvSpPr>
        <p:spPr/>
        <p:txBody>
          <a:bodyPr/>
          <a:lstStyle/>
          <a:p>
            <a:fld id="{7FA43F5B-065E-43CE-B3FD-98C48A6F94D7}" type="datetime1">
              <a:rPr lang="en-US" smtClean="0"/>
              <a:t>3/2/2026</a:t>
            </a:fld>
            <a:endParaRPr lang="en-US"/>
          </a:p>
        </p:txBody>
      </p:sp>
      <p:sp>
        <p:nvSpPr>
          <p:cNvPr id="6" name="Slide Number Placeholder 5">
            <a:extLst>
              <a:ext uri="{FF2B5EF4-FFF2-40B4-BE49-F238E27FC236}">
                <a16:creationId xmlns:a16="http://schemas.microsoft.com/office/drawing/2014/main" id="{A939072A-E9FB-537C-7C31-2FB111D3C65A}"/>
              </a:ext>
            </a:extLst>
          </p:cNvPr>
          <p:cNvSpPr>
            <a:spLocks noGrp="1"/>
          </p:cNvSpPr>
          <p:nvPr>
            <p:ph type="sldNum" sz="quarter" idx="12"/>
          </p:nvPr>
        </p:nvSpPr>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7683680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userDrawn="1"/>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a:t>Sample Footer Text</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1">
              <a:rPr lang="en-US" smtClean="0"/>
              <a:t>3/2/2026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18939923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spTree>
      <p:nvGrpSpPr>
        <p:cNvPr id="1" name=""/>
        <p:cNvGrpSpPr/>
        <p:nvPr/>
      </p:nvGrpSpPr>
      <p:grpSpPr>
        <a:xfrm>
          <a:off x="0" y="0"/>
          <a:ext cx="0" cy="0"/>
          <a:chOff x="0" y="0"/>
          <a:chExt cx="0" cy="0"/>
        </a:xfrm>
      </p:grpSpPr>
      <p:sp>
        <p:nvSpPr>
          <p:cNvPr id="13" name="Freeform: Shape 15">
            <a:extLst>
              <a:ext uri="{FF2B5EF4-FFF2-40B4-BE49-F238E27FC236}">
                <a16:creationId xmlns:a16="http://schemas.microsoft.com/office/drawing/2014/main" id="{373F4DFA-EB1C-0802-6DB6-F680367799D7}"/>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2787213"/>
            <a:ext cx="8229600" cy="2621154"/>
          </a:xfrm>
        </p:spPr>
        <p:txBody>
          <a:bodyPr anchor="b">
            <a:normAutofit/>
          </a:bodyPr>
          <a:lstStyle>
            <a:lvl1pPr algn="ctr">
              <a:defRPr sz="6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5443909"/>
            <a:ext cx="7588155" cy="1414091"/>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9659C8A-FEAD-0E21-E6D3-D37128750DE3}"/>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CDF62FB-03E9-93F2-7A34-F233AFA3AC36}"/>
              </a:ext>
            </a:extLst>
          </p:cNvPr>
          <p:cNvSpPr>
            <a:spLocks noGrp="1"/>
          </p:cNvSpPr>
          <p:nvPr>
            <p:ph type="dt" sz="half" idx="10"/>
          </p:nvPr>
        </p:nvSpPr>
        <p:spPr/>
        <p:txBody>
          <a:bodyPr/>
          <a:lstStyle/>
          <a:p>
            <a:fld id="{7FA43F5B-065E-43CE-B3FD-98C48A6F94D7}" type="datetime1">
              <a:rPr lang="en-US" smtClean="0"/>
              <a:t>3/2/2026</a:t>
            </a:fld>
            <a:endParaRPr lang="en-US"/>
          </a:p>
        </p:txBody>
      </p:sp>
      <p:sp>
        <p:nvSpPr>
          <p:cNvPr id="6" name="Slide Number Placeholder 5">
            <a:extLst>
              <a:ext uri="{FF2B5EF4-FFF2-40B4-BE49-F238E27FC236}">
                <a16:creationId xmlns:a16="http://schemas.microsoft.com/office/drawing/2014/main" id="{F6CE9323-6CD7-F266-CF02-4659EBD32BA3}"/>
              </a:ext>
            </a:extLst>
          </p:cNvPr>
          <p:cNvSpPr>
            <a:spLocks noGrp="1"/>
          </p:cNvSpPr>
          <p:nvPr>
            <p:ph type="sldNum" sz="quarter" idx="12"/>
          </p:nvPr>
        </p:nvSpPr>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5496010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3/2/2026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userDrawn="1"/>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7392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3/2/2026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11781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23192" y="921782"/>
            <a:ext cx="8012703" cy="1463040"/>
          </a:xfrm>
        </p:spPr>
        <p:txBody>
          <a:bodyPr anchor="b">
            <a:noAutofit/>
          </a:bodyPr>
          <a:lstStyle>
            <a:lvl1pPr algn="l">
              <a:defRPr sz="60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3192" y="2533094"/>
            <a:ext cx="8012694" cy="3689909"/>
          </a:xfrm>
        </p:spPr>
        <p:txBody>
          <a:bodyPr anchor="t" anchorCtr="0">
            <a:normAutofit/>
          </a:bodyPr>
          <a:lstStyle>
            <a:lvl1pPr marL="0" indent="0" algn="l">
              <a:buFont typeface="Arial" panose="020B0604020202020204" pitchFamily="34" charset="0"/>
              <a:buNone/>
              <a:defRPr sz="1800">
                <a:solidFill>
                  <a:schemeClr val="tx1"/>
                </a:solidFill>
              </a:defRPr>
            </a:lvl1pPr>
            <a:lvl2pPr algn="l">
              <a:defRPr sz="1600">
                <a:solidFill>
                  <a:schemeClr val="tx1"/>
                </a:solidFill>
              </a:defRPr>
            </a:lvl2pPr>
            <a:lvl3pPr algn="l">
              <a:defRPr sz="1400">
                <a:solidFill>
                  <a:schemeClr val="tx1"/>
                </a:solidFill>
              </a:defRPr>
            </a:lvl3pPr>
            <a:lvl4pPr algn="l">
              <a:defRPr sz="1200">
                <a:solidFill>
                  <a:schemeClr val="tx1"/>
                </a:solidFill>
              </a:defRPr>
            </a:lvl4pPr>
            <a:lvl5pPr algn="l">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8A60B404-9532-4DA8-8A40-EC339A5BE635}" type="datetime1">
              <a:rPr lang="en-US" smtClean="0"/>
              <a:pPr/>
              <a:t>3/2/2026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B899D92D-13BB-E0E1-DD69-482838D5372B}"/>
              </a:ext>
              <a:ext uri="{C183D7F6-B498-43B3-948B-1728B52AA6E4}">
                <adec:decorative xmlns:adec="http://schemas.microsoft.com/office/drawing/2017/decorative" val="1"/>
              </a:ext>
            </a:extLst>
          </p:cNvPr>
          <p:cNvCxnSpPr>
            <a:cxnSpLocks/>
          </p:cNvCxnSpPr>
          <p:nvPr userDrawn="1"/>
        </p:nvCxnSpPr>
        <p:spPr>
          <a:xfrm>
            <a:off x="1066880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4282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 3">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C4E9710-FA87-30E3-20CB-80AEB3E8C2A9}"/>
              </a:ext>
            </a:extLst>
          </p:cNvPr>
          <p:cNvSpPr>
            <a:spLocks noGrp="1"/>
          </p:cNvSpPr>
          <p:nvPr>
            <p:ph type="title"/>
          </p:nvPr>
        </p:nvSpPr>
        <p:spPr>
          <a:xfrm>
            <a:off x="2060880" y="365760"/>
            <a:ext cx="929292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E17293-F2D5-8A51-CB65-CFF771731061}"/>
              </a:ext>
            </a:extLst>
          </p:cNvPr>
          <p:cNvSpPr>
            <a:spLocks noGrp="1"/>
          </p:cNvSpPr>
          <p:nvPr>
            <p:ph sz="quarter" idx="14"/>
          </p:nvPr>
        </p:nvSpPr>
        <p:spPr>
          <a:xfrm>
            <a:off x="2066409" y="1986161"/>
            <a:ext cx="9284368" cy="4236841"/>
          </a:xfrm>
        </p:spPr>
        <p:txBody>
          <a:bodyPr/>
          <a:lstStyle>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29247CA6-BC1D-429A-A289-4E939E49554A}" type="datetime1">
              <a:rPr lang="en-US" smtClean="0"/>
              <a:pPr/>
              <a:t>3/2/2026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87140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1">
              <a:rPr lang="en-US" smtClean="0"/>
              <a:pPr/>
              <a:t>3/2/2026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4944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8200" y="365760"/>
            <a:ext cx="1051560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3196D68-1BE9-332F-CE83-CA191A09639C}"/>
              </a:ext>
            </a:extLst>
          </p:cNvPr>
          <p:cNvSpPr>
            <a:spLocks noGrp="1"/>
          </p:cNvSpPr>
          <p:nvPr>
            <p:ph sz="quarter" idx="13"/>
          </p:nvPr>
        </p:nvSpPr>
        <p:spPr>
          <a:xfrm>
            <a:off x="838200" y="2395538"/>
            <a:ext cx="10515600" cy="4097337"/>
          </a:xfrm>
        </p:spPr>
        <p:txBody>
          <a:bodyPr/>
          <a:lstStyle>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90E4242-8CA0-457D-B3B1-7D78B4164321}" type="datetime1">
              <a:rPr lang="en-US" smtClean="0"/>
              <a:pPr/>
              <a:t>3/2/2026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8348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3102182"/>
            <a:ext cx="4325112" cy="2459736"/>
          </a:xfrm>
        </p:spPr>
        <p:txBody>
          <a:bodyPr anchor="b" anchorCtr="0"/>
          <a:lstStyle>
            <a:lvl1pPr marL="0" indent="0">
              <a:buNone/>
              <a:defRPr>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3/2/2026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41962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1">
              <a:rPr lang="en-US" smtClean="0"/>
              <a:pPr/>
              <a:t>3/2/2026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6743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358617"/>
            <a:ext cx="4145582" cy="4818062"/>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723954" y="841248"/>
            <a:ext cx="5681662" cy="4818062"/>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695276D-BBED-48BC-B459-1E9A16CF46CD}" type="datetime1">
              <a:rPr lang="en-US" smtClean="0"/>
              <a:pPr/>
              <a:t>3/2/2026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7E04C821-A160-CE80-AFE2-D2549F9F2A41}"/>
              </a:ext>
              <a:ext uri="{C183D7F6-B498-43B3-948B-1728B52AA6E4}">
                <adec:decorative xmlns:adec="http://schemas.microsoft.com/office/drawing/2017/decorative" val="1"/>
              </a:ext>
            </a:extLst>
          </p:cNvPr>
          <p:cNvCxnSpPr>
            <a:cxnSpLocks/>
          </p:cNvCxnSpPr>
          <p:nvPr userDrawn="1"/>
        </p:nvCxnSpPr>
        <p:spPr>
          <a:xfrm flipV="1">
            <a:off x="525011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24378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1">
              <a:rPr lang="en-US" smtClean="0"/>
              <a:pPr/>
              <a:t>3/2/2026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3099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Sample Footer Text</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3/2/2026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userDrawn="1"/>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52335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724240"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3" name="Footer Placeholder 5">
            <a:extLst>
              <a:ext uri="{FF2B5EF4-FFF2-40B4-BE49-F238E27FC236}">
                <a16:creationId xmlns:a16="http://schemas.microsoft.com/office/drawing/2014/main" id="{8B89DDCA-87DB-0908-C1FE-D16DEF719208}"/>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4" name="Date Placeholder 4">
            <a:extLst>
              <a:ext uri="{FF2B5EF4-FFF2-40B4-BE49-F238E27FC236}">
                <a16:creationId xmlns:a16="http://schemas.microsoft.com/office/drawing/2014/main" id="{8EBE519D-028D-D854-9791-84D8B687B3A9}"/>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3/2/2026</a:t>
            </a:fld>
            <a:endParaRPr lang="en-US"/>
          </a:p>
        </p:txBody>
      </p:sp>
      <p:sp>
        <p:nvSpPr>
          <p:cNvPr id="9" name="Slide Number Placeholder 6">
            <a:extLst>
              <a:ext uri="{FF2B5EF4-FFF2-40B4-BE49-F238E27FC236}">
                <a16:creationId xmlns:a16="http://schemas.microsoft.com/office/drawing/2014/main" id="{EAF697B0-B4E5-EE0F-75F1-242A9E4FB1F7}"/>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0" y="3011335"/>
            <a:ext cx="27182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cxnSp>
        <p:nvCxnSpPr>
          <p:cNvPr id="5" name="Straight Connector 4">
            <a:extLst>
              <a:ext uri="{FF2B5EF4-FFF2-40B4-BE49-F238E27FC236}">
                <a16:creationId xmlns:a16="http://schemas.microsoft.com/office/drawing/2014/main" id="{EA233B23-1BCB-72C2-12F6-A6A2A66483EC}"/>
              </a:ext>
              <a:ext uri="{C183D7F6-B498-43B3-948B-1728B52AA6E4}">
                <adec:decorative xmlns:adec="http://schemas.microsoft.com/office/drawing/2017/decorative" val="1"/>
              </a:ext>
            </a:extLst>
          </p:cNvPr>
          <p:cNvCxnSpPr>
            <a:cxnSpLocks/>
          </p:cNvCxnSpPr>
          <p:nvPr userDrawn="1"/>
        </p:nvCxnSpPr>
        <p:spPr>
          <a:xfrm>
            <a:off x="385905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5690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3/2/2026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0459544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3/2/2026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151445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8056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8056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66BBA9B-B728-DC67-AD0E-8B0CD6B2553B}"/>
              </a:ext>
              <a:ext uri="{C183D7F6-B498-43B3-948B-1728B52AA6E4}">
                <adec:decorative xmlns:adec="http://schemas.microsoft.com/office/drawing/2017/decorative" val="1"/>
              </a:ext>
            </a:extLst>
          </p:cNvPr>
          <p:cNvCxnSpPr>
            <a:cxnSpLocks/>
          </p:cNvCxnSpPr>
          <p:nvPr userDrawn="1"/>
        </p:nvCxnSpPr>
        <p:spPr>
          <a:xfrm>
            <a:off x="401402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CD3AF4A-6CE8-D602-8B43-2DBEE16BF05E}"/>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3/2/2026</a:t>
            </a:fld>
            <a:endParaRPr lang="en-US"/>
          </a:p>
        </p:txBody>
      </p:sp>
      <p:sp>
        <p:nvSpPr>
          <p:cNvPr id="9" name="Footer Placeholder 8">
            <a:extLst>
              <a:ext uri="{FF2B5EF4-FFF2-40B4-BE49-F238E27FC236}">
                <a16:creationId xmlns:a16="http://schemas.microsoft.com/office/drawing/2014/main" id="{767E8268-A223-BA56-F272-53477C7091D7}"/>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94F7843C-45BC-E180-EC40-8C80397FBC9E}"/>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41700017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userDrawn="1"/>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3/2/2026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6212967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32320" y="584339"/>
            <a:ext cx="4361688" cy="1261714"/>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32320" y="1979463"/>
            <a:ext cx="4362450" cy="43292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FFBFE376-D742-D564-3921-9EE06C25A99D}"/>
              </a:ext>
              <a:ext uri="{C183D7F6-B498-43B3-948B-1728B52AA6E4}">
                <adec:decorative xmlns:adec="http://schemas.microsoft.com/office/drawing/2017/decorative" val="1"/>
              </a:ext>
            </a:extLst>
          </p:cNvPr>
          <p:cNvCxnSpPr>
            <a:cxnSpLocks/>
          </p:cNvCxnSpPr>
          <p:nvPr userDrawn="1"/>
        </p:nvCxnSpPr>
        <p:spPr>
          <a:xfrm>
            <a:off x="66160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5BE6B84-4C67-D49C-27F8-C862E16A8FF8}"/>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3/2/2026</a:t>
            </a:fld>
            <a:endParaRPr lang="en-US"/>
          </a:p>
        </p:txBody>
      </p:sp>
      <p:sp>
        <p:nvSpPr>
          <p:cNvPr id="7" name="Footer Placeholder 6">
            <a:extLst>
              <a:ext uri="{FF2B5EF4-FFF2-40B4-BE49-F238E27FC236}">
                <a16:creationId xmlns:a16="http://schemas.microsoft.com/office/drawing/2014/main" id="{38CDB1B9-EC53-82AC-9108-F0D1BBC43917}"/>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E60BD4C5-5651-77FA-20CA-3D813654A922}"/>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4098973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userDrawn="1"/>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3/2/2026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6118195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userDrawn="1"/>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3/2/2026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7151718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46720" y="583413"/>
            <a:ext cx="3566160" cy="1527048"/>
          </a:xfrm>
        </p:spPr>
        <p:txBody>
          <a:bodyPr anchor="b">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46720" y="2212975"/>
            <a:ext cx="3566160"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C1F1B67D-ECBB-854F-CC29-CAAA9DB18E34}"/>
              </a:ext>
              <a:ext uri="{C183D7F6-B498-43B3-948B-1728B52AA6E4}">
                <adec:decorative xmlns:adec="http://schemas.microsoft.com/office/drawing/2017/decorative" val="1"/>
              </a:ext>
            </a:extLst>
          </p:cNvPr>
          <p:cNvCxnSpPr>
            <a:cxnSpLocks/>
          </p:cNvCxnSpPr>
          <p:nvPr userDrawn="1"/>
        </p:nvCxnSpPr>
        <p:spPr>
          <a:xfrm>
            <a:off x="7582129"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B4A8E04B-FD21-4A20-D196-257B310FD4B4}"/>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3/2/2026</a:t>
            </a:fld>
            <a:endParaRPr lang="en-US"/>
          </a:p>
        </p:txBody>
      </p:sp>
      <p:sp>
        <p:nvSpPr>
          <p:cNvPr id="9" name="Footer Placeholder 8">
            <a:extLst>
              <a:ext uri="{FF2B5EF4-FFF2-40B4-BE49-F238E27FC236}">
                <a16:creationId xmlns:a16="http://schemas.microsoft.com/office/drawing/2014/main" id="{4FB7A9C8-9922-276E-D7E7-BA37C3C590DA}"/>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C7BD9853-F841-5935-2E22-F5DA78B10918}"/>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5162017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3401568" cy="1527048"/>
          </a:xfrm>
        </p:spPr>
        <p:txBody>
          <a:bodyPr anchor="b">
            <a:norm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2212975"/>
            <a:ext cx="3401568"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a:t> </a:t>
            </a:r>
          </a:p>
        </p:txBody>
      </p:sp>
      <p:cxnSp>
        <p:nvCxnSpPr>
          <p:cNvPr id="5" name="Straight Connector 4">
            <a:extLst>
              <a:ext uri="{FF2B5EF4-FFF2-40B4-BE49-F238E27FC236}">
                <a16:creationId xmlns:a16="http://schemas.microsoft.com/office/drawing/2014/main" id="{E88ED8BF-3BC1-C0A7-67E1-8F6CE5DBA66D}"/>
              </a:ext>
              <a:ext uri="{C183D7F6-B498-43B3-948B-1728B52AA6E4}">
                <adec:decorative xmlns:adec="http://schemas.microsoft.com/office/drawing/2017/decorative" val="1"/>
              </a:ext>
            </a:extLst>
          </p:cNvPr>
          <p:cNvCxnSpPr>
            <a:cxnSpLocks/>
          </p:cNvCxnSpPr>
          <p:nvPr userDrawn="1"/>
        </p:nvCxnSpPr>
        <p:spPr>
          <a:xfrm>
            <a:off x="474815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72C41D87-A2F7-832F-EE5D-4A82C0898306}"/>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3/2/2026</a:t>
            </a:fld>
            <a:endParaRPr lang="en-US"/>
          </a:p>
        </p:txBody>
      </p:sp>
      <p:sp>
        <p:nvSpPr>
          <p:cNvPr id="6" name="Footer Placeholder 4">
            <a:extLst>
              <a:ext uri="{FF2B5EF4-FFF2-40B4-BE49-F238E27FC236}">
                <a16:creationId xmlns:a16="http://schemas.microsoft.com/office/drawing/2014/main" id="{B2FFE48E-EFB9-58B7-9159-E1F3B1F35D72}"/>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C03AB52F-F281-1BB9-9D9F-9FC67E6B879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0710414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1">
              <a:rPr lang="en-US" smtClean="0"/>
              <a:pPr/>
              <a:t>3/2/2026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56464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162317"/>
            <a:ext cx="2953618" cy="1892808"/>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3" name="Straight Connector 2">
            <a:extLst>
              <a:ext uri="{FF2B5EF4-FFF2-40B4-BE49-F238E27FC236}">
                <a16:creationId xmlns:a16="http://schemas.microsoft.com/office/drawing/2014/main" id="{2405500C-1C2B-4DBE-7BD5-6BEE65AA2531}"/>
              </a:ext>
              <a:ext uri="{C183D7F6-B498-43B3-948B-1728B52AA6E4}">
                <adec:decorative xmlns:adec="http://schemas.microsoft.com/office/drawing/2017/decorative" val="1"/>
              </a:ext>
            </a:extLst>
          </p:cNvPr>
          <p:cNvCxnSpPr>
            <a:cxnSpLocks/>
          </p:cNvCxnSpPr>
          <p:nvPr/>
        </p:nvCxnSpPr>
        <p:spPr>
          <a:xfrm flipH="1">
            <a:off x="0" y="37843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EFC0BAFC-A983-7661-7BE4-9CB4E1AAE80B}"/>
              </a:ext>
            </a:extLst>
          </p:cNvPr>
          <p:cNvSpPr>
            <a:spLocks noGrp="1"/>
          </p:cNvSpPr>
          <p:nvPr>
            <p:ph type="ftr" sz="quarter" idx="16"/>
          </p:nvPr>
        </p:nvSpPr>
        <p:spPr>
          <a:xfrm rot="16200000" flipH="1">
            <a:off x="-923978" y="5259333"/>
            <a:ext cx="2559157" cy="365125"/>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40480" y="4162318"/>
            <a:ext cx="7589520" cy="2240280"/>
          </a:xfrm>
        </p:spPr>
        <p:txBody>
          <a:bodyPr>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273E16F8-613D-6FF2-3AAE-FB4255DC1EF7}"/>
              </a:ext>
            </a:extLst>
          </p:cNvPr>
          <p:cNvSpPr>
            <a:spLocks noGrp="1"/>
          </p:cNvSpPr>
          <p:nvPr>
            <p:ph type="dt" sz="half" idx="15"/>
          </p:nvPr>
        </p:nvSpPr>
        <p:spPr/>
        <p:txBody>
          <a:bodyPr/>
          <a:lstStyle/>
          <a:p>
            <a:fld id="{7FA43F5B-065E-43CE-B3FD-98C48A6F94D7}" type="datetime1">
              <a:rPr lang="en-US" smtClean="0"/>
              <a:t>3/2/2026</a:t>
            </a:fld>
            <a:endParaRPr lang="en-US"/>
          </a:p>
        </p:txBody>
      </p:sp>
      <p:sp>
        <p:nvSpPr>
          <p:cNvPr id="12" name="Slide Number Placeholder 11">
            <a:extLst>
              <a:ext uri="{FF2B5EF4-FFF2-40B4-BE49-F238E27FC236}">
                <a16:creationId xmlns:a16="http://schemas.microsoft.com/office/drawing/2014/main" id="{64EC89D4-F3C3-252D-E57A-D34A76D8BD1E}"/>
              </a:ext>
            </a:extLst>
          </p:cNvPr>
          <p:cNvSpPr>
            <a:spLocks noGrp="1"/>
          </p:cNvSpPr>
          <p:nvPr>
            <p:ph type="sldNum" sz="quarter" idx="17"/>
          </p:nvPr>
        </p:nvSpPr>
        <p:spPr>
          <a:xfrm>
            <a:off x="11512296" y="6356350"/>
            <a:ext cx="574620" cy="365125"/>
          </a:xfrm>
        </p:spPr>
        <p:txBody>
          <a:bodyPr/>
          <a:lstStyle/>
          <a:p>
            <a:fld id="{2DE90F28-AFBB-4AB2-AA79-6D3F72ED131B}" type="slidenum">
              <a:rPr lang="en-US" smtClean="0"/>
              <a:t>‹#›</a:t>
            </a:fld>
            <a:endParaRPr lang="en-US"/>
          </a:p>
        </p:txBody>
      </p:sp>
    </p:spTree>
    <p:extLst>
      <p:ext uri="{BB962C8B-B14F-4D97-AF65-F5344CB8AC3E}">
        <p14:creationId xmlns:p14="http://schemas.microsoft.com/office/powerpoint/2010/main" val="9697166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813647"/>
            <a:ext cx="2953618" cy="1892808"/>
          </a:xfrm>
        </p:spPr>
        <p:txBody>
          <a:bodyPr anchor="b" anchorCtr="0">
            <a:normAutofit/>
          </a:bodyPr>
          <a:lstStyle>
            <a:lvl1pPr>
              <a:defRPr sz="32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D1C5DDB1-0680-6692-8E8B-F9D50E915262}"/>
              </a:ext>
            </a:extLst>
          </p:cNvPr>
          <p:cNvSpPr>
            <a:spLocks noGrp="1"/>
          </p:cNvSpPr>
          <p:nvPr>
            <p:ph type="ftr" sz="quarter" idx="16"/>
          </p:nvPr>
        </p:nvSpPr>
        <p:spPr>
          <a:xfrm rot="16200000" flipH="1">
            <a:off x="-853249" y="1315045"/>
            <a:ext cx="2417698" cy="365125"/>
          </a:xfrm>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66175"/>
            <a:ext cx="7409228" cy="2240280"/>
          </a:xfrm>
        </p:spPr>
        <p:txBody>
          <a:bodyPr anchor="b" anchorCtr="0">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65DF332-3FBA-2C89-59F5-FA1778C4985A}"/>
              </a:ext>
            </a:extLst>
          </p:cNvPr>
          <p:cNvSpPr>
            <a:spLocks noGrp="1"/>
          </p:cNvSpPr>
          <p:nvPr>
            <p:ph type="dt" sz="half" idx="15"/>
          </p:nvPr>
        </p:nvSpPr>
        <p:spPr>
          <a:xfrm rot="5400000">
            <a:off x="10902234" y="1160706"/>
            <a:ext cx="1754184" cy="365125"/>
          </a:xfrm>
        </p:spPr>
        <p:txBody>
          <a:bodyPr/>
          <a:lstStyle>
            <a:lvl1pPr>
              <a:defRPr>
                <a:solidFill>
                  <a:schemeClr val="tx1"/>
                </a:solidFill>
              </a:defRPr>
            </a:lvl1pPr>
          </a:lstStyle>
          <a:p>
            <a:fld id="{7FA43F5B-065E-43CE-B3FD-98C48A6F94D7}" type="datetime1">
              <a:rPr lang="en-US" smtClean="0"/>
              <a:pPr/>
              <a:t>3/2/2026</a:t>
            </a:fld>
            <a:endParaRPr lang="en-US"/>
          </a:p>
        </p:txBody>
      </p:sp>
      <p:sp>
        <p:nvSpPr>
          <p:cNvPr id="9" name="Slide Number Placeholder 8">
            <a:extLst>
              <a:ext uri="{FF2B5EF4-FFF2-40B4-BE49-F238E27FC236}">
                <a16:creationId xmlns:a16="http://schemas.microsoft.com/office/drawing/2014/main" id="{BB9E9CA5-FE3A-8B3B-FD85-EEC977EA262E}"/>
              </a:ext>
            </a:extLst>
          </p:cNvPr>
          <p:cNvSpPr>
            <a:spLocks noGrp="1"/>
          </p:cNvSpPr>
          <p:nvPr>
            <p:ph type="sldNum" sz="quarter" idx="17"/>
          </p:nvPr>
        </p:nvSpPr>
        <p:spPr>
          <a:xfrm>
            <a:off x="11512296" y="2353708"/>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98916A20-C6D4-6297-2A89-F60B0B6DAF9A}"/>
              </a:ext>
              <a:ext uri="{C183D7F6-B498-43B3-948B-1728B52AA6E4}">
                <adec:decorative xmlns:adec="http://schemas.microsoft.com/office/drawing/2017/decorative" val="1"/>
              </a:ext>
            </a:extLst>
          </p:cNvPr>
          <p:cNvCxnSpPr>
            <a:cxnSpLocks/>
          </p:cNvCxnSpPr>
          <p:nvPr userDrawn="1"/>
        </p:nvCxnSpPr>
        <p:spPr>
          <a:xfrm flipH="1">
            <a:off x="0" y="3071719"/>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3778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5577840"/>
            <a:ext cx="10972802" cy="970463"/>
          </a:xfrm>
        </p:spPr>
        <p:txBody>
          <a:bodyPr anchor="t" anchorCtr="0"/>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F715F3DA-3DCE-67E6-E94C-48C96A36C98B}"/>
              </a:ext>
            </a:extLst>
          </p:cNvPr>
          <p:cNvSpPr>
            <a:spLocks noGrp="1"/>
          </p:cNvSpPr>
          <p:nvPr>
            <p:ph type="pic" sz="quarter" idx="13" hasCustomPrompt="1"/>
          </p:nvPr>
        </p:nvSpPr>
        <p:spPr>
          <a:xfrm>
            <a:off x="640080" y="365760"/>
            <a:ext cx="5898743" cy="4425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950303" y="365760"/>
            <a:ext cx="4571137" cy="4428871"/>
          </a:xfrm>
        </p:spPr>
        <p:txBody>
          <a:bodyPr anchor="b" anchorCtr="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766791B-F730-470C-BD5E-FFF8D449589F}" type="datetime1">
              <a:rPr lang="en-US" smtClean="0"/>
              <a:pPr/>
              <a:t>3/2/2026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F5EDA098-8E4B-3EB1-646C-4227A3202019}"/>
              </a:ext>
              <a:ext uri="{C183D7F6-B498-43B3-948B-1728B52AA6E4}">
                <adec:decorative xmlns:adec="http://schemas.microsoft.com/office/drawing/2017/decorative" val="1"/>
              </a:ext>
            </a:extLst>
          </p:cNvPr>
          <p:cNvCxnSpPr>
            <a:cxnSpLocks/>
          </p:cNvCxnSpPr>
          <p:nvPr userDrawn="1"/>
        </p:nvCxnSpPr>
        <p:spPr>
          <a:xfrm flipH="1">
            <a:off x="0" y="521208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26841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3/2/2026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userDrawn="1"/>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01308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7">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8B008C-A5E8-826A-5F68-E2A4C542B6F6}"/>
              </a:ext>
            </a:extLst>
          </p:cNvPr>
          <p:cNvSpPr>
            <a:spLocks noGrp="1"/>
          </p:cNvSpPr>
          <p:nvPr>
            <p:ph type="title"/>
          </p:nvPr>
        </p:nvSpPr>
        <p:spPr>
          <a:xfrm>
            <a:off x="731520" y="320040"/>
            <a:ext cx="10780776" cy="932688"/>
          </a:xfrm>
        </p:spPr>
        <p:txBody>
          <a:bodyPr anchor="b"/>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1816163"/>
            <a:ext cx="3920691" cy="4540188"/>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9516" y="1812758"/>
            <a:ext cx="6349381" cy="45401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3/2/2026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2468762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3/2/2026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24149277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864236" cy="932688"/>
          </a:xfrm>
        </p:spPr>
        <p:txBody>
          <a:bodyPr anchor="b"/>
          <a:lstStyle/>
          <a:p>
            <a:r>
              <a:rPr lang="en-US"/>
              <a:t>Click to edit Master title style</a:t>
            </a:r>
          </a:p>
        </p:txBody>
      </p:sp>
      <p:sp>
        <p:nvSpPr>
          <p:cNvPr id="5" name="Footer Placeholder 3">
            <a:extLst>
              <a:ext uri="{FF2B5EF4-FFF2-40B4-BE49-F238E27FC236}">
                <a16:creationId xmlns:a16="http://schemas.microsoft.com/office/drawing/2014/main" id="{E4C77EC0-4873-6982-138B-77EBB60FCE21}"/>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2148" y="1676967"/>
            <a:ext cx="4304208"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9">
            <a:extLst>
              <a:ext uri="{FF2B5EF4-FFF2-40B4-BE49-F238E27FC236}">
                <a16:creationId xmlns:a16="http://schemas.microsoft.com/office/drawing/2014/main" id="{9EA9F84E-FFD2-9D14-4000-EB54F5065147}"/>
              </a:ext>
            </a:extLst>
          </p:cNvPr>
          <p:cNvSpPr>
            <a:spLocks noGrp="1"/>
          </p:cNvSpPr>
          <p:nvPr>
            <p:ph type="pic" sz="quarter" idx="18" hasCustomPrompt="1"/>
          </p:nvPr>
        </p:nvSpPr>
        <p:spPr>
          <a:xfrm>
            <a:off x="5483476" y="1694325"/>
            <a:ext cx="5990360" cy="4207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3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marL="0" indent="0">
              <a:buFont typeface="Arial" panose="020B0604020202020204" pitchFamily="34" charset="0"/>
              <a:buNone/>
              <a:defRPr>
                <a:solidFill>
                  <a:schemeClr val="tx1"/>
                </a:solidFill>
              </a:defRPr>
            </a:lvl1pPr>
          </a:lstStyle>
          <a:p>
            <a:r>
              <a:rPr lang="en-US"/>
              <a:t> </a:t>
            </a:r>
          </a:p>
        </p:txBody>
      </p:sp>
      <p:sp>
        <p:nvSpPr>
          <p:cNvPr id="7" name="Date Placeholder 2">
            <a:extLst>
              <a:ext uri="{FF2B5EF4-FFF2-40B4-BE49-F238E27FC236}">
                <a16:creationId xmlns:a16="http://schemas.microsoft.com/office/drawing/2014/main" id="{B1DEFE62-48FB-6384-52E6-28C55B7237A0}"/>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3/2/2026</a:t>
            </a:fld>
            <a:endParaRPr lang="en-US"/>
          </a:p>
        </p:txBody>
      </p:sp>
      <p:sp>
        <p:nvSpPr>
          <p:cNvPr id="11" name="Slide Number Placeholder 8">
            <a:extLst>
              <a:ext uri="{FF2B5EF4-FFF2-40B4-BE49-F238E27FC236}">
                <a16:creationId xmlns:a16="http://schemas.microsoft.com/office/drawing/2014/main" id="{70C3045B-A291-FDD5-BEE7-EB765F9DE6BB}"/>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41676624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1">
              <a:rPr lang="en-US" smtClean="0"/>
              <a:pPr/>
              <a:t>3/2/2026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5452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07161BC5-1283-62A1-6BD4-C13D49861D6F}"/>
              </a:ext>
            </a:extLst>
          </p:cNvPr>
          <p:cNvSpPr>
            <a:spLocks noGrp="1"/>
          </p:cNvSpPr>
          <p:nvPr>
            <p:ph type="title"/>
          </p:nvPr>
        </p:nvSpPr>
        <p:spPr>
          <a:xfrm>
            <a:off x="2333244" y="4846320"/>
            <a:ext cx="7525512" cy="1545336"/>
          </a:xfrm>
        </p:spPr>
        <p:txBody>
          <a:bodyPr anchor="t">
            <a:normAutofit/>
          </a:bodyPr>
          <a:lstStyle>
            <a:lvl1pPr algn="ct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8">
            <a:extLst>
              <a:ext uri="{FF2B5EF4-FFF2-40B4-BE49-F238E27FC236}">
                <a16:creationId xmlns:a16="http://schemas.microsoft.com/office/drawing/2014/main" id="{6217EA84-48D2-BF27-881E-1EED3BB2FA90}"/>
              </a:ext>
            </a:extLst>
          </p:cNvPr>
          <p:cNvSpPr>
            <a:spLocks noGrp="1"/>
          </p:cNvSpPr>
          <p:nvPr>
            <p:ph sz="quarter" idx="13" hasCustomPrompt="1"/>
          </p:nvPr>
        </p:nvSpPr>
        <p:spPr>
          <a:xfrm>
            <a:off x="824484" y="549021"/>
            <a:ext cx="10543032" cy="4205859"/>
          </a:xfrm>
        </p:spPr>
        <p:txBody>
          <a:bodyPr anchor="b">
            <a:normAutofit/>
          </a:bodyPr>
          <a:lstStyle>
            <a:lvl1pPr algn="ct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7A7CDD-9512-40CC-9351-FC0DE186CFBD}" type="datetime1">
              <a:rPr lang="en-US" smtClean="0"/>
              <a:pPr/>
              <a:t>3/2/2026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385837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7792842B-25D6-4A1E-C1C2-AEE71B415CE0}"/>
              </a:ext>
            </a:extLst>
          </p:cNvPr>
          <p:cNvSpPr>
            <a:spLocks noGrp="1"/>
          </p:cNvSpPr>
          <p:nvPr>
            <p:ph type="title"/>
          </p:nvPr>
        </p:nvSpPr>
        <p:spPr>
          <a:xfrm>
            <a:off x="7223760" y="1371600"/>
            <a:ext cx="4114800" cy="4114800"/>
          </a:xfrm>
        </p:spPr>
        <p:txBody>
          <a:bodyPr anchor="ctr">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8">
            <a:extLst>
              <a:ext uri="{FF2B5EF4-FFF2-40B4-BE49-F238E27FC236}">
                <a16:creationId xmlns:a16="http://schemas.microsoft.com/office/drawing/2014/main" id="{12DBA1DA-C8D5-2565-57BF-FEDE64BF7000}"/>
              </a:ext>
            </a:extLst>
          </p:cNvPr>
          <p:cNvSpPr>
            <a:spLocks noGrp="1"/>
          </p:cNvSpPr>
          <p:nvPr>
            <p:ph sz="quarter" idx="13" hasCustomPrompt="1"/>
          </p:nvPr>
        </p:nvSpPr>
        <p:spPr>
          <a:xfrm>
            <a:off x="914400" y="353237"/>
            <a:ext cx="5937337" cy="6368237"/>
          </a:xfrm>
        </p:spPr>
        <p:txBody>
          <a:bodyPr anchor="ctr">
            <a:normAutofit/>
          </a:bodyPr>
          <a:lstStyle>
            <a:lvl1pPr>
              <a:lnSpc>
                <a:spcPct val="90000"/>
              </a:lnSpc>
              <a:spcBef>
                <a:spcPts val="0"/>
              </a:spcBef>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pPr/>
              <a:t>3/2/2026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876080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E9039192-694E-62AB-FB7F-F6E803456FEC}"/>
              </a:ext>
            </a:extLst>
          </p:cNvPr>
          <p:cNvSpPr>
            <a:spLocks noGrp="1"/>
          </p:cNvSpPr>
          <p:nvPr>
            <p:ph type="title"/>
          </p:nvPr>
        </p:nvSpPr>
        <p:spPr>
          <a:xfrm>
            <a:off x="2333244" y="5687755"/>
            <a:ext cx="7525512" cy="603317"/>
          </a:xfrm>
        </p:spPr>
        <p:txBody>
          <a:bodyPr anchor="t">
            <a:normAutofit/>
          </a:bodyPr>
          <a:lstStyle>
            <a:lvl1pPr algn="ctr">
              <a:lnSpc>
                <a:spcPct val="110000"/>
              </a:lnSpc>
              <a:spcBef>
                <a:spcPts val="1000"/>
              </a:spcBef>
              <a:defRPr sz="2000" cap="none" baseline="0">
                <a:latin typeface="+mn-lt"/>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8">
            <a:extLst>
              <a:ext uri="{FF2B5EF4-FFF2-40B4-BE49-F238E27FC236}">
                <a16:creationId xmlns:a16="http://schemas.microsoft.com/office/drawing/2014/main" id="{669733E3-85D7-9D43-FABD-E3A6C144668D}"/>
              </a:ext>
            </a:extLst>
          </p:cNvPr>
          <p:cNvSpPr>
            <a:spLocks noGrp="1"/>
          </p:cNvSpPr>
          <p:nvPr>
            <p:ph sz="quarter" idx="13" hasCustomPrompt="1"/>
          </p:nvPr>
        </p:nvSpPr>
        <p:spPr>
          <a:xfrm>
            <a:off x="1935038" y="2390272"/>
            <a:ext cx="8321926" cy="3449054"/>
          </a:xfrm>
        </p:spPr>
        <p:txBody>
          <a:bodyPr anchor="b">
            <a:normAutofit/>
          </a:bodyPr>
          <a:lstStyle>
            <a:lvl1pPr algn="ctr">
              <a:defRPr sz="23200">
                <a:latin typeface="+mj-lt"/>
              </a:defRPr>
            </a:lvl1pPr>
          </a:lstStyle>
          <a:p>
            <a:pPr lvl="0"/>
            <a:r>
              <a:rPr lang="en-US"/>
              <a: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3/2/2026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
        <p:nvSpPr>
          <p:cNvPr id="7" name="Freeform: Shape 15">
            <a:extLst>
              <a:ext uri="{FF2B5EF4-FFF2-40B4-BE49-F238E27FC236}">
                <a16:creationId xmlns:a16="http://schemas.microsoft.com/office/drawing/2014/main" id="{CD72DDC7-047B-67C7-5CC9-82D9E661F5C0}"/>
              </a:ext>
              <a:ext uri="{C183D7F6-B498-43B3-948B-1728B52AA6E4}">
                <adec:decorative xmlns:adec="http://schemas.microsoft.com/office/drawing/2017/decorative" val="1"/>
              </a:ext>
            </a:extLst>
          </p:cNvPr>
          <p:cNvSpPr/>
          <p:nvPr userDrawn="1"/>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38500377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3/2/2026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userDrawn="1"/>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18730317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14400" y="2194560"/>
            <a:ext cx="8266176" cy="4142232"/>
          </a:xfrm>
        </p:spPr>
        <p:txBody>
          <a:bodyPr anchor="t" anchorCtr="0">
            <a:noAutofit/>
          </a:bodyPr>
          <a:lstStyle>
            <a:lvl1pPr marL="0" indent="0">
              <a:lnSpc>
                <a:spcPct val="100000"/>
              </a:lnSpc>
              <a:buNone/>
              <a:defRPr sz="4400" b="0" cap="all" baseline="0">
                <a:solidFill>
                  <a:schemeClr val="tx1"/>
                </a:solidFill>
              </a:defRPr>
            </a:lvl1pPr>
            <a:lvl2pPr marL="228600" indent="0">
              <a:lnSpc>
                <a:spcPct val="100000"/>
              </a:lnSpc>
              <a:buNone/>
              <a:defRPr sz="4000" b="0" cap="all" baseline="0">
                <a:solidFill>
                  <a:schemeClr val="tx1"/>
                </a:solidFill>
              </a:defRPr>
            </a:lvl2pPr>
            <a:lvl3pPr marL="457200" indent="0">
              <a:lnSpc>
                <a:spcPct val="100000"/>
              </a:lnSpc>
              <a:buNone/>
              <a:defRPr sz="3600" b="0" cap="all" baseline="0">
                <a:solidFill>
                  <a:schemeClr val="tx1"/>
                </a:solidFill>
              </a:defRPr>
            </a:lvl3pPr>
            <a:lvl4pPr marL="685800" indent="0">
              <a:lnSpc>
                <a:spcPct val="100000"/>
              </a:lnSpc>
              <a:buNone/>
              <a:defRPr sz="3200" b="0" cap="all" baseline="0">
                <a:solidFill>
                  <a:schemeClr val="tx1"/>
                </a:solidFill>
              </a:defRPr>
            </a:lvl4pPr>
            <a:lvl5pPr marL="914400" indent="0">
              <a:lnSpc>
                <a:spcPct val="100000"/>
              </a:lnSpc>
              <a:buNone/>
              <a:defRPr sz="28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301B1322-4C31-4D1F-88B1-5F79F56892AE}" type="datetime1">
              <a:rPr lang="en-US" smtClean="0"/>
              <a:pPr/>
              <a:t>3/2/2026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281256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399"/>
            <a:ext cx="8266176" cy="5308603"/>
          </a:xfrm>
        </p:spPr>
        <p:txBody>
          <a:bodyPr anchor="b">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3/2/2026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93863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400"/>
            <a:ext cx="8266176" cy="5029200"/>
          </a:xfrm>
        </p:spPr>
        <p:txBody>
          <a:bodyPr anchor="ctr">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3/2/2026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8234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userDrawn="1"/>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3/2/2026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069209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Quote 2">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3008E7D-CE80-FED6-37C3-0C80349764CF}"/>
              </a:ext>
            </a:extLst>
          </p:cNvPr>
          <p:cNvSpPr>
            <a:spLocks noGrp="1"/>
          </p:cNvSpPr>
          <p:nvPr>
            <p:ph type="title" hasCustomPrompt="1"/>
          </p:nvPr>
        </p:nvSpPr>
        <p:spPr>
          <a:xfrm>
            <a:off x="2057386" y="5349240"/>
            <a:ext cx="9052559" cy="466344"/>
          </a:xfrm>
        </p:spPr>
        <p:txBody>
          <a:bodyPr anchor="ctr">
            <a:normAutofit/>
          </a:bodyPr>
          <a:lstStyle>
            <a:lvl1pPr>
              <a:defRPr sz="180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solidFill>
                  <a:schemeClr val="tx1"/>
                </a:solidFill>
              </a:defRPr>
            </a:lvl1pPr>
          </a:lstStyle>
          <a:p>
            <a:r>
              <a:rPr lang="en-US"/>
              <a:t>Sample Footer Text</a:t>
            </a:r>
          </a:p>
        </p:txBody>
      </p:sp>
      <p:sp>
        <p:nvSpPr>
          <p:cNvPr id="10" name="Content Placeholder 12">
            <a:extLst>
              <a:ext uri="{FF2B5EF4-FFF2-40B4-BE49-F238E27FC236}">
                <a16:creationId xmlns:a16="http://schemas.microsoft.com/office/drawing/2014/main" id="{4858928B-5A9F-47D7-A728-92043F9C616D}"/>
              </a:ext>
            </a:extLst>
          </p:cNvPr>
          <p:cNvSpPr>
            <a:spLocks noGrp="1"/>
          </p:cNvSpPr>
          <p:nvPr>
            <p:ph sz="quarter" idx="15" hasCustomPrompt="1"/>
          </p:nvPr>
        </p:nvSpPr>
        <p:spPr>
          <a:xfrm>
            <a:off x="2057387" y="1344168"/>
            <a:ext cx="9052559" cy="3291840"/>
          </a:xfrm>
        </p:spPr>
        <p:txBody>
          <a:bodyPr anchor="ctr">
            <a:normAutofit/>
          </a:bodyPr>
          <a:lstStyle>
            <a:lvl1pPr>
              <a:lnSpc>
                <a:spcPct val="100000"/>
              </a:lnSpc>
              <a:spcBef>
                <a:spcPts val="0"/>
              </a:spcBef>
              <a:defRPr sz="5400" cap="all" baseline="0"/>
            </a:lvl1pPr>
          </a:lstStyle>
          <a:p>
            <a:pPr lvl="0"/>
            <a:r>
              <a:rPr lang="en-US"/>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solidFill>
                  <a:schemeClr val="tx1"/>
                </a:solidFill>
              </a:defRPr>
            </a:lvl1pPr>
          </a:lstStyle>
          <a:p>
            <a:fld id="{29247CA6-BC1D-429A-A289-4E939E49554A}" type="datetime1">
              <a:rPr lang="en-US" smtClean="0"/>
              <a:pPr/>
              <a:t>3/2/2026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03610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9CADAEB-D17D-F975-9A7E-9ECADE7C15A6}"/>
              </a:ext>
            </a:extLst>
          </p:cNvPr>
          <p:cNvSpPr>
            <a:spLocks noGrp="1"/>
          </p:cNvSpPr>
          <p:nvPr>
            <p:ph type="title" hasCustomPrompt="1"/>
          </p:nvPr>
        </p:nvSpPr>
        <p:spPr>
          <a:xfrm>
            <a:off x="914398" y="5529263"/>
            <a:ext cx="8961121" cy="977900"/>
          </a:xfrm>
        </p:spPr>
        <p:txBody>
          <a:bodyPr anchor="ctr">
            <a:normAutofit/>
          </a:bodyPr>
          <a:lstStyle>
            <a:lvl1pPr>
              <a:defRPr sz="180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lvl1pPr>
          </a:lstStyle>
          <a:p>
            <a:r>
              <a:rPr lang="en-US"/>
              <a:t>Sample Footer Text</a:t>
            </a:r>
          </a:p>
        </p:txBody>
      </p:sp>
      <p:sp>
        <p:nvSpPr>
          <p:cNvPr id="13" name="Content Placeholder 12">
            <a:extLst>
              <a:ext uri="{FF2B5EF4-FFF2-40B4-BE49-F238E27FC236}">
                <a16:creationId xmlns:a16="http://schemas.microsoft.com/office/drawing/2014/main" id="{E77C66A4-AAA2-6143-2AAE-5C8823111D3A}"/>
              </a:ext>
            </a:extLst>
          </p:cNvPr>
          <p:cNvSpPr>
            <a:spLocks noGrp="1"/>
          </p:cNvSpPr>
          <p:nvPr>
            <p:ph sz="quarter" idx="15" hasCustomPrompt="1"/>
          </p:nvPr>
        </p:nvSpPr>
        <p:spPr>
          <a:xfrm>
            <a:off x="914400" y="1005839"/>
            <a:ext cx="8961438" cy="3751899"/>
          </a:xfrm>
        </p:spPr>
        <p:txBody>
          <a:bodyPr>
            <a:normAutofit/>
          </a:bodyPr>
          <a:lstStyle>
            <a:lvl1pPr>
              <a:lnSpc>
                <a:spcPct val="100000"/>
              </a:lnSpc>
              <a:spcBef>
                <a:spcPts val="0"/>
              </a:spcBef>
              <a:defRPr sz="6000" cap="all" baseline="0"/>
            </a:lvl1pPr>
          </a:lstStyle>
          <a:p>
            <a:pPr lvl="0"/>
            <a:r>
              <a:rPr lang="en-US"/>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lvl1pPr>
          </a:lstStyle>
          <a:p>
            <a:fld id="{DF8418BD-2BA9-41CB-AB89-625779A7563D}" type="datetime1">
              <a:rPr lang="en-US" smtClean="0"/>
              <a:pPr/>
              <a:t>3/2/2026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05852FC1-DF85-9E04-E064-E263DDD72C88}"/>
              </a:ext>
              <a:ext uri="{C183D7F6-B498-43B3-948B-1728B52AA6E4}">
                <adec:decorative xmlns:adec="http://schemas.microsoft.com/office/drawing/2017/decorative" val="1"/>
              </a:ext>
            </a:extLst>
          </p:cNvPr>
          <p:cNvCxnSpPr>
            <a:cxnSpLocks/>
          </p:cNvCxnSpPr>
          <p:nvPr userDrawn="1"/>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98895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1">
              <a:rPr lang="en-US" smtClean="0"/>
              <a:pPr/>
              <a:t>3/2/2026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485909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1">
              <a:rPr lang="en-US" smtClean="0"/>
              <a:pPr/>
              <a:t>3/2/2026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691930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1">
              <a:rPr lang="en-US" smtClean="0"/>
              <a:pPr/>
              <a:t>3/2/2026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6166187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1">
              <a:rPr lang="en-US" smtClean="0"/>
              <a:pPr/>
              <a:t>3/2/2026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204200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3200" baseline="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1"/>
            <a:ext cx="3595634" cy="3993263"/>
          </a:xfrm>
        </p:spPr>
        <p:txBody>
          <a:bodyPr anchor="t">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46320" y="553615"/>
            <a:ext cx="6440258" cy="575510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lvl1pPr>
              <a:defRPr>
                <a:solidFill>
                  <a:schemeClr val="tx1"/>
                </a:solidFill>
              </a:defRPr>
            </a:lvl1pPr>
          </a:lstStyle>
          <a:p>
            <a:fld id="{12DB3EA1-DD0C-4B8D-8364-52024B4530F1}" type="datetime1">
              <a:rPr lang="en-US" smtClean="0"/>
              <a:pPr/>
              <a:t>3/2/2026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3A126498-5D70-71A2-A52F-877C850B34BC}"/>
              </a:ext>
              <a:ext uri="{C183D7F6-B498-43B3-948B-1728B52AA6E4}">
                <adec:decorative xmlns:adec="http://schemas.microsoft.com/office/drawing/2017/decorative" val="1"/>
              </a:ext>
            </a:extLst>
          </p:cNvPr>
          <p:cNvCxnSpPr>
            <a:cxnSpLocks/>
          </p:cNvCxnSpPr>
          <p:nvPr/>
        </p:nvCxnSpPr>
        <p:spPr>
          <a:xfrm>
            <a:off x="457586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81745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75F4D28-38E0-121F-D54D-1FCE2D6321C8}"/>
              </a:ext>
            </a:extLst>
          </p:cNvPr>
          <p:cNvSpPr>
            <a:spLocks noGrp="1"/>
          </p:cNvSpPr>
          <p:nvPr>
            <p:ph type="title"/>
          </p:nvPr>
        </p:nvSpPr>
        <p:spPr>
          <a:xfrm>
            <a:off x="731520" y="553616"/>
            <a:ext cx="3595634" cy="2250544"/>
          </a:xfrm>
        </p:spPr>
        <p:txBody>
          <a:bodyPr anchor="t">
            <a:normAutofit/>
          </a:bodyPr>
          <a:lstStyle>
            <a:lvl1pPr>
              <a:defRPr sz="3200" baseline="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3">
            <a:extLst>
              <a:ext uri="{FF2B5EF4-FFF2-40B4-BE49-F238E27FC236}">
                <a16:creationId xmlns:a16="http://schemas.microsoft.com/office/drawing/2014/main" id="{23EFCC9B-CBB5-5DB3-0C1A-D7607EED4E32}"/>
              </a:ext>
            </a:extLst>
          </p:cNvPr>
          <p:cNvSpPr>
            <a:spLocks noGrp="1"/>
          </p:cNvSpPr>
          <p:nvPr>
            <p:ph type="body" sz="half" idx="14"/>
          </p:nvPr>
        </p:nvSpPr>
        <p:spPr>
          <a:xfrm>
            <a:off x="731520" y="2931865"/>
            <a:ext cx="3595634" cy="3372519"/>
          </a:xfrm>
        </p:spPr>
        <p:txBody>
          <a:bodyPr anchor="b">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9">
            <a:extLst>
              <a:ext uri="{FF2B5EF4-FFF2-40B4-BE49-F238E27FC236}">
                <a16:creationId xmlns:a16="http://schemas.microsoft.com/office/drawing/2014/main" id="{71602F00-69F8-D44C-0F84-384694CA224A}"/>
              </a:ext>
            </a:extLst>
          </p:cNvPr>
          <p:cNvSpPr>
            <a:spLocks noGrp="1"/>
          </p:cNvSpPr>
          <p:nvPr>
            <p:ph type="pic" sz="quarter" idx="13" hasCustomPrompt="1"/>
          </p:nvPr>
        </p:nvSpPr>
        <p:spPr>
          <a:xfrm>
            <a:off x="5091497" y="598627"/>
            <a:ext cx="6304337" cy="5775923"/>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3D157344-9CC7-412D-8C20-072BE86D5A11}" type="datetime1">
              <a:rPr lang="en-US" smtClean="0"/>
              <a:pPr/>
              <a:t>3/2/2026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68867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1">
              <a:rPr lang="en-US" smtClean="0"/>
              <a:pPr/>
              <a:t>3/2/2026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25786697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3/2/2026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334734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1">
              <a:rPr lang="en-US" smtClean="0"/>
              <a:pPr/>
              <a:t>3/2/2026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smtClean="0"/>
              <a:pPr/>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383068"/>
      </p:ext>
    </p:extLst>
  </p:cSld>
  <p:clrMap bg1="lt1" tx1="dk1" bg2="lt2" tx2="dk2" accent1="accent1" accent2="accent2" accent3="accent3" accent4="accent4" accent5="accent5" accent6="accent6" hlink="hlink" folHlink="folHlink"/>
  <p:sldLayoutIdLst>
    <p:sldLayoutId id="2147483764" r:id="rId1"/>
    <p:sldLayoutId id="2147483767" r:id="rId2"/>
    <p:sldLayoutId id="2147483762" r:id="rId3"/>
    <p:sldLayoutId id="2147483945" r:id="rId4"/>
    <p:sldLayoutId id="2147483936" r:id="rId5"/>
    <p:sldLayoutId id="2147483759" r:id="rId6"/>
    <p:sldLayoutId id="2147483760" r:id="rId7"/>
    <p:sldLayoutId id="2147483761" r:id="rId8"/>
    <p:sldLayoutId id="2147483765" r:id="rId9"/>
    <p:sldLayoutId id="2147483770" r:id="rId10"/>
    <p:sldLayoutId id="2147483953" r:id="rId11"/>
    <p:sldLayoutId id="2147483948" r:id="rId12"/>
    <p:sldLayoutId id="2147483954" r:id="rId13"/>
    <p:sldLayoutId id="2147483769" r:id="rId14"/>
    <p:sldLayoutId id="2147483944" r:id="rId15"/>
    <p:sldLayoutId id="2147483771" r:id="rId16"/>
    <p:sldLayoutId id="2147483772" r:id="rId17"/>
    <p:sldLayoutId id="2147483774" r:id="rId18"/>
    <p:sldLayoutId id="2147483949" r:id="rId19"/>
    <p:sldLayoutId id="2147483950" r:id="rId20"/>
    <p:sldLayoutId id="2147483775" r:id="rId21"/>
    <p:sldLayoutId id="2147483776" r:id="rId22"/>
    <p:sldLayoutId id="2147483777" r:id="rId23"/>
    <p:sldLayoutId id="2147483778" r:id="rId24"/>
    <p:sldLayoutId id="2147483779" r:id="rId25"/>
    <p:sldLayoutId id="2147483780" r:id="rId26"/>
    <p:sldLayoutId id="2147483782" r:id="rId27"/>
    <p:sldLayoutId id="2147483783" r:id="rId28"/>
    <p:sldLayoutId id="2147483784" r:id="rId29"/>
    <p:sldLayoutId id="2147483786" r:id="rId30"/>
    <p:sldLayoutId id="2147483787" r:id="rId31"/>
    <p:sldLayoutId id="2147483788" r:id="rId32"/>
    <p:sldLayoutId id="2147483789" r:id="rId33"/>
    <p:sldLayoutId id="2147483791" r:id="rId34"/>
    <p:sldLayoutId id="2147483947" r:id="rId35"/>
    <p:sldLayoutId id="2147483951" r:id="rId36"/>
    <p:sldLayoutId id="2147483952" r:id="rId37"/>
    <p:sldLayoutId id="2147483792" r:id="rId38"/>
    <p:sldLayoutId id="2147483793" r:id="rId39"/>
    <p:sldLayoutId id="2147483794" r:id="rId40"/>
    <p:sldLayoutId id="2147483941" r:id="rId41"/>
    <p:sldLayoutId id="2147483795" r:id="rId42"/>
    <p:sldLayoutId id="2147483796" r:id="rId43"/>
    <p:sldLayoutId id="2147483942" r:id="rId44"/>
    <p:sldLayoutId id="2147483943" r:id="rId45"/>
    <p:sldLayoutId id="2147483798" r:id="rId46"/>
    <p:sldLayoutId id="2147483799" r:id="rId47"/>
    <p:sldLayoutId id="2147483800" r:id="rId48"/>
    <p:sldLayoutId id="2147483801" r:id="rId49"/>
    <p:sldLayoutId id="2147483802" r:id="rId50"/>
    <p:sldLayoutId id="2147483803" r:id="rId51"/>
    <p:sldLayoutId id="2147483804" r:id="rId52"/>
    <p:sldLayoutId id="2147483805" r:id="rId53"/>
    <p:sldLayoutId id="2147483806" r:id="rId54"/>
    <p:sldLayoutId id="2147483807" r:id="rId55"/>
    <p:sldLayoutId id="2147483934" r:id="rId56"/>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31255-5CDE-B5A9-D87E-E88A4DA99C1A}"/>
              </a:ext>
            </a:extLst>
          </p:cNvPr>
          <p:cNvSpPr>
            <a:spLocks noGrp="1"/>
          </p:cNvSpPr>
          <p:nvPr>
            <p:ph type="ctrTitle"/>
          </p:nvPr>
        </p:nvSpPr>
        <p:spPr>
          <a:xfrm>
            <a:off x="623963" y="1789032"/>
            <a:ext cx="10972800" cy="786384"/>
          </a:xfrm>
        </p:spPr>
        <p:txBody>
          <a:bodyPr anchor="b">
            <a:normAutofit fontScale="90000"/>
          </a:bodyPr>
          <a:lstStyle/>
          <a:p>
            <a:r>
              <a:rPr lang="en-US" dirty="0"/>
              <a:t>MONTHLY RECALL &amp; Project Summary</a:t>
            </a:r>
          </a:p>
        </p:txBody>
      </p:sp>
      <p:sp>
        <p:nvSpPr>
          <p:cNvPr id="3" name="Subtitle 2">
            <a:extLst>
              <a:ext uri="{FF2B5EF4-FFF2-40B4-BE49-F238E27FC236}">
                <a16:creationId xmlns:a16="http://schemas.microsoft.com/office/drawing/2014/main" id="{1A719D3D-8622-CD16-1676-69CFA3A5EEA9}"/>
              </a:ext>
            </a:extLst>
          </p:cNvPr>
          <p:cNvSpPr>
            <a:spLocks noGrp="1"/>
          </p:cNvSpPr>
          <p:nvPr>
            <p:ph type="subTitle" idx="1"/>
          </p:nvPr>
        </p:nvSpPr>
        <p:spPr>
          <a:xfrm>
            <a:off x="609600" y="5972629"/>
            <a:ext cx="10972800" cy="480373"/>
          </a:xfrm>
        </p:spPr>
        <p:txBody>
          <a:bodyPr anchor="t">
            <a:normAutofit/>
          </a:bodyPr>
          <a:lstStyle/>
          <a:p>
            <a:r>
              <a:rPr lang="en-US"/>
              <a:t>An overview highlighting key project outcomes</a:t>
            </a:r>
          </a:p>
        </p:txBody>
      </p:sp>
      <p:sp>
        <p:nvSpPr>
          <p:cNvPr id="5" name="Date Placeholder 4">
            <a:extLst>
              <a:ext uri="{FF2B5EF4-FFF2-40B4-BE49-F238E27FC236}">
                <a16:creationId xmlns:a16="http://schemas.microsoft.com/office/drawing/2014/main" id="{C540F0E9-00E5-9C28-F658-12DC2E4743DC}"/>
              </a:ext>
            </a:extLst>
          </p:cNvPr>
          <p:cNvSpPr>
            <a:spLocks noGrp="1"/>
          </p:cNvSpPr>
          <p:nvPr>
            <p:ph type="dt" sz="half" idx="14"/>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3/2/2026</a:t>
            </a:fld>
            <a:endParaRPr lang="en-US"/>
          </a:p>
        </p:txBody>
      </p:sp>
      <p:sp>
        <p:nvSpPr>
          <p:cNvPr id="6" name="Slide Number Placeholder 5">
            <a:extLst>
              <a:ext uri="{FF2B5EF4-FFF2-40B4-BE49-F238E27FC236}">
                <a16:creationId xmlns:a16="http://schemas.microsoft.com/office/drawing/2014/main" id="{5A5F0B8E-7D32-7FAD-47A8-FF24478811CE}"/>
              </a:ext>
            </a:extLst>
          </p:cNvPr>
          <p:cNvSpPr>
            <a:spLocks noGrp="1"/>
          </p:cNvSpPr>
          <p:nvPr>
            <p:ph type="sldNum" sz="quarter" idx="16"/>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1</a:t>
            </a:fld>
            <a:endParaRPr lang="en-US"/>
          </a:p>
        </p:txBody>
      </p:sp>
    </p:spTree>
    <p:extLst>
      <p:ext uri="{BB962C8B-B14F-4D97-AF65-F5344CB8AC3E}">
        <p14:creationId xmlns:p14="http://schemas.microsoft.com/office/powerpoint/2010/main" val="2436479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371CC-94C0-D7AD-8587-1E8BD0FC9780}"/>
              </a:ext>
            </a:extLst>
          </p:cNvPr>
          <p:cNvSpPr>
            <a:spLocks noGrp="1"/>
          </p:cNvSpPr>
          <p:nvPr>
            <p:ph type="title"/>
          </p:nvPr>
        </p:nvSpPr>
        <p:spPr>
          <a:xfrm>
            <a:off x="838200" y="859536"/>
            <a:ext cx="9546336" cy="3675885"/>
          </a:xfrm>
        </p:spPr>
        <p:txBody>
          <a:bodyPr anchor="t">
            <a:normAutofit/>
          </a:bodyPr>
          <a:lstStyle/>
          <a:p>
            <a:r>
              <a:rPr lang="en-US"/>
              <a:t>Task Briefs and Impacts</a:t>
            </a:r>
          </a:p>
        </p:txBody>
      </p:sp>
      <p:sp>
        <p:nvSpPr>
          <p:cNvPr id="5" name="Date Placeholder 4">
            <a:extLst>
              <a:ext uri="{FF2B5EF4-FFF2-40B4-BE49-F238E27FC236}">
                <a16:creationId xmlns:a16="http://schemas.microsoft.com/office/drawing/2014/main" id="{D160A9E9-FBD6-D869-16F2-6F4DB76B2370}"/>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3/2/2026</a:t>
            </a:fld>
            <a:endParaRPr lang="en-US"/>
          </a:p>
        </p:txBody>
      </p:sp>
      <p:sp>
        <p:nvSpPr>
          <p:cNvPr id="6" name="Slide Number Placeholder 5">
            <a:extLst>
              <a:ext uri="{FF2B5EF4-FFF2-40B4-BE49-F238E27FC236}">
                <a16:creationId xmlns:a16="http://schemas.microsoft.com/office/drawing/2014/main" id="{A73BED03-8E03-9FF2-FC70-5B97216ABE26}"/>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2</a:t>
            </a:fld>
            <a:endParaRPr lang="en-US"/>
          </a:p>
        </p:txBody>
      </p:sp>
    </p:spTree>
    <p:extLst>
      <p:ext uri="{BB962C8B-B14F-4D97-AF65-F5344CB8AC3E}">
        <p14:creationId xmlns:p14="http://schemas.microsoft.com/office/powerpoint/2010/main" val="27177053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649BD-B413-17F5-7F58-3CE9F406509A}"/>
              </a:ext>
            </a:extLst>
          </p:cNvPr>
          <p:cNvSpPr>
            <a:spLocks noGrp="1"/>
          </p:cNvSpPr>
          <p:nvPr>
            <p:ph type="title"/>
          </p:nvPr>
        </p:nvSpPr>
        <p:spPr>
          <a:xfrm>
            <a:off x="731520" y="320040"/>
            <a:ext cx="10780776" cy="932688"/>
          </a:xfrm>
        </p:spPr>
        <p:txBody>
          <a:bodyPr anchor="b">
            <a:normAutofit/>
          </a:bodyPr>
          <a:lstStyle/>
          <a:p>
            <a:r>
              <a:rPr lang="en-US"/>
              <a:t>INDUCTION</a:t>
            </a:r>
          </a:p>
        </p:txBody>
      </p:sp>
      <p:sp>
        <p:nvSpPr>
          <p:cNvPr id="5" name="Content Placeholder 4">
            <a:extLst>
              <a:ext uri="{FF2B5EF4-FFF2-40B4-BE49-F238E27FC236}">
                <a16:creationId xmlns:a16="http://schemas.microsoft.com/office/drawing/2014/main" id="{A706DD4C-45BA-958C-2441-52B5D33AF88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547446"/>
            <a:ext cx="10767378" cy="4805500"/>
          </a:xfrm>
        </p:spPr>
        <p:txBody>
          <a:bodyPr>
            <a:normAutofit/>
          </a:bodyPr>
          <a:lstStyle/>
          <a:p>
            <a:pPr marL="0" indent="0">
              <a:spcBef>
                <a:spcPts val="2500"/>
              </a:spcBef>
              <a:buFont typeface="Arial" panose="020B0604020202020204" pitchFamily="34" charset="0"/>
              <a:buNone/>
            </a:pPr>
            <a:r>
              <a:rPr lang="en-US" b="1" dirty="0"/>
              <a:t>Introduction to Team Structure</a:t>
            </a:r>
          </a:p>
          <a:p>
            <a:pPr marL="0" lvl="1" indent="0">
              <a:buFont typeface="Arial" panose="020B0604020202020204" pitchFamily="34" charset="0"/>
              <a:buNone/>
            </a:pPr>
            <a:r>
              <a:rPr lang="en-US" sz="1800" dirty="0"/>
              <a:t>Induction outlines team roles, reporting lines, and collaboration channels to ensure clarity and reduce ambiguity.</a:t>
            </a:r>
          </a:p>
          <a:p>
            <a:pPr marL="0" indent="0">
              <a:spcBef>
                <a:spcPts val="2500"/>
              </a:spcBef>
              <a:buFont typeface="Arial" panose="020B0604020202020204" pitchFamily="34" charset="0"/>
              <a:buNone/>
            </a:pPr>
            <a:r>
              <a:rPr lang="en-US" b="1" dirty="0"/>
              <a:t>Familiarization with Workflows</a:t>
            </a:r>
          </a:p>
          <a:p>
            <a:pPr marL="0" lvl="1" indent="0">
              <a:buFont typeface="Arial" panose="020B0604020202020204" pitchFamily="34" charset="0"/>
              <a:buNone/>
            </a:pPr>
            <a:r>
              <a:rPr lang="en-US" sz="1800" dirty="0"/>
              <a:t>Structured onboarding accelerates understanding of workflows and promotes alignment with organizational culture.</a:t>
            </a:r>
          </a:p>
          <a:p>
            <a:pPr marL="0" indent="0">
              <a:spcBef>
                <a:spcPts val="2500"/>
              </a:spcBef>
              <a:buFont typeface="Arial" panose="020B0604020202020204" pitchFamily="34" charset="0"/>
              <a:buNone/>
            </a:pPr>
            <a:r>
              <a:rPr lang="en-US" b="1" dirty="0"/>
              <a:t>Cross-Team Awareness</a:t>
            </a:r>
          </a:p>
          <a:p>
            <a:pPr marL="0" lvl="1" indent="0">
              <a:buFont typeface="Arial" panose="020B0604020202020204" pitchFamily="34" charset="0"/>
              <a:buNone/>
            </a:pPr>
            <a:r>
              <a:rPr lang="en-US" sz="1800" dirty="0"/>
              <a:t>Induction enhances awareness of interdepartmental functions, helping new joiners identify key contacts.</a:t>
            </a:r>
          </a:p>
          <a:p>
            <a:pPr marL="0" indent="0">
              <a:spcBef>
                <a:spcPts val="2500"/>
              </a:spcBef>
              <a:buFont typeface="Arial" panose="020B0604020202020204" pitchFamily="34" charset="0"/>
              <a:buNone/>
            </a:pPr>
            <a:r>
              <a:rPr lang="en-US" b="1" dirty="0"/>
              <a:t>Operational Efficiency and Engagement</a:t>
            </a:r>
          </a:p>
          <a:p>
            <a:pPr marL="0" lvl="1" indent="0">
              <a:buFont typeface="Arial" panose="020B0604020202020204" pitchFamily="34" charset="0"/>
              <a:buNone/>
            </a:pPr>
            <a:r>
              <a:rPr lang="en-US" sz="1800" dirty="0"/>
              <a:t>Induction reduces ramp-up time, boosting productivity and fostering engagement from day one.</a:t>
            </a:r>
          </a:p>
        </p:txBody>
      </p:sp>
      <p:sp>
        <p:nvSpPr>
          <p:cNvPr id="6" name="Date Placeholder 5">
            <a:extLst>
              <a:ext uri="{FF2B5EF4-FFF2-40B4-BE49-F238E27FC236}">
                <a16:creationId xmlns:a16="http://schemas.microsoft.com/office/drawing/2014/main" id="{F60D46D9-2C3D-8D44-9511-9519EB9B7C97}"/>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3/2/2026</a:t>
            </a:fld>
            <a:endParaRPr lang="en-US"/>
          </a:p>
        </p:txBody>
      </p:sp>
      <p:sp>
        <p:nvSpPr>
          <p:cNvPr id="7" name="Slide Number Placeholder 6">
            <a:extLst>
              <a:ext uri="{FF2B5EF4-FFF2-40B4-BE49-F238E27FC236}">
                <a16:creationId xmlns:a16="http://schemas.microsoft.com/office/drawing/2014/main" id="{D3015DED-7164-4096-4751-CB2342F714A2}"/>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spTree>
    <p:extLst>
      <p:ext uri="{BB962C8B-B14F-4D97-AF65-F5344CB8AC3E}">
        <p14:creationId xmlns:p14="http://schemas.microsoft.com/office/powerpoint/2010/main" val="4599127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9B04D-352D-10A0-8DEE-09BAB7004766}"/>
              </a:ext>
            </a:extLst>
          </p:cNvPr>
          <p:cNvSpPr>
            <a:spLocks noGrp="1"/>
          </p:cNvSpPr>
          <p:nvPr>
            <p:ph type="title"/>
          </p:nvPr>
        </p:nvSpPr>
        <p:spPr/>
        <p:txBody>
          <a:bodyPr anchor="b">
            <a:normAutofit/>
          </a:bodyPr>
          <a:lstStyle/>
          <a:p>
            <a:r>
              <a:rPr lang="en-US" sz="3000" dirty="0"/>
              <a:t>GBS vs GCC, KHMS PPT INTRO, LIST OF TOWER LEADS</a:t>
            </a:r>
          </a:p>
        </p:txBody>
      </p:sp>
      <p:sp>
        <p:nvSpPr>
          <p:cNvPr id="5" name="Content Placeholder 4">
            <a:extLst>
              <a:ext uri="{FF2B5EF4-FFF2-40B4-BE49-F238E27FC236}">
                <a16:creationId xmlns:a16="http://schemas.microsoft.com/office/drawing/2014/main" id="{DC5F179E-6BB4-D9EC-4E60-2021CF82885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sz="2000" b="1" dirty="0"/>
              <a:t>GBS and GCC Comparison</a:t>
            </a:r>
          </a:p>
          <a:p>
            <a:pPr marL="0" lvl="1" indent="0">
              <a:buFont typeface="Arial" panose="020B0604020202020204" pitchFamily="34" charset="0"/>
              <a:buNone/>
            </a:pPr>
            <a:r>
              <a:rPr lang="en-US" sz="2000" dirty="0"/>
              <a:t>Highlights operational models, purpose, and value differences between GBS and GCC setups for strategic clarity.</a:t>
            </a:r>
          </a:p>
          <a:p>
            <a:pPr marL="0" indent="0">
              <a:spcBef>
                <a:spcPts val="2500"/>
              </a:spcBef>
              <a:buFont typeface="Arial" panose="020B0604020202020204" pitchFamily="34" charset="0"/>
              <a:buNone/>
            </a:pPr>
            <a:r>
              <a:rPr lang="en-US" sz="2000" b="1" dirty="0"/>
              <a:t>KHMS Framework Introduction</a:t>
            </a:r>
          </a:p>
          <a:p>
            <a:pPr marL="0" lvl="1" indent="0">
              <a:buFont typeface="Arial" panose="020B0604020202020204" pitchFamily="34" charset="0"/>
              <a:buNone/>
            </a:pPr>
            <a:r>
              <a:rPr lang="en-US" sz="2000" dirty="0"/>
              <a:t>Outlines governance principles and standards ensuring consistent service delivery within the KHMS framework.</a:t>
            </a:r>
          </a:p>
          <a:p>
            <a:pPr marL="0" indent="0">
              <a:spcBef>
                <a:spcPts val="2500"/>
              </a:spcBef>
              <a:buFont typeface="Arial" panose="020B0604020202020204" pitchFamily="34" charset="0"/>
              <a:buNone/>
            </a:pPr>
            <a:r>
              <a:rPr lang="en-US" sz="2000" b="1" dirty="0"/>
              <a:t>Tower Leads and Responsibilities</a:t>
            </a:r>
          </a:p>
          <a:p>
            <a:pPr marL="0" lvl="1" indent="0">
              <a:buFont typeface="Arial" panose="020B0604020202020204" pitchFamily="34" charset="0"/>
              <a:buNone/>
            </a:pPr>
            <a:r>
              <a:rPr lang="en-US" sz="2000" dirty="0"/>
              <a:t>Defines tower leads roles to enhance ownership visibility and streamline escalation and collaboration processes.</a:t>
            </a:r>
          </a:p>
          <a:p>
            <a:pPr marL="0" indent="0">
              <a:spcBef>
                <a:spcPts val="2500"/>
              </a:spcBef>
              <a:buFont typeface="Arial" panose="020B0604020202020204" pitchFamily="34" charset="0"/>
              <a:buNone/>
            </a:pPr>
            <a:r>
              <a:rPr lang="en-US" sz="2000" b="1" dirty="0"/>
              <a:t>Improved Collaboration and Decision-Making</a:t>
            </a:r>
          </a:p>
          <a:p>
            <a:pPr marL="0" lvl="1" indent="0">
              <a:buFont typeface="Arial" panose="020B0604020202020204" pitchFamily="34" charset="0"/>
              <a:buNone/>
            </a:pPr>
            <a:r>
              <a:rPr lang="en-US" sz="2000" dirty="0"/>
              <a:t>Clarity in roles reduces bottlenecks, promotes structured collaboration, and supports effective decision-making.</a:t>
            </a:r>
          </a:p>
        </p:txBody>
      </p:sp>
      <p:sp>
        <p:nvSpPr>
          <p:cNvPr id="6" name="Date Placeholder 5">
            <a:extLst>
              <a:ext uri="{FF2B5EF4-FFF2-40B4-BE49-F238E27FC236}">
                <a16:creationId xmlns:a16="http://schemas.microsoft.com/office/drawing/2014/main" id="{587F1DC4-8F90-2086-8CF6-F81F4092DC54}"/>
              </a:ext>
            </a:extLst>
          </p:cNvPr>
          <p:cNvSpPr>
            <a:spLocks noGrp="1"/>
          </p:cNvSpPr>
          <p:nvPr>
            <p:ph type="dt" sz="half" idx="10"/>
          </p:nvPr>
        </p:nvSpPr>
        <p:spPr/>
        <p:txBody>
          <a:bodyPr anchor="ctr">
            <a:normAutofit/>
          </a:bodyPr>
          <a:lstStyle/>
          <a:p>
            <a:pPr>
              <a:spcAft>
                <a:spcPts val="600"/>
              </a:spcAft>
            </a:pPr>
            <a:fld id="{9E765B10-D26A-480A-9509-A9831C5E60D8}" type="datetime1">
              <a:rPr lang="en-US" smtClean="0"/>
              <a:pPr>
                <a:spcAft>
                  <a:spcPts val="600"/>
                </a:spcAft>
              </a:pPr>
              <a:t>3/2/2026</a:t>
            </a:fld>
            <a:endParaRPr lang="en-US"/>
          </a:p>
        </p:txBody>
      </p:sp>
      <p:sp>
        <p:nvSpPr>
          <p:cNvPr id="7" name="Slide Number Placeholder 6">
            <a:extLst>
              <a:ext uri="{FF2B5EF4-FFF2-40B4-BE49-F238E27FC236}">
                <a16:creationId xmlns:a16="http://schemas.microsoft.com/office/drawing/2014/main" id="{1E64B5B2-7DCE-B041-9E84-B95C1547002F}"/>
              </a:ext>
            </a:extLst>
          </p:cNvPr>
          <p:cNvSpPr>
            <a:spLocks noGrp="1"/>
          </p:cNvSpPr>
          <p:nvPr>
            <p:ph type="sldNum" sz="quarter" idx="12"/>
          </p:nvPr>
        </p:nvSpPr>
        <p:spPr/>
        <p:txBody>
          <a:bodyPr anchor="ctr">
            <a:normAutofit/>
          </a:bodyPr>
          <a:lstStyle/>
          <a:p>
            <a:pPr>
              <a:spcAft>
                <a:spcPts val="600"/>
              </a:spcAft>
            </a:pPr>
            <a:fld id="{CC057153-B650-4DEB-B370-79DDCFDCE934}" type="slidenum">
              <a:rPr lang="en-US" smtClean="0"/>
              <a:pPr>
                <a:spcAft>
                  <a:spcPts val="600"/>
                </a:spcAft>
              </a:pPr>
              <a:t>4</a:t>
            </a:fld>
            <a:endParaRPr lang="en-US"/>
          </a:p>
        </p:txBody>
      </p:sp>
    </p:spTree>
    <p:extLst>
      <p:ext uri="{BB962C8B-B14F-4D97-AF65-F5344CB8AC3E}">
        <p14:creationId xmlns:p14="http://schemas.microsoft.com/office/powerpoint/2010/main" val="39209473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505BA-984F-4E1E-B1C7-FC02281B3C3F}"/>
              </a:ext>
            </a:extLst>
          </p:cNvPr>
          <p:cNvSpPr>
            <a:spLocks noGrp="1"/>
          </p:cNvSpPr>
          <p:nvPr>
            <p:ph type="title"/>
          </p:nvPr>
        </p:nvSpPr>
        <p:spPr>
          <a:xfrm>
            <a:off x="731520" y="365760"/>
            <a:ext cx="10741152" cy="1132258"/>
          </a:xfrm>
        </p:spPr>
        <p:txBody>
          <a:bodyPr anchor="b">
            <a:normAutofit/>
          </a:bodyPr>
          <a:lstStyle/>
          <a:p>
            <a:r>
              <a:rPr lang="en-US"/>
              <a:t>OPEX INTRO</a:t>
            </a:r>
          </a:p>
        </p:txBody>
      </p:sp>
      <p:sp>
        <p:nvSpPr>
          <p:cNvPr id="5" name="Date Placeholder 4">
            <a:extLst>
              <a:ext uri="{FF2B5EF4-FFF2-40B4-BE49-F238E27FC236}">
                <a16:creationId xmlns:a16="http://schemas.microsoft.com/office/drawing/2014/main" id="{36C908E6-C2CD-AE3B-3C13-715D9EE6F621}"/>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EEE6A364-A39C-470E-B89A-9BD899585684}" type="datetime1">
              <a:rPr lang="en-US" smtClean="0"/>
              <a:pPr>
                <a:spcAft>
                  <a:spcPts val="600"/>
                </a:spcAft>
              </a:pPr>
              <a:t>3/2/2026</a:t>
            </a:fld>
            <a:endParaRPr lang="en-US"/>
          </a:p>
        </p:txBody>
      </p:sp>
      <p:sp>
        <p:nvSpPr>
          <p:cNvPr id="6" name="Slide Number Placeholder 5">
            <a:extLst>
              <a:ext uri="{FF2B5EF4-FFF2-40B4-BE49-F238E27FC236}">
                <a16:creationId xmlns:a16="http://schemas.microsoft.com/office/drawing/2014/main" id="{B336A37C-47F5-A8D2-C6E6-199E81961D58}"/>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5</a:t>
            </a:fld>
            <a:endParaRPr lang="en-US"/>
          </a:p>
        </p:txBody>
      </p:sp>
      <p:graphicFrame>
        <p:nvGraphicFramePr>
          <p:cNvPr id="7" name="Content Placeholder 6">
            <a:extLst>
              <a:ext uri="{FF2B5EF4-FFF2-40B4-BE49-F238E27FC236}">
                <a16:creationId xmlns:a16="http://schemas.microsoft.com/office/drawing/2014/main" id="{2130D35E-2C24-4534-AA9B-08FD34DD8EE5}"/>
              </a:ext>
            </a:extLst>
          </p:cNvPr>
          <p:cNvGraphicFramePr>
            <a:graphicFrameLocks noGrp="1"/>
          </p:cNvGraphicFramePr>
          <p:nvPr>
            <p:ph idx="1"/>
            <p:extLst>
              <p:ext uri="{D42A27DB-BD31-4B8C-83A1-F6EECF244321}">
                <p14:modId xmlns:p14="http://schemas.microsoft.com/office/powerpoint/2010/main" val="630659758"/>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731520" y="1658679"/>
          <a:ext cx="10780776" cy="492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8654168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8A016-D4F4-FA67-8B4A-34BB77BC4C2E}"/>
              </a:ext>
            </a:extLst>
          </p:cNvPr>
          <p:cNvSpPr>
            <a:spLocks noGrp="1"/>
          </p:cNvSpPr>
          <p:nvPr>
            <p:ph type="title"/>
          </p:nvPr>
        </p:nvSpPr>
        <p:spPr/>
        <p:txBody>
          <a:bodyPr anchor="b">
            <a:normAutofit/>
          </a:bodyPr>
          <a:lstStyle/>
          <a:p>
            <a:r>
              <a:rPr lang="en-US"/>
              <a:t>COMMERCIAL ORG CHART</a:t>
            </a:r>
          </a:p>
        </p:txBody>
      </p:sp>
      <p:sp>
        <p:nvSpPr>
          <p:cNvPr id="5" name="Content Placeholder 4">
            <a:extLst>
              <a:ext uri="{FF2B5EF4-FFF2-40B4-BE49-F238E27FC236}">
                <a16:creationId xmlns:a16="http://schemas.microsoft.com/office/drawing/2014/main" id="{58513B67-66C4-66E9-CE6E-77904E29BD6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sz="2000" b="1" dirty="0"/>
              <a:t>Visualizing Team Structure</a:t>
            </a:r>
          </a:p>
          <a:p>
            <a:pPr marL="0" lvl="1" indent="0">
              <a:buFont typeface="Arial" panose="020B0604020202020204" pitchFamily="34" charset="0"/>
              <a:buNone/>
            </a:pPr>
            <a:r>
              <a:rPr lang="en-US" sz="2000" dirty="0"/>
              <a:t>The org chart visually represents reporting lines and functions within the commercial division, clarifying hierarchy.</a:t>
            </a:r>
          </a:p>
          <a:p>
            <a:pPr marL="0" indent="0">
              <a:spcBef>
                <a:spcPts val="2500"/>
              </a:spcBef>
              <a:buFont typeface="Arial" panose="020B0604020202020204" pitchFamily="34" charset="0"/>
              <a:buNone/>
            </a:pPr>
            <a:r>
              <a:rPr lang="en-US" sz="2000" b="1" dirty="0"/>
              <a:t>Enhancing Communication Clarity</a:t>
            </a:r>
          </a:p>
          <a:p>
            <a:pPr marL="0" lvl="1" indent="0">
              <a:buFont typeface="Arial" panose="020B0604020202020204" pitchFamily="34" charset="0"/>
              <a:buNone/>
            </a:pPr>
            <a:r>
              <a:rPr lang="en-US" sz="2000" dirty="0"/>
              <a:t>It helps identify the single point of contact for operational and escalation needs, reducing communication gaps.</a:t>
            </a:r>
          </a:p>
          <a:p>
            <a:pPr marL="0" indent="0">
              <a:spcBef>
                <a:spcPts val="2500"/>
              </a:spcBef>
              <a:buFont typeface="Arial" panose="020B0604020202020204" pitchFamily="34" charset="0"/>
              <a:buNone/>
            </a:pPr>
            <a:r>
              <a:rPr lang="en-US" sz="2000" b="1" dirty="0"/>
              <a:t>Facilitating Cross-functional Collaboration</a:t>
            </a:r>
          </a:p>
          <a:p>
            <a:pPr marL="0" lvl="1" indent="0">
              <a:buFont typeface="Arial" panose="020B0604020202020204" pitchFamily="34" charset="0"/>
              <a:buNone/>
            </a:pPr>
            <a:r>
              <a:rPr lang="en-US" sz="2000" dirty="0"/>
              <a:t>Outlining dependencies aids smoother coordination between teams and improves collaboration paths.</a:t>
            </a:r>
          </a:p>
          <a:p>
            <a:pPr marL="0" indent="0">
              <a:spcBef>
                <a:spcPts val="2500"/>
              </a:spcBef>
              <a:buFont typeface="Arial" panose="020B0604020202020204" pitchFamily="34" charset="0"/>
              <a:buNone/>
            </a:pPr>
            <a:r>
              <a:rPr lang="en-US" sz="2000" b="1" dirty="0"/>
              <a:t>Supporting Operational Efficiency</a:t>
            </a:r>
          </a:p>
          <a:p>
            <a:pPr marL="0" lvl="1" indent="0">
              <a:buFont typeface="Arial" panose="020B0604020202020204" pitchFamily="34" charset="0"/>
              <a:buNone/>
            </a:pPr>
            <a:r>
              <a:rPr lang="en-US" sz="2000" dirty="0"/>
              <a:t>Reviewing the org chart improves onboarding, routine communication, and speeds up issue resolution.</a:t>
            </a:r>
          </a:p>
        </p:txBody>
      </p:sp>
      <p:sp>
        <p:nvSpPr>
          <p:cNvPr id="6" name="Date Placeholder 5">
            <a:extLst>
              <a:ext uri="{FF2B5EF4-FFF2-40B4-BE49-F238E27FC236}">
                <a16:creationId xmlns:a16="http://schemas.microsoft.com/office/drawing/2014/main" id="{087C489B-9295-D9B5-553D-428A69C5E788}"/>
              </a:ext>
            </a:extLst>
          </p:cNvPr>
          <p:cNvSpPr>
            <a:spLocks noGrp="1"/>
          </p:cNvSpPr>
          <p:nvPr>
            <p:ph type="dt" sz="half" idx="10"/>
          </p:nvPr>
        </p:nvSpPr>
        <p:spPr/>
        <p:txBody>
          <a:bodyPr anchor="ctr">
            <a:normAutofit/>
          </a:bodyPr>
          <a:lstStyle/>
          <a:p>
            <a:pPr>
              <a:spcAft>
                <a:spcPts val="600"/>
              </a:spcAft>
            </a:pPr>
            <a:fld id="{9E765B10-D26A-480A-9509-A9831C5E60D8}" type="datetime1">
              <a:rPr lang="en-US" smtClean="0"/>
              <a:pPr>
                <a:spcAft>
                  <a:spcPts val="600"/>
                </a:spcAft>
              </a:pPr>
              <a:t>3/2/2026</a:t>
            </a:fld>
            <a:endParaRPr lang="en-US"/>
          </a:p>
        </p:txBody>
      </p:sp>
      <p:sp>
        <p:nvSpPr>
          <p:cNvPr id="7" name="Slide Number Placeholder 6">
            <a:extLst>
              <a:ext uri="{FF2B5EF4-FFF2-40B4-BE49-F238E27FC236}">
                <a16:creationId xmlns:a16="http://schemas.microsoft.com/office/drawing/2014/main" id="{07F386F7-2FF2-274D-C693-6C266B8E2ADE}"/>
              </a:ext>
            </a:extLst>
          </p:cNvPr>
          <p:cNvSpPr>
            <a:spLocks noGrp="1"/>
          </p:cNvSpPr>
          <p:nvPr>
            <p:ph type="sldNum" sz="quarter" idx="12"/>
          </p:nvPr>
        </p:nvSpPr>
        <p:spPr/>
        <p:txBody>
          <a:bodyPr anchor="ctr">
            <a:normAutofit/>
          </a:bodyPr>
          <a:lstStyle/>
          <a:p>
            <a:pPr>
              <a:spcAft>
                <a:spcPts val="600"/>
              </a:spcAft>
            </a:pPr>
            <a:fld id="{CC057153-B650-4DEB-B370-79DDCFDCE934}" type="slidenum">
              <a:rPr lang="en-US" smtClean="0"/>
              <a:pPr>
                <a:spcAft>
                  <a:spcPts val="600"/>
                </a:spcAft>
              </a:pPr>
              <a:t>6</a:t>
            </a:fld>
            <a:endParaRPr lang="en-US"/>
          </a:p>
        </p:txBody>
      </p:sp>
    </p:spTree>
    <p:extLst>
      <p:ext uri="{BB962C8B-B14F-4D97-AF65-F5344CB8AC3E}">
        <p14:creationId xmlns:p14="http://schemas.microsoft.com/office/powerpoint/2010/main" val="39190931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BBFD2-5F1A-BEDC-9C43-F4B4535815E0}"/>
              </a:ext>
            </a:extLst>
          </p:cNvPr>
          <p:cNvSpPr>
            <a:spLocks noGrp="1"/>
          </p:cNvSpPr>
          <p:nvPr>
            <p:ph type="title"/>
          </p:nvPr>
        </p:nvSpPr>
        <p:spPr/>
        <p:txBody>
          <a:bodyPr anchor="b">
            <a:normAutofit/>
          </a:bodyPr>
          <a:lstStyle/>
          <a:p>
            <a:r>
              <a:rPr lang="en-US" sz="2700"/>
              <a:t>SHAREPOINT and POWER APPS LEARNING</a:t>
            </a:r>
          </a:p>
        </p:txBody>
      </p:sp>
      <p:sp>
        <p:nvSpPr>
          <p:cNvPr id="5" name="Content Placeholder 4">
            <a:extLst>
              <a:ext uri="{FF2B5EF4-FFF2-40B4-BE49-F238E27FC236}">
                <a16:creationId xmlns:a16="http://schemas.microsoft.com/office/drawing/2014/main" id="{1AD3977F-3E65-8533-8088-9C5553374E2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sz="2000" b="1" dirty="0"/>
              <a:t>Structured Data Management</a:t>
            </a:r>
          </a:p>
          <a:p>
            <a:pPr marL="0" lvl="1" indent="0">
              <a:buFont typeface="Arial" panose="020B0604020202020204" pitchFamily="34" charset="0"/>
              <a:buNone/>
            </a:pPr>
            <a:r>
              <a:rPr lang="en-US" sz="2000" dirty="0"/>
              <a:t>SharePoint organizes data via lists, libraries, and permission controls for secure and efficient storage.</a:t>
            </a:r>
          </a:p>
          <a:p>
            <a:pPr marL="0" indent="0">
              <a:spcBef>
                <a:spcPts val="2500"/>
              </a:spcBef>
              <a:buFont typeface="Arial" panose="020B0604020202020204" pitchFamily="34" charset="0"/>
              <a:buNone/>
            </a:pPr>
            <a:r>
              <a:rPr lang="en-US" sz="2000" b="1" dirty="0"/>
              <a:t>Low-Code Application Design</a:t>
            </a:r>
          </a:p>
          <a:p>
            <a:pPr marL="0" lvl="1" indent="0">
              <a:buFont typeface="Arial" panose="020B0604020202020204" pitchFamily="34" charset="0"/>
              <a:buNone/>
            </a:pPr>
            <a:r>
              <a:rPr lang="en-US" sz="2000" dirty="0"/>
              <a:t>Power Apps allows users to build customized low-code apps addressing specific business workflows and needs.</a:t>
            </a:r>
          </a:p>
          <a:p>
            <a:pPr marL="0" indent="0">
              <a:spcBef>
                <a:spcPts val="2500"/>
              </a:spcBef>
              <a:buFont typeface="Arial" panose="020B0604020202020204" pitchFamily="34" charset="0"/>
              <a:buNone/>
            </a:pPr>
            <a:r>
              <a:rPr lang="en-US" sz="2000" b="1" dirty="0"/>
              <a:t>Workflow Automation</a:t>
            </a:r>
          </a:p>
          <a:p>
            <a:pPr marL="0" lvl="1" indent="0">
              <a:buFont typeface="Arial" panose="020B0604020202020204" pitchFamily="34" charset="0"/>
              <a:buNone/>
            </a:pPr>
            <a:r>
              <a:rPr lang="en-US" sz="2000" dirty="0"/>
              <a:t>Automation triggers and form customizations reduce manual tasks and improve data accuracy across processes.</a:t>
            </a:r>
          </a:p>
          <a:p>
            <a:pPr marL="0" indent="0">
              <a:spcBef>
                <a:spcPts val="2500"/>
              </a:spcBef>
              <a:buFont typeface="Arial" panose="020B0604020202020204" pitchFamily="34" charset="0"/>
              <a:buNone/>
            </a:pPr>
            <a:r>
              <a:rPr lang="en-US" sz="2000" b="1" dirty="0"/>
              <a:t>Enhanced Operational Efficiency</a:t>
            </a:r>
          </a:p>
          <a:p>
            <a:pPr marL="0" lvl="1" indent="0">
              <a:buFont typeface="Arial" panose="020B0604020202020204" pitchFamily="34" charset="0"/>
              <a:buNone/>
            </a:pPr>
            <a:r>
              <a:rPr lang="en-US" sz="2000" dirty="0"/>
              <a:t>Learning these tools fosters digital adoption, process transparency, and reduces repetitive manual efforts.</a:t>
            </a:r>
          </a:p>
        </p:txBody>
      </p:sp>
      <p:sp>
        <p:nvSpPr>
          <p:cNvPr id="6" name="Date Placeholder 5">
            <a:extLst>
              <a:ext uri="{FF2B5EF4-FFF2-40B4-BE49-F238E27FC236}">
                <a16:creationId xmlns:a16="http://schemas.microsoft.com/office/drawing/2014/main" id="{429141B0-416A-7531-2983-74BC404BAD49}"/>
              </a:ext>
            </a:extLst>
          </p:cNvPr>
          <p:cNvSpPr>
            <a:spLocks noGrp="1"/>
          </p:cNvSpPr>
          <p:nvPr>
            <p:ph type="dt" sz="half" idx="10"/>
          </p:nvPr>
        </p:nvSpPr>
        <p:spPr/>
        <p:txBody>
          <a:bodyPr anchor="ctr">
            <a:normAutofit/>
          </a:bodyPr>
          <a:lstStyle/>
          <a:p>
            <a:pPr>
              <a:spcAft>
                <a:spcPts val="600"/>
              </a:spcAft>
            </a:pPr>
            <a:fld id="{9E765B10-D26A-480A-9509-A9831C5E60D8}" type="datetime1">
              <a:rPr lang="en-US" smtClean="0"/>
              <a:pPr>
                <a:spcAft>
                  <a:spcPts val="600"/>
                </a:spcAft>
              </a:pPr>
              <a:t>3/2/2026</a:t>
            </a:fld>
            <a:endParaRPr lang="en-US"/>
          </a:p>
        </p:txBody>
      </p:sp>
      <p:sp>
        <p:nvSpPr>
          <p:cNvPr id="7" name="Slide Number Placeholder 6">
            <a:extLst>
              <a:ext uri="{FF2B5EF4-FFF2-40B4-BE49-F238E27FC236}">
                <a16:creationId xmlns:a16="http://schemas.microsoft.com/office/drawing/2014/main" id="{AE72E71F-5B73-1397-7762-F226EFEF659F}"/>
              </a:ext>
            </a:extLst>
          </p:cNvPr>
          <p:cNvSpPr>
            <a:spLocks noGrp="1"/>
          </p:cNvSpPr>
          <p:nvPr>
            <p:ph type="sldNum" sz="quarter" idx="12"/>
          </p:nvPr>
        </p:nvSpPr>
        <p:spPr/>
        <p:txBody>
          <a:bodyPr anchor="ctr">
            <a:normAutofit/>
          </a:bodyPr>
          <a:lstStyle/>
          <a:p>
            <a:pPr>
              <a:spcAft>
                <a:spcPts val="600"/>
              </a:spcAft>
            </a:pPr>
            <a:fld id="{CC057153-B650-4DEB-B370-79DDCFDCE934}" type="slidenum">
              <a:rPr lang="en-US" smtClean="0"/>
              <a:pPr>
                <a:spcAft>
                  <a:spcPts val="600"/>
                </a:spcAft>
              </a:pPr>
              <a:t>7</a:t>
            </a:fld>
            <a:endParaRPr lang="en-US"/>
          </a:p>
        </p:txBody>
      </p:sp>
    </p:spTree>
    <p:extLst>
      <p:ext uri="{BB962C8B-B14F-4D97-AF65-F5344CB8AC3E}">
        <p14:creationId xmlns:p14="http://schemas.microsoft.com/office/powerpoint/2010/main" val="26271020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9E264-B5BC-8C23-B54C-66AB85F5DF09}"/>
              </a:ext>
            </a:extLst>
          </p:cNvPr>
          <p:cNvSpPr>
            <a:spLocks noGrp="1"/>
          </p:cNvSpPr>
          <p:nvPr>
            <p:ph type="title"/>
          </p:nvPr>
        </p:nvSpPr>
        <p:spPr/>
        <p:txBody>
          <a:bodyPr anchor="b">
            <a:normAutofit/>
          </a:bodyPr>
          <a:lstStyle/>
          <a:p>
            <a:r>
              <a:rPr lang="en-US" sz="3000"/>
              <a:t>QUESTIONS FOR POLL (BACKUP AND ESCALATION MATRIX)</a:t>
            </a:r>
          </a:p>
        </p:txBody>
      </p:sp>
      <p:sp>
        <p:nvSpPr>
          <p:cNvPr id="5" name="Content Placeholder 4">
            <a:extLst>
              <a:ext uri="{FF2B5EF4-FFF2-40B4-BE49-F238E27FC236}">
                <a16:creationId xmlns:a16="http://schemas.microsoft.com/office/drawing/2014/main" id="{1DDF3CEF-9155-43AC-0960-A27F6091BFC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sz="2000" b="1" dirty="0"/>
              <a:t>Clear Poll Question Design</a:t>
            </a:r>
          </a:p>
          <a:p>
            <a:pPr marL="0" lvl="1" indent="0">
              <a:buFont typeface="Arial" panose="020B0604020202020204" pitchFamily="34" charset="0"/>
              <a:buNone/>
            </a:pPr>
            <a:r>
              <a:rPr lang="en-US" sz="2000" dirty="0"/>
              <a:t>Questions must be structured clearly and without ambiguity to ensure actionable and meaningful responses.</a:t>
            </a:r>
          </a:p>
          <a:p>
            <a:pPr marL="0" indent="0">
              <a:spcBef>
                <a:spcPts val="2500"/>
              </a:spcBef>
              <a:buFont typeface="Arial" panose="020B0604020202020204" pitchFamily="34" charset="0"/>
              <a:buNone/>
            </a:pPr>
            <a:r>
              <a:rPr lang="en-US" sz="2000" b="1" dirty="0"/>
              <a:t>Assessing Backup Coverage</a:t>
            </a:r>
          </a:p>
          <a:p>
            <a:pPr marL="0" lvl="1" indent="0">
              <a:buFont typeface="Arial" panose="020B0604020202020204" pitchFamily="34" charset="0"/>
              <a:buNone/>
            </a:pPr>
            <a:r>
              <a:rPr lang="en-US" sz="2000" dirty="0"/>
              <a:t>Polls help leaders evaluate backup resource adequacy and identify gaps in workload distribution.</a:t>
            </a:r>
          </a:p>
          <a:p>
            <a:pPr marL="0" indent="0">
              <a:spcBef>
                <a:spcPts val="2500"/>
              </a:spcBef>
              <a:buFont typeface="Arial" panose="020B0604020202020204" pitchFamily="34" charset="0"/>
              <a:buNone/>
            </a:pPr>
            <a:r>
              <a:rPr lang="en-US" sz="2000" b="1" dirty="0"/>
              <a:t>Strengthening Business Resilience</a:t>
            </a:r>
          </a:p>
          <a:p>
            <a:pPr marL="0" lvl="1" indent="0">
              <a:buFont typeface="Arial" panose="020B0604020202020204" pitchFamily="34" charset="0"/>
              <a:buNone/>
            </a:pPr>
            <a:r>
              <a:rPr lang="en-US" sz="2000" dirty="0"/>
              <a:t>Well-defined escalation pathways and backup plans improve operational continuity and risk mitigation.</a:t>
            </a:r>
          </a:p>
          <a:p>
            <a:pPr marL="0" indent="0">
              <a:spcBef>
                <a:spcPts val="2500"/>
              </a:spcBef>
              <a:buFont typeface="Arial" panose="020B0604020202020204" pitchFamily="34" charset="0"/>
              <a:buNone/>
            </a:pPr>
            <a:r>
              <a:rPr lang="en-US" sz="2000" b="1" dirty="0"/>
              <a:t>Survey Design Principles</a:t>
            </a:r>
          </a:p>
          <a:p>
            <a:pPr marL="0" lvl="1" indent="0">
              <a:buFont typeface="Arial" panose="020B0604020202020204" pitchFamily="34" charset="0"/>
              <a:buNone/>
            </a:pPr>
            <a:r>
              <a:rPr lang="en-US" sz="2000" dirty="0"/>
              <a:t>Effective question formulation supports understanding of relevance, clarity, and bias-free structuring.</a:t>
            </a:r>
          </a:p>
        </p:txBody>
      </p:sp>
      <p:sp>
        <p:nvSpPr>
          <p:cNvPr id="6" name="Date Placeholder 5">
            <a:extLst>
              <a:ext uri="{FF2B5EF4-FFF2-40B4-BE49-F238E27FC236}">
                <a16:creationId xmlns:a16="http://schemas.microsoft.com/office/drawing/2014/main" id="{604E34FB-BA0D-56B4-5A8F-E3B2D07942E6}"/>
              </a:ext>
            </a:extLst>
          </p:cNvPr>
          <p:cNvSpPr>
            <a:spLocks noGrp="1"/>
          </p:cNvSpPr>
          <p:nvPr>
            <p:ph type="dt" sz="half" idx="10"/>
          </p:nvPr>
        </p:nvSpPr>
        <p:spPr/>
        <p:txBody>
          <a:bodyPr anchor="ctr">
            <a:normAutofit/>
          </a:bodyPr>
          <a:lstStyle/>
          <a:p>
            <a:pPr>
              <a:spcAft>
                <a:spcPts val="600"/>
              </a:spcAft>
            </a:pPr>
            <a:fld id="{9E765B10-D26A-480A-9509-A9831C5E60D8}" type="datetime1">
              <a:rPr lang="en-US" smtClean="0"/>
              <a:pPr>
                <a:spcAft>
                  <a:spcPts val="600"/>
                </a:spcAft>
              </a:pPr>
              <a:t>3/2/2026</a:t>
            </a:fld>
            <a:endParaRPr lang="en-US"/>
          </a:p>
        </p:txBody>
      </p:sp>
      <p:sp>
        <p:nvSpPr>
          <p:cNvPr id="7" name="Slide Number Placeholder 6">
            <a:extLst>
              <a:ext uri="{FF2B5EF4-FFF2-40B4-BE49-F238E27FC236}">
                <a16:creationId xmlns:a16="http://schemas.microsoft.com/office/drawing/2014/main" id="{82DA903C-A2EA-F3D1-18CA-8DA89CDAC8E0}"/>
              </a:ext>
            </a:extLst>
          </p:cNvPr>
          <p:cNvSpPr>
            <a:spLocks noGrp="1"/>
          </p:cNvSpPr>
          <p:nvPr>
            <p:ph type="sldNum" sz="quarter" idx="12"/>
          </p:nvPr>
        </p:nvSpPr>
        <p:spPr/>
        <p:txBody>
          <a:bodyPr anchor="ctr">
            <a:normAutofit/>
          </a:bodyPr>
          <a:lstStyle/>
          <a:p>
            <a:pPr>
              <a:spcAft>
                <a:spcPts val="600"/>
              </a:spcAft>
            </a:pPr>
            <a:fld id="{CC057153-B650-4DEB-B370-79DDCFDCE934}" type="slidenum">
              <a:rPr lang="en-US" smtClean="0"/>
              <a:pPr>
                <a:spcAft>
                  <a:spcPts val="600"/>
                </a:spcAft>
              </a:pPr>
              <a:t>8</a:t>
            </a:fld>
            <a:endParaRPr lang="en-US"/>
          </a:p>
        </p:txBody>
      </p:sp>
    </p:spTree>
    <p:extLst>
      <p:ext uri="{BB962C8B-B14F-4D97-AF65-F5344CB8AC3E}">
        <p14:creationId xmlns:p14="http://schemas.microsoft.com/office/powerpoint/2010/main" val="28060430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E0020-6960-EEFD-AD9D-DADF411C0CC7}"/>
              </a:ext>
            </a:extLst>
          </p:cNvPr>
          <p:cNvSpPr>
            <a:spLocks noGrp="1"/>
          </p:cNvSpPr>
          <p:nvPr>
            <p:ph type="title"/>
          </p:nvPr>
        </p:nvSpPr>
        <p:spPr>
          <a:xfrm>
            <a:off x="731520" y="365760"/>
            <a:ext cx="10741152" cy="1132258"/>
          </a:xfrm>
        </p:spPr>
        <p:txBody>
          <a:bodyPr anchor="ctr">
            <a:normAutofit/>
          </a:bodyPr>
          <a:lstStyle/>
          <a:p>
            <a:r>
              <a:rPr lang="en-US" sz="2800" dirty="0"/>
              <a:t>HC SCORE FOLLOW-UP MAILS and automating them </a:t>
            </a:r>
          </a:p>
        </p:txBody>
      </p:sp>
      <p:sp>
        <p:nvSpPr>
          <p:cNvPr id="5" name="Date Placeholder 4">
            <a:extLst>
              <a:ext uri="{FF2B5EF4-FFF2-40B4-BE49-F238E27FC236}">
                <a16:creationId xmlns:a16="http://schemas.microsoft.com/office/drawing/2014/main" id="{F7015AFB-08EF-9BB0-EC50-E8144EADF7B0}"/>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EEE6A364-A39C-470E-B89A-9BD899585684}" type="datetime1">
              <a:rPr lang="en-US" smtClean="0"/>
              <a:pPr>
                <a:spcAft>
                  <a:spcPts val="600"/>
                </a:spcAft>
              </a:pPr>
              <a:t>3/2/2026</a:t>
            </a:fld>
            <a:endParaRPr lang="en-US"/>
          </a:p>
        </p:txBody>
      </p:sp>
      <p:sp>
        <p:nvSpPr>
          <p:cNvPr id="6" name="Slide Number Placeholder 5">
            <a:extLst>
              <a:ext uri="{FF2B5EF4-FFF2-40B4-BE49-F238E27FC236}">
                <a16:creationId xmlns:a16="http://schemas.microsoft.com/office/drawing/2014/main" id="{0843BE14-78D1-B516-263B-6B2B6C181399}"/>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9</a:t>
            </a:fld>
            <a:endParaRPr lang="en-US"/>
          </a:p>
        </p:txBody>
      </p:sp>
      <p:graphicFrame>
        <p:nvGraphicFramePr>
          <p:cNvPr id="7" name="Content Placeholder 6">
            <a:extLst>
              <a:ext uri="{FF2B5EF4-FFF2-40B4-BE49-F238E27FC236}">
                <a16:creationId xmlns:a16="http://schemas.microsoft.com/office/drawing/2014/main" id="{E642BF5C-522B-459C-9C26-BC91E30DC73A}"/>
              </a:ext>
            </a:extLst>
          </p:cNvPr>
          <p:cNvGraphicFramePr>
            <a:graphicFrameLocks noGrp="1"/>
          </p:cNvGraphicFramePr>
          <p:nvPr>
            <p:ph idx="1"/>
            <p:extLst>
              <p:ext uri="{D42A27DB-BD31-4B8C-83A1-F6EECF244321}">
                <p14:modId xmlns:p14="http://schemas.microsoft.com/office/powerpoint/2010/main" val="2358497805"/>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731520" y="1658679"/>
          <a:ext cx="10780776" cy="492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6920670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B0207-AF4B-F660-B220-C4FA25FF42FB}"/>
              </a:ext>
            </a:extLst>
          </p:cNvPr>
          <p:cNvSpPr>
            <a:spLocks noGrp="1"/>
          </p:cNvSpPr>
          <p:nvPr>
            <p:ph type="title"/>
          </p:nvPr>
        </p:nvSpPr>
        <p:spPr/>
        <p:txBody>
          <a:bodyPr anchor="b">
            <a:normAutofit/>
          </a:bodyPr>
          <a:lstStyle/>
          <a:p>
            <a:r>
              <a:rPr lang="en-US" sz="3000" dirty="0"/>
              <a:t>EXCEL TO SHAREPOINT MIGRATION</a:t>
            </a:r>
          </a:p>
        </p:txBody>
      </p:sp>
      <p:sp>
        <p:nvSpPr>
          <p:cNvPr id="5" name="Content Placeholder 4">
            <a:extLst>
              <a:ext uri="{FF2B5EF4-FFF2-40B4-BE49-F238E27FC236}">
                <a16:creationId xmlns:a16="http://schemas.microsoft.com/office/drawing/2014/main" id="{C00B9332-4005-B647-AD1C-6FB916DE0EB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sz="2000" b="1" dirty="0"/>
              <a:t>Seamless Data Synchronization</a:t>
            </a:r>
          </a:p>
          <a:p>
            <a:pPr marL="0" lvl="1" indent="0">
              <a:buFont typeface="Arial" panose="020B0604020202020204" pitchFamily="34" charset="0"/>
              <a:buNone/>
            </a:pPr>
            <a:r>
              <a:rPr lang="en-US" sz="2000" dirty="0"/>
              <a:t>Automation synchronizes Excel data with SharePoint lists, ensuring up-to-date information access and reducing manual errors.</a:t>
            </a:r>
          </a:p>
          <a:p>
            <a:pPr marL="0" indent="0">
              <a:spcBef>
                <a:spcPts val="2500"/>
              </a:spcBef>
              <a:buFont typeface="Arial" panose="020B0604020202020204" pitchFamily="34" charset="0"/>
              <a:buNone/>
            </a:pPr>
            <a:r>
              <a:rPr lang="en-US" sz="2000" b="1" dirty="0"/>
              <a:t>Automation Workflow Setup Becomes easy</a:t>
            </a:r>
          </a:p>
          <a:p>
            <a:pPr marL="0" lvl="1" indent="0">
              <a:buFont typeface="Arial" panose="020B0604020202020204" pitchFamily="34" charset="0"/>
              <a:buNone/>
            </a:pPr>
            <a:r>
              <a:rPr lang="en-US" sz="2000" dirty="0"/>
              <a:t>Setting up triggers, table reads, and mapping columns enables smooth automated data transfer and error handling.</a:t>
            </a:r>
          </a:p>
          <a:p>
            <a:pPr marL="0" indent="0">
              <a:spcBef>
                <a:spcPts val="2500"/>
              </a:spcBef>
              <a:buFont typeface="Arial" panose="020B0604020202020204" pitchFamily="34" charset="0"/>
              <a:buNone/>
            </a:pPr>
            <a:r>
              <a:rPr lang="en-US" sz="2000" b="1" dirty="0"/>
              <a:t>Power Automate Features can be integrated easily</a:t>
            </a:r>
          </a:p>
          <a:p>
            <a:pPr marL="0" lvl="1" indent="0">
              <a:buFont typeface="Arial" panose="020B0604020202020204" pitchFamily="34" charset="0"/>
              <a:buNone/>
            </a:pPr>
            <a:r>
              <a:rPr lang="en-US" sz="2000" dirty="0"/>
              <a:t>Learning this automation highlights Power Automate capabilities like connectors, conditional logic, loops, and failure alerts.</a:t>
            </a:r>
          </a:p>
          <a:p>
            <a:pPr marL="0" indent="0">
              <a:spcBef>
                <a:spcPts val="2500"/>
              </a:spcBef>
              <a:buFont typeface="Arial" panose="020B0604020202020204" pitchFamily="34" charset="0"/>
              <a:buNone/>
            </a:pPr>
            <a:r>
              <a:rPr lang="en-US" sz="2000" b="1" dirty="0"/>
              <a:t>Benefits of Automation can be leveraged</a:t>
            </a:r>
          </a:p>
          <a:p>
            <a:pPr marL="0" lvl="1" indent="0">
              <a:buFont typeface="Arial" panose="020B0604020202020204" pitchFamily="34" charset="0"/>
              <a:buNone/>
            </a:pPr>
            <a:r>
              <a:rPr lang="en-US" sz="2000" dirty="0"/>
              <a:t>Automating reduces manual workload, speeds data processing, and enhances system reliability and transparency.</a:t>
            </a:r>
          </a:p>
        </p:txBody>
      </p:sp>
      <p:sp>
        <p:nvSpPr>
          <p:cNvPr id="6" name="Date Placeholder 5">
            <a:extLst>
              <a:ext uri="{FF2B5EF4-FFF2-40B4-BE49-F238E27FC236}">
                <a16:creationId xmlns:a16="http://schemas.microsoft.com/office/drawing/2014/main" id="{D4241233-51D3-87D3-1274-39192C0B7BC9}"/>
              </a:ext>
            </a:extLst>
          </p:cNvPr>
          <p:cNvSpPr>
            <a:spLocks noGrp="1"/>
          </p:cNvSpPr>
          <p:nvPr>
            <p:ph type="dt" sz="half" idx="10"/>
          </p:nvPr>
        </p:nvSpPr>
        <p:spPr/>
        <p:txBody>
          <a:bodyPr anchor="ctr">
            <a:normAutofit/>
          </a:bodyPr>
          <a:lstStyle/>
          <a:p>
            <a:pPr>
              <a:spcAft>
                <a:spcPts val="600"/>
              </a:spcAft>
            </a:pPr>
            <a:fld id="{9E765B10-D26A-480A-9509-A9831C5E60D8}" type="datetime1">
              <a:rPr lang="en-US" smtClean="0"/>
              <a:pPr>
                <a:spcAft>
                  <a:spcPts val="600"/>
                </a:spcAft>
              </a:pPr>
              <a:t>3/2/2026</a:t>
            </a:fld>
            <a:endParaRPr lang="en-US"/>
          </a:p>
        </p:txBody>
      </p:sp>
      <p:sp>
        <p:nvSpPr>
          <p:cNvPr id="7" name="Slide Number Placeholder 6">
            <a:extLst>
              <a:ext uri="{FF2B5EF4-FFF2-40B4-BE49-F238E27FC236}">
                <a16:creationId xmlns:a16="http://schemas.microsoft.com/office/drawing/2014/main" id="{92D1F026-7304-E9EB-63DD-F413B61B1879}"/>
              </a:ext>
            </a:extLst>
          </p:cNvPr>
          <p:cNvSpPr>
            <a:spLocks noGrp="1"/>
          </p:cNvSpPr>
          <p:nvPr>
            <p:ph type="sldNum" sz="quarter" idx="12"/>
          </p:nvPr>
        </p:nvSpPr>
        <p:spPr/>
        <p:txBody>
          <a:bodyPr anchor="ctr">
            <a:normAutofit/>
          </a:bodyPr>
          <a:lstStyle/>
          <a:p>
            <a:pPr>
              <a:spcAft>
                <a:spcPts val="600"/>
              </a:spcAft>
            </a:pPr>
            <a:fld id="{CC057153-B650-4DEB-B370-79DDCFDCE934}" type="slidenum">
              <a:rPr lang="en-US" smtClean="0"/>
              <a:pPr>
                <a:spcAft>
                  <a:spcPts val="600"/>
                </a:spcAft>
              </a:pPr>
              <a:t>10</a:t>
            </a:fld>
            <a:endParaRPr lang="en-US"/>
          </a:p>
        </p:txBody>
      </p:sp>
    </p:spTree>
    <p:extLst>
      <p:ext uri="{BB962C8B-B14F-4D97-AF65-F5344CB8AC3E}">
        <p14:creationId xmlns:p14="http://schemas.microsoft.com/office/powerpoint/2010/main" val="20320197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8B922-BD54-9114-3316-CF94D8FA85E1}"/>
              </a:ext>
            </a:extLst>
          </p:cNvPr>
          <p:cNvSpPr>
            <a:spLocks noGrp="1"/>
          </p:cNvSpPr>
          <p:nvPr>
            <p:ph type="title"/>
          </p:nvPr>
        </p:nvSpPr>
        <p:spPr/>
        <p:txBody>
          <a:bodyPr anchor="ctr">
            <a:normAutofit/>
          </a:bodyPr>
          <a:lstStyle/>
          <a:p>
            <a:r>
              <a:rPr lang="en-US" sz="3000" dirty="0"/>
              <a:t>POWER APP FOR INPUTTING HC SCORE DATA</a:t>
            </a:r>
          </a:p>
        </p:txBody>
      </p:sp>
      <p:sp>
        <p:nvSpPr>
          <p:cNvPr id="5" name="Content Placeholder 4">
            <a:extLst>
              <a:ext uri="{FF2B5EF4-FFF2-40B4-BE49-F238E27FC236}">
                <a16:creationId xmlns:a16="http://schemas.microsoft.com/office/drawing/2014/main" id="{5B7D00E4-3934-AF72-D897-336C9674758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sz="2000" b="1" dirty="0"/>
              <a:t>Streamlined Data Entry and Maintaining Abstraction</a:t>
            </a:r>
          </a:p>
          <a:p>
            <a:pPr marL="0" lvl="1" indent="0">
              <a:buFont typeface="Arial" panose="020B0604020202020204" pitchFamily="34" charset="0"/>
              <a:buNone/>
            </a:pPr>
            <a:r>
              <a:rPr lang="en-US" sz="2000" dirty="0"/>
              <a:t>The app enables user-friendly, standardized entry of monthly workforce metrics by tower leads, ensuring consistency and abstraction</a:t>
            </a:r>
          </a:p>
          <a:p>
            <a:pPr marL="0" indent="0">
              <a:spcBef>
                <a:spcPts val="2500"/>
              </a:spcBef>
              <a:buFont typeface="Arial" panose="020B0604020202020204" pitchFamily="34" charset="0"/>
              <a:buNone/>
            </a:pPr>
            <a:r>
              <a:rPr lang="en-US" sz="2000" b="1" dirty="0"/>
              <a:t>Data Quality Assurance and Better UI/UX</a:t>
            </a:r>
          </a:p>
          <a:p>
            <a:pPr marL="0" lvl="1" indent="0">
              <a:buFont typeface="Arial" panose="020B0604020202020204" pitchFamily="34" charset="0"/>
              <a:buNone/>
            </a:pPr>
            <a:r>
              <a:rPr lang="en-US" sz="2000" dirty="0"/>
              <a:t>Features like form validation and patch functions prevent incomplete and incorrect entries, enhancing data quality.</a:t>
            </a:r>
          </a:p>
          <a:p>
            <a:pPr marL="0" indent="0">
              <a:spcBef>
                <a:spcPts val="2500"/>
              </a:spcBef>
              <a:buFont typeface="Arial" panose="020B0604020202020204" pitchFamily="34" charset="0"/>
              <a:buNone/>
            </a:pPr>
            <a:r>
              <a:rPr lang="en-US" sz="2000" b="1" dirty="0"/>
              <a:t>Learning Core Power Apps</a:t>
            </a:r>
          </a:p>
          <a:p>
            <a:pPr marL="0" lvl="1" indent="0">
              <a:buFont typeface="Arial" panose="020B0604020202020204" pitchFamily="34" charset="0"/>
              <a:buNone/>
            </a:pPr>
            <a:r>
              <a:rPr lang="en-US" sz="2000" dirty="0"/>
              <a:t>Building the app exposes users to component design, variable management, UI optimization, and SharePoint integration.</a:t>
            </a:r>
          </a:p>
          <a:p>
            <a:pPr marL="0" indent="0">
              <a:spcBef>
                <a:spcPts val="2500"/>
              </a:spcBef>
              <a:buFont typeface="Arial" panose="020B0604020202020204" pitchFamily="34" charset="0"/>
              <a:buNone/>
            </a:pPr>
            <a:r>
              <a:rPr lang="en-US" sz="2000" b="1" dirty="0"/>
              <a:t>Improved Reporting Efficiency</a:t>
            </a:r>
          </a:p>
          <a:p>
            <a:pPr marL="0" lvl="1" indent="0">
              <a:buFont typeface="Arial" panose="020B0604020202020204" pitchFamily="34" charset="0"/>
              <a:buNone/>
            </a:pPr>
            <a:r>
              <a:rPr lang="en-US" sz="2000" dirty="0"/>
              <a:t>The app simplifies input, improves accuracy, and accelerates reporting turnaround time for workforce data.</a:t>
            </a:r>
          </a:p>
        </p:txBody>
      </p:sp>
      <p:sp>
        <p:nvSpPr>
          <p:cNvPr id="6" name="Date Placeholder 5">
            <a:extLst>
              <a:ext uri="{FF2B5EF4-FFF2-40B4-BE49-F238E27FC236}">
                <a16:creationId xmlns:a16="http://schemas.microsoft.com/office/drawing/2014/main" id="{B7FE71B6-3BB1-3179-FFAA-FFD3B2B084C9}"/>
              </a:ext>
            </a:extLst>
          </p:cNvPr>
          <p:cNvSpPr>
            <a:spLocks noGrp="1"/>
          </p:cNvSpPr>
          <p:nvPr>
            <p:ph type="dt" sz="half" idx="10"/>
          </p:nvPr>
        </p:nvSpPr>
        <p:spPr/>
        <p:txBody>
          <a:bodyPr anchor="ctr">
            <a:normAutofit/>
          </a:bodyPr>
          <a:lstStyle/>
          <a:p>
            <a:pPr>
              <a:spcAft>
                <a:spcPts val="600"/>
              </a:spcAft>
            </a:pPr>
            <a:fld id="{9E765B10-D26A-480A-9509-A9831C5E60D8}" type="datetime1">
              <a:rPr lang="en-US" smtClean="0"/>
              <a:pPr>
                <a:spcAft>
                  <a:spcPts val="600"/>
                </a:spcAft>
              </a:pPr>
              <a:t>3/2/2026</a:t>
            </a:fld>
            <a:endParaRPr lang="en-US"/>
          </a:p>
        </p:txBody>
      </p:sp>
      <p:sp>
        <p:nvSpPr>
          <p:cNvPr id="7" name="Slide Number Placeholder 6">
            <a:extLst>
              <a:ext uri="{FF2B5EF4-FFF2-40B4-BE49-F238E27FC236}">
                <a16:creationId xmlns:a16="http://schemas.microsoft.com/office/drawing/2014/main" id="{8627BB16-3A6A-2815-EE20-EE03179196CC}"/>
              </a:ext>
            </a:extLst>
          </p:cNvPr>
          <p:cNvSpPr>
            <a:spLocks noGrp="1"/>
          </p:cNvSpPr>
          <p:nvPr>
            <p:ph type="sldNum" sz="quarter" idx="12"/>
          </p:nvPr>
        </p:nvSpPr>
        <p:spPr/>
        <p:txBody>
          <a:bodyPr anchor="ctr">
            <a:normAutofit/>
          </a:bodyPr>
          <a:lstStyle/>
          <a:p>
            <a:pPr>
              <a:spcAft>
                <a:spcPts val="600"/>
              </a:spcAft>
            </a:pPr>
            <a:fld id="{CC057153-B650-4DEB-B370-79DDCFDCE934}" type="slidenum">
              <a:rPr lang="en-US" smtClean="0"/>
              <a:pPr>
                <a:spcAft>
                  <a:spcPts val="600"/>
                </a:spcAft>
              </a:pPr>
              <a:t>11</a:t>
            </a:fld>
            <a:endParaRPr lang="en-US"/>
          </a:p>
        </p:txBody>
      </p:sp>
    </p:spTree>
    <p:extLst>
      <p:ext uri="{BB962C8B-B14F-4D97-AF65-F5344CB8AC3E}">
        <p14:creationId xmlns:p14="http://schemas.microsoft.com/office/powerpoint/2010/main" val="19343615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69A92-B7DD-F7A9-7023-ABAB8F656804}"/>
              </a:ext>
            </a:extLst>
          </p:cNvPr>
          <p:cNvSpPr>
            <a:spLocks noGrp="1"/>
          </p:cNvSpPr>
          <p:nvPr>
            <p:ph type="title"/>
          </p:nvPr>
        </p:nvSpPr>
        <p:spPr/>
        <p:txBody>
          <a:bodyPr anchor="ctr">
            <a:normAutofit/>
          </a:bodyPr>
          <a:lstStyle/>
          <a:p>
            <a:r>
              <a:rPr lang="en-US" dirty="0"/>
              <a:t>MAIL AUTOMATION</a:t>
            </a:r>
          </a:p>
        </p:txBody>
      </p:sp>
      <p:sp>
        <p:nvSpPr>
          <p:cNvPr id="5" name="Content Placeholder 4">
            <a:extLst>
              <a:ext uri="{FF2B5EF4-FFF2-40B4-BE49-F238E27FC236}">
                <a16:creationId xmlns:a16="http://schemas.microsoft.com/office/drawing/2014/main" id="{566BD274-F698-9D19-EB73-7643584FC9F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Autofit/>
          </a:bodyPr>
          <a:lstStyle/>
          <a:p>
            <a:pPr marL="0" indent="0">
              <a:spcBef>
                <a:spcPts val="2500"/>
              </a:spcBef>
              <a:buFont typeface="Arial" panose="020B0604020202020204" pitchFamily="34" charset="0"/>
              <a:buNone/>
            </a:pPr>
            <a:r>
              <a:rPr lang="en-US" sz="2000" b="1" dirty="0"/>
              <a:t>Automated Email Workflows</a:t>
            </a:r>
          </a:p>
          <a:p>
            <a:pPr marL="0" lvl="1" indent="0">
              <a:buFont typeface="Arial" panose="020B0604020202020204" pitchFamily="34" charset="0"/>
              <a:buNone/>
            </a:pPr>
            <a:r>
              <a:rPr lang="en-US" sz="2000" dirty="0"/>
              <a:t>Mail automation designs workflows that send emails based on triggers, conditions, or schedules.</a:t>
            </a:r>
          </a:p>
          <a:p>
            <a:pPr marL="0" indent="0">
              <a:spcBef>
                <a:spcPts val="2500"/>
              </a:spcBef>
              <a:buFont typeface="Arial" panose="020B0604020202020204" pitchFamily="34" charset="0"/>
              <a:buNone/>
            </a:pPr>
            <a:r>
              <a:rPr lang="en-US" sz="2000" b="1" dirty="0"/>
              <a:t>Timely Communication</a:t>
            </a:r>
          </a:p>
          <a:p>
            <a:pPr marL="0" lvl="1" indent="0">
              <a:buFont typeface="Arial" panose="020B0604020202020204" pitchFamily="34" charset="0"/>
              <a:buNone/>
            </a:pPr>
            <a:r>
              <a:rPr lang="en-US" sz="2000" dirty="0"/>
              <a:t>Automated emails deliver personalized content, reminders, approvals, and alerts consistently and on time.</a:t>
            </a:r>
          </a:p>
          <a:p>
            <a:pPr marL="0" indent="0">
              <a:spcBef>
                <a:spcPts val="2500"/>
              </a:spcBef>
              <a:buFont typeface="Arial" panose="020B0604020202020204" pitchFamily="34" charset="0"/>
              <a:buNone/>
            </a:pPr>
            <a:r>
              <a:rPr lang="en-US" sz="2000" b="1" dirty="0"/>
              <a:t>Improved Process Adherence</a:t>
            </a:r>
          </a:p>
          <a:p>
            <a:pPr marL="0" lvl="1" indent="0">
              <a:buFont typeface="Arial" panose="020B0604020202020204" pitchFamily="34" charset="0"/>
              <a:buNone/>
            </a:pPr>
            <a:r>
              <a:rPr lang="en-US" sz="2000" dirty="0"/>
              <a:t>Automation prevents missed reminders or notifications, improving process adherence and reliability.</a:t>
            </a:r>
          </a:p>
          <a:p>
            <a:pPr marL="0" indent="0">
              <a:spcBef>
                <a:spcPts val="2500"/>
              </a:spcBef>
              <a:buFont typeface="Arial" panose="020B0604020202020204" pitchFamily="34" charset="0"/>
              <a:buNone/>
            </a:pPr>
            <a:r>
              <a:rPr lang="en-US" sz="2000" b="1" dirty="0"/>
              <a:t>Learning Automation Concepts</a:t>
            </a:r>
          </a:p>
          <a:p>
            <a:pPr marL="0" lvl="1" indent="0">
              <a:buFont typeface="Arial" panose="020B0604020202020204" pitchFamily="34" charset="0"/>
              <a:buNone/>
            </a:pPr>
            <a:r>
              <a:rPr lang="en-US" sz="2000" dirty="0"/>
              <a:t>Key concepts include dynamic content, conditional logic, parameter passing, and monitoring flows.</a:t>
            </a:r>
          </a:p>
        </p:txBody>
      </p:sp>
      <p:sp>
        <p:nvSpPr>
          <p:cNvPr id="6" name="Date Placeholder 5">
            <a:extLst>
              <a:ext uri="{FF2B5EF4-FFF2-40B4-BE49-F238E27FC236}">
                <a16:creationId xmlns:a16="http://schemas.microsoft.com/office/drawing/2014/main" id="{E061FF89-72CB-3C2E-34F5-44FA3E746151}"/>
              </a:ext>
            </a:extLst>
          </p:cNvPr>
          <p:cNvSpPr>
            <a:spLocks noGrp="1"/>
          </p:cNvSpPr>
          <p:nvPr>
            <p:ph type="dt" sz="half" idx="10"/>
          </p:nvPr>
        </p:nvSpPr>
        <p:spPr/>
        <p:txBody>
          <a:bodyPr anchor="ctr">
            <a:normAutofit/>
          </a:bodyPr>
          <a:lstStyle/>
          <a:p>
            <a:pPr>
              <a:spcAft>
                <a:spcPts val="600"/>
              </a:spcAft>
            </a:pPr>
            <a:fld id="{9E765B10-D26A-480A-9509-A9831C5E60D8}" type="datetime1">
              <a:rPr lang="en-US" smtClean="0"/>
              <a:pPr>
                <a:spcAft>
                  <a:spcPts val="600"/>
                </a:spcAft>
              </a:pPr>
              <a:t>3/2/2026</a:t>
            </a:fld>
            <a:endParaRPr lang="en-US"/>
          </a:p>
        </p:txBody>
      </p:sp>
      <p:sp>
        <p:nvSpPr>
          <p:cNvPr id="7" name="Slide Number Placeholder 6">
            <a:extLst>
              <a:ext uri="{FF2B5EF4-FFF2-40B4-BE49-F238E27FC236}">
                <a16:creationId xmlns:a16="http://schemas.microsoft.com/office/drawing/2014/main" id="{B490A9F8-8949-5E55-B10F-A0BB8BC52D10}"/>
              </a:ext>
            </a:extLst>
          </p:cNvPr>
          <p:cNvSpPr>
            <a:spLocks noGrp="1"/>
          </p:cNvSpPr>
          <p:nvPr>
            <p:ph type="sldNum" sz="quarter" idx="12"/>
          </p:nvPr>
        </p:nvSpPr>
        <p:spPr/>
        <p:txBody>
          <a:bodyPr anchor="ctr">
            <a:normAutofit/>
          </a:bodyPr>
          <a:lstStyle/>
          <a:p>
            <a:pPr>
              <a:spcAft>
                <a:spcPts val="600"/>
              </a:spcAft>
            </a:pPr>
            <a:fld id="{CC057153-B650-4DEB-B370-79DDCFDCE934}" type="slidenum">
              <a:rPr lang="en-US" smtClean="0"/>
              <a:pPr>
                <a:spcAft>
                  <a:spcPts val="600"/>
                </a:spcAft>
              </a:pPr>
              <a:t>12</a:t>
            </a:fld>
            <a:endParaRPr lang="en-US"/>
          </a:p>
        </p:txBody>
      </p:sp>
    </p:spTree>
    <p:extLst>
      <p:ext uri="{BB962C8B-B14F-4D97-AF65-F5344CB8AC3E}">
        <p14:creationId xmlns:p14="http://schemas.microsoft.com/office/powerpoint/2010/main" val="10575330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A4DD6-A59B-36B4-B8BA-E0ECCB964ABE}"/>
              </a:ext>
            </a:extLst>
          </p:cNvPr>
          <p:cNvSpPr>
            <a:spLocks noGrp="1"/>
          </p:cNvSpPr>
          <p:nvPr>
            <p:ph type="title"/>
          </p:nvPr>
        </p:nvSpPr>
        <p:spPr/>
        <p:txBody>
          <a:bodyPr anchor="b">
            <a:normAutofit/>
          </a:bodyPr>
          <a:lstStyle/>
          <a:p>
            <a:r>
              <a:rPr lang="en-US" dirty="0"/>
              <a:t>DASHBOARD / TRENDLINE</a:t>
            </a:r>
          </a:p>
        </p:txBody>
      </p:sp>
      <p:sp>
        <p:nvSpPr>
          <p:cNvPr id="5" name="Content Placeholder 4">
            <a:extLst>
              <a:ext uri="{FF2B5EF4-FFF2-40B4-BE49-F238E27FC236}">
                <a16:creationId xmlns:a16="http://schemas.microsoft.com/office/drawing/2014/main" id="{DAB78D82-052E-D9B4-F138-9812262B053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Autofit/>
          </a:bodyPr>
          <a:lstStyle/>
          <a:p>
            <a:pPr marL="0" indent="0">
              <a:spcBef>
                <a:spcPts val="2500"/>
              </a:spcBef>
              <a:buFont typeface="Arial" panose="020B0604020202020204" pitchFamily="34" charset="0"/>
              <a:buNone/>
            </a:pPr>
            <a:r>
              <a:rPr lang="en-US" sz="2000" b="1" dirty="0"/>
              <a:t>Visualizing HC Score Trends</a:t>
            </a:r>
          </a:p>
          <a:p>
            <a:pPr marL="0" lvl="1" indent="0">
              <a:buFont typeface="Arial" panose="020B0604020202020204" pitchFamily="34" charset="0"/>
              <a:buNone/>
            </a:pPr>
            <a:r>
              <a:rPr lang="en-US" sz="2000" dirty="0"/>
              <a:t>Trendline visualizations illustrate HC score changes across months, helping identify patterns and anomalies quickly.</a:t>
            </a:r>
          </a:p>
          <a:p>
            <a:pPr marL="0" indent="0">
              <a:spcBef>
                <a:spcPts val="2500"/>
              </a:spcBef>
              <a:buFont typeface="Arial" panose="020B0604020202020204" pitchFamily="34" charset="0"/>
              <a:buNone/>
            </a:pPr>
            <a:r>
              <a:rPr lang="en-US" sz="2000" b="1" dirty="0"/>
              <a:t>Supporting Data-Driven Decisions</a:t>
            </a:r>
          </a:p>
          <a:p>
            <a:pPr marL="0" lvl="1" indent="0">
              <a:buFont typeface="Arial" panose="020B0604020202020204" pitchFamily="34" charset="0"/>
              <a:buNone/>
            </a:pPr>
            <a:r>
              <a:rPr lang="en-US" sz="2000" dirty="0"/>
              <a:t>Dashboards present complex data clearly, enabling stakeholders to make informed strategic choices with ease.</a:t>
            </a:r>
          </a:p>
          <a:p>
            <a:pPr marL="0" indent="0">
              <a:spcBef>
                <a:spcPts val="2500"/>
              </a:spcBef>
              <a:buFont typeface="Arial" panose="020B0604020202020204" pitchFamily="34" charset="0"/>
              <a:buNone/>
            </a:pPr>
            <a:r>
              <a:rPr lang="en-US" sz="2000" b="1" dirty="0"/>
              <a:t>Building Accurate Dashboards</a:t>
            </a:r>
          </a:p>
          <a:p>
            <a:pPr marL="0" lvl="1" indent="0">
              <a:buFont typeface="Arial" panose="020B0604020202020204" pitchFamily="34" charset="0"/>
              <a:buNone/>
            </a:pPr>
            <a:r>
              <a:rPr lang="en-US" sz="2000" dirty="0"/>
              <a:t>Effective dashboards require skills in data modeling, chart selection, and filter configuration for usability and accuracy.</a:t>
            </a:r>
          </a:p>
          <a:p>
            <a:pPr marL="0" indent="0">
              <a:spcBef>
                <a:spcPts val="2500"/>
              </a:spcBef>
              <a:buFont typeface="Arial" panose="020B0604020202020204" pitchFamily="34" charset="0"/>
              <a:buNone/>
            </a:pPr>
            <a:r>
              <a:rPr lang="en-US" sz="2000" b="1" dirty="0"/>
              <a:t>Analytical Storytelling</a:t>
            </a:r>
          </a:p>
          <a:p>
            <a:pPr marL="0" lvl="1" indent="0">
              <a:buFont typeface="Arial" panose="020B0604020202020204" pitchFamily="34" charset="0"/>
              <a:buNone/>
            </a:pPr>
            <a:r>
              <a:rPr lang="en-US" sz="2000" dirty="0"/>
              <a:t>Trendline analysis reveals trajectories in data, helping to tell compelling stories and guide strategic actions.</a:t>
            </a:r>
          </a:p>
        </p:txBody>
      </p:sp>
      <p:sp>
        <p:nvSpPr>
          <p:cNvPr id="6" name="Date Placeholder 5">
            <a:extLst>
              <a:ext uri="{FF2B5EF4-FFF2-40B4-BE49-F238E27FC236}">
                <a16:creationId xmlns:a16="http://schemas.microsoft.com/office/drawing/2014/main" id="{B36C6496-D225-49B3-BBA3-A446DED4B4CE}"/>
              </a:ext>
            </a:extLst>
          </p:cNvPr>
          <p:cNvSpPr>
            <a:spLocks noGrp="1"/>
          </p:cNvSpPr>
          <p:nvPr>
            <p:ph type="dt" sz="half" idx="10"/>
          </p:nvPr>
        </p:nvSpPr>
        <p:spPr/>
        <p:txBody>
          <a:bodyPr anchor="ctr">
            <a:normAutofit/>
          </a:bodyPr>
          <a:lstStyle/>
          <a:p>
            <a:pPr>
              <a:spcAft>
                <a:spcPts val="600"/>
              </a:spcAft>
            </a:pPr>
            <a:fld id="{9E765B10-D26A-480A-9509-A9831C5E60D8}" type="datetime1">
              <a:rPr lang="en-US" smtClean="0"/>
              <a:pPr>
                <a:spcAft>
                  <a:spcPts val="600"/>
                </a:spcAft>
              </a:pPr>
              <a:t>3/2/2026</a:t>
            </a:fld>
            <a:endParaRPr lang="en-US"/>
          </a:p>
        </p:txBody>
      </p:sp>
      <p:sp>
        <p:nvSpPr>
          <p:cNvPr id="7" name="Slide Number Placeholder 6">
            <a:extLst>
              <a:ext uri="{FF2B5EF4-FFF2-40B4-BE49-F238E27FC236}">
                <a16:creationId xmlns:a16="http://schemas.microsoft.com/office/drawing/2014/main" id="{79897DE4-6235-87B0-3A12-2A5D335F9174}"/>
              </a:ext>
            </a:extLst>
          </p:cNvPr>
          <p:cNvSpPr>
            <a:spLocks noGrp="1"/>
          </p:cNvSpPr>
          <p:nvPr>
            <p:ph type="sldNum" sz="quarter" idx="12"/>
          </p:nvPr>
        </p:nvSpPr>
        <p:spPr/>
        <p:txBody>
          <a:bodyPr anchor="ctr">
            <a:normAutofit/>
          </a:bodyPr>
          <a:lstStyle/>
          <a:p>
            <a:pPr>
              <a:spcAft>
                <a:spcPts val="600"/>
              </a:spcAft>
            </a:pPr>
            <a:fld id="{CC057153-B650-4DEB-B370-79DDCFDCE934}" type="slidenum">
              <a:rPr lang="en-US" smtClean="0"/>
              <a:pPr>
                <a:spcAft>
                  <a:spcPts val="600"/>
                </a:spcAft>
              </a:pPr>
              <a:t>13</a:t>
            </a:fld>
            <a:endParaRPr lang="en-US"/>
          </a:p>
        </p:txBody>
      </p:sp>
    </p:spTree>
    <p:extLst>
      <p:ext uri="{BB962C8B-B14F-4D97-AF65-F5344CB8AC3E}">
        <p14:creationId xmlns:p14="http://schemas.microsoft.com/office/powerpoint/2010/main" val="20986788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design_win32_LW_V6" id="{76702E1B-643C-41F6-B804-84CD1831FE1D}" vid="{80EAE0FA-13D9-49AC-87DC-C29A48A869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206D296-8D02-46EE-B1E6-63AA44612305}">
  <ds:schemaRefs>
    <ds:schemaRef ds:uri="http://schemas.microsoft.com/sharepoint/v3/contenttype/forms"/>
  </ds:schemaRefs>
</ds:datastoreItem>
</file>

<file path=customXml/itemProps2.xml><?xml version="1.0" encoding="utf-8"?>
<ds:datastoreItem xmlns:ds="http://schemas.openxmlformats.org/officeDocument/2006/customXml" ds:itemID="{A17086CA-2203-47FE-BEEA-0085B9A26035}">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6484576-6FED-48EC-8561-A69AF722D2D1}">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2469</Words>
  <Application>Microsoft Office PowerPoint</Application>
  <PresentationFormat>Widescreen</PresentationFormat>
  <Paragraphs>150</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Felix Titling</vt:lpstr>
      <vt:lpstr>Goudy Old Style</vt:lpstr>
      <vt:lpstr>Archway</vt:lpstr>
      <vt:lpstr>MONTHLY RECALL &amp; Project Summary</vt:lpstr>
      <vt:lpstr>Task Briefs and Impacts</vt:lpstr>
      <vt:lpstr>INDUCTION</vt:lpstr>
      <vt:lpstr>GBS vs GCC, KHMS PPT INTRO, LIST OF TOWER LEADS</vt:lpstr>
      <vt:lpstr>OPEX INTRO</vt:lpstr>
      <vt:lpstr>COMMERCIAL ORG CHART</vt:lpstr>
      <vt:lpstr>SHAREPOINT and POWER APPS LEARNING</vt:lpstr>
      <vt:lpstr>QUESTIONS FOR POLL (BACKUP AND ESCALATION MATRIX)</vt:lpstr>
      <vt:lpstr>HC SCORE FOLLOW-UP MAILS and automating them </vt:lpstr>
      <vt:lpstr>EXCEL TO SHAREPOINT MIGRATION</vt:lpstr>
      <vt:lpstr>POWER APP FOR INPUTTING HC SCORE DATA</vt:lpstr>
      <vt:lpstr>MAIL AUTOMATION</vt:lpstr>
      <vt:lpstr>DASHBOARD / TRENDLINE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Trivedi, Vedang</dc:creator>
  <cp:lastModifiedBy>Trivedi, Vedang</cp:lastModifiedBy>
  <cp:revision>2</cp:revision>
  <dcterms:created xsi:type="dcterms:W3CDTF">2025-02-27T07:13:53Z</dcterms:created>
  <dcterms:modified xsi:type="dcterms:W3CDTF">2026-03-02T10:07:22Z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